
<file path=[Content_Types].xml><?xml version="1.0" encoding="utf-8"?>
<Types xmlns="http://schemas.openxmlformats.org/package/2006/content-types">
  <Default Extension="bin"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media/image2.bin" ContentType="image/png"/>
  <Override PartName="/ppt/media/image3.bin" ContentType="image/png"/>
  <Override PartName="/ppt/theme/theme2.xml" ContentType="application/vnd.openxmlformats-officedocument.theme+xml"/>
  <Override PartName="/ppt/theme/theme3.xml" ContentType="application/vnd.openxmlformats-officedocument.theme+xml"/>
  <Override PartName="/ppt/tags/tag6.xml" ContentType="application/vnd.openxmlformats-officedocument.presentationml.tags+xml"/>
  <Override PartName="/ppt/notesSlides/notesSlide1.xml" ContentType="application/vnd.openxmlformats-officedocument.presentationml.notesSlide+xml"/>
  <Override PartName="/ppt/tags/tag7.xml" ContentType="application/vnd.openxmlformats-officedocument.presentationml.tags+xml"/>
  <Override PartName="/ppt/notesSlides/notesSlide2.xml" ContentType="application/vnd.openxmlformats-officedocument.presentationml.notesSlide+xml"/>
  <Override PartName="/ppt/tags/tag8.xml" ContentType="application/vnd.openxmlformats-officedocument.presentationml.tags+xml"/>
  <Override PartName="/ppt/notesSlides/notesSlide3.xml" ContentType="application/vnd.openxmlformats-officedocument.presentationml.notesSlide+xml"/>
  <Override PartName="/ppt/tags/tag9.xml" ContentType="application/vnd.openxmlformats-officedocument.presentationml.tags+xml"/>
  <Override PartName="/ppt/notesSlides/notesSlide4.xml" ContentType="application/vnd.openxmlformats-officedocument.presentationml.notesSlide+xml"/>
  <Override PartName="/ppt/tags/tag10.xml" ContentType="application/vnd.openxmlformats-officedocument.presentationml.tags+xml"/>
  <Override PartName="/ppt/notesSlides/notesSlide5.xml" ContentType="application/vnd.openxmlformats-officedocument.presentationml.notesSlide+xml"/>
  <Override PartName="/ppt/media/image4.bin" ContentType="image/png"/>
  <Override PartName="/ppt/tags/tag11.xml" ContentType="application/vnd.openxmlformats-officedocument.presentationml.tags+xml"/>
  <Override PartName="/ppt/notesSlides/notesSlide6.xml" ContentType="application/vnd.openxmlformats-officedocument.presentationml.notesSlide+xml"/>
  <Override PartName="/ppt/tags/tag12.xml" ContentType="application/vnd.openxmlformats-officedocument.presentationml.tags+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13.xml" ContentType="application/vnd.openxmlformats-officedocument.presentationml.tags+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media/image6.bin" ContentType="image/svg+xml"/>
  <Override PartName="/ppt/media/image8.bin" ContentType="image/svg+xml"/>
  <Override PartName="/ppt/tags/tag14.xml" ContentType="application/vnd.openxmlformats-officedocument.presentationml.tags+xml"/>
  <Override PartName="/ppt/notesSlides/notesSlide8.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tags/tag15.xml" ContentType="application/vnd.openxmlformats-officedocument.presentationml.tags+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media/image10.bin" ContentType="image/svg+xml"/>
  <Override PartName="/ppt/media/image12.bin" ContentType="image/svg+xml"/>
  <Override PartName="/ppt/media/image14.bin" ContentType="image/svg+xml"/>
  <Override PartName="/ppt/media/image16.bin" ContentType="image/svg+xml"/>
  <Override PartName="/ppt/tags/tag16.xml" ContentType="application/vnd.openxmlformats-officedocument.presentationml.tags+xml"/>
  <Override PartName="/ppt/notesSlides/notesSlide9.xml" ContentType="application/vnd.openxmlformats-officedocument.presentationml.notesSlide+xml"/>
  <Override PartName="/ppt/media/image17.bin" ContentType="image/png"/>
  <Override PartName="/ppt/tags/tag17.xml" ContentType="application/vnd.openxmlformats-officedocument.presentationml.tags+xml"/>
  <Override PartName="/ppt/notesSlides/notesSlide10.xml" ContentType="application/vnd.openxmlformats-officedocument.presentationml.notesSlide+xml"/>
  <Override PartName="/ppt/media/image18.bin" ContentType="image/png"/>
  <Override PartName="/ppt/tags/tag18.xml" ContentType="application/vnd.openxmlformats-officedocument.presentationml.tags+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media/image20.bin" ContentType="image/svg+xml"/>
  <Override PartName="/ppt/media/image22.bin" ContentType="image/svg+xml"/>
  <Override PartName="/ppt/media/image24.bin" ContentType="image/svg+xml"/>
  <Override PartName="/ppt/tags/tag19.xml" ContentType="application/vnd.openxmlformats-officedocument.presentationml.tags+xml"/>
  <Override PartName="/ppt/notesSlides/notesSlide11.xml" ContentType="application/vnd.openxmlformats-officedocument.presentationml.notesSlide+xml"/>
  <Override PartName="/ppt/media/image25.bin" ContentType="image/png"/>
  <Override PartName="/ppt/tags/tag20.xml" ContentType="application/vnd.openxmlformats-officedocument.presentationml.tags+xml"/>
  <Override PartName="/ppt/notesSlides/notesSlide12.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media/image27.bin" ContentType="image/svg+xml"/>
  <Override PartName="/ppt/media/image29.bin" ContentType="image/svg+xml"/>
  <Override PartName="/ppt/media/image31.bin" ContentType="image/svg+xml"/>
  <Override PartName="/ppt/media/image33.bin" ContentType="image/svg+xml"/>
  <Override PartName="/ppt/tags/tag21.xml" ContentType="application/vnd.openxmlformats-officedocument.presentationml.tags+xml"/>
  <Override PartName="/ppt/notesSlides/notesSlide13.xml" ContentType="application/vnd.openxmlformats-officedocument.presentationml.notesSlide+xml"/>
  <Override PartName="/ppt/media/image34.bin" ContentType="image/png"/>
  <Override PartName="/ppt/tags/tag22.xml" ContentType="application/vnd.openxmlformats-officedocument.presentationml.tags+xml"/>
  <Override PartName="/ppt/notesSlides/notesSlide14.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tags/tag23.xml" ContentType="application/vnd.openxmlformats-officedocument.presentationml.tags+xml"/>
  <Override PartName="/ppt/notesSlides/notesSlide15.xml" ContentType="application/vnd.openxmlformats-officedocument.presentationml.notesSlide+xml"/>
  <Override PartName="/ppt/tags/tag24.xml" ContentType="application/vnd.openxmlformats-officedocument.presentationml.tags+xml"/>
  <Override PartName="/ppt/notesSlides/notesSlide16.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media/image37.bin" ContentType="image/svg+xml"/>
  <Override PartName="/ppt/media/image39.bin" ContentType="image/svg+xml"/>
  <Override PartName="/ppt/media/image41.bin" ContentType="image/svg+xml"/>
  <Override PartName="/ppt/tags/tag25.xml" ContentType="application/vnd.openxmlformats-officedocument.presentationml.tags+xml"/>
  <Override PartName="/ppt/notesSlides/notesSlide17.xml" ContentType="application/vnd.openxmlformats-officedocument.presentationml.notesSlide+xml"/>
  <Override PartName="/ppt/media/image42.bin" ContentType="image/png"/>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notesSlides/notesSlide18.xml" ContentType="application/vnd.openxmlformats-officedocument.presentationml.notesSlide+xml"/>
  <Override PartName="/ppt/media/image43.bin" ContentType="image/png"/>
  <Override PartName="/ppt/tags/tag29.xml" ContentType="application/vnd.openxmlformats-officedocument.presentationml.tags+xml"/>
  <Override PartName="/ppt/notesSlides/notesSlide19.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tags/tag30.xml" ContentType="application/vnd.openxmlformats-officedocument.presentationml.tags+xml"/>
  <Override PartName="/ppt/tags/tag31.xml" ContentType="application/vnd.openxmlformats-officedocument.presentationml.tags+xml"/>
  <Override PartName="/ppt/notesSlides/notesSlide20.xml" ContentType="application/vnd.openxmlformats-officedocument.presentationml.notesSlide+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media/image44.bin" ContentType="image/png"/>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media/image45.bin" ContentType="image/png"/>
  <Override PartName="/ppt/tags/tag44.xml" ContentType="application/vnd.openxmlformats-officedocument.presentationml.tags+xml"/>
  <Override PartName="/ppt/tags/tag45.xml" ContentType="application/vnd.openxmlformats-officedocument.presentationml.tags+xml"/>
  <Override PartName="/ppt/notesSlides/notesSlide21.xml" ContentType="application/vnd.openxmlformats-officedocument.presentationml.notesSlide+xml"/>
  <Override PartName="/ppt/media/image46.bin" ContentType="image/jpeg"/>
  <Override PartName="/ppt/tags/tag46.xml" ContentType="application/vnd.openxmlformats-officedocument.presentationml.tags+xml"/>
  <Override PartName="/ppt/tags/tag47.xml" ContentType="application/vnd.openxmlformats-officedocument.presentationml.tags+xml"/>
  <Override PartName="/ppt/notesSlides/notesSlide22.xml" ContentType="application/vnd.openxmlformats-officedocument.presentationml.notesSlide+xml"/>
  <Override PartName="/ppt/media/image47.bin" ContentType="image/png"/>
  <Override PartName="/ppt/tags/tag48.xml" ContentType="application/vnd.openxmlformats-officedocument.presentationml.tags+xml"/>
  <Override PartName="/ppt/notesSlides/notesSlide23.xml" ContentType="application/vnd.openxmlformats-officedocument.presentationml.notesSlide+xml"/>
  <Override PartName="/ppt/tags/tag49.xml" ContentType="application/vnd.openxmlformats-officedocument.presentationml.tags+xml"/>
  <Override PartName="/ppt/tags/tag50.xml" ContentType="application/vnd.openxmlformats-officedocument.presentationml.tags+xml"/>
  <Override PartName="/ppt/notesSlides/notesSlide24.xml" ContentType="application/vnd.openxmlformats-officedocument.presentationml.notesSlide+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tags/tag56.xml" ContentType="application/vnd.openxmlformats-officedocument.presentationml.tags+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tags/tag57.xml" ContentType="application/vnd.openxmlformats-officedocument.presentationml.tags+xml"/>
  <Override PartName="/ppt/notesSlides/notesSlide25.xml" ContentType="application/vnd.openxmlformats-officedocument.presentationml.notesSlide+xml"/>
  <Override PartName="/ppt/tags/tag58.xml" ContentType="application/vnd.openxmlformats-officedocument.presentationml.tags+xml"/>
  <Override PartName="/ppt/tags/tag59.xml" ContentType="application/vnd.openxmlformats-officedocument.presentationml.tags+xml"/>
  <Override PartName="/ppt/media/image66.bin" ContentType="image/svg+xml"/>
  <Override PartName="/ppt/tags/tag60.xml" ContentType="application/vnd.openxmlformats-officedocument.presentationml.tags+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tags/tag61.xml" ContentType="application/vnd.openxmlformats-officedocument.presentationml.tags+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tags/tag62.xml" ContentType="application/vnd.openxmlformats-officedocument.presentationml.tags+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tags/tag67.xml" ContentType="application/vnd.openxmlformats-officedocument.presentationml.tags+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tags/tag68.xml" ContentType="application/vnd.openxmlformats-officedocument.presentationml.tags+xml"/>
  <Override PartName="/ppt/tags/tag69.xml" ContentType="application/vnd.openxmlformats-officedocument.presentationml.tags+xml"/>
  <Override PartName="/ppt/notesSlides/notesSlide26.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60"/>
  </p:notesMasterIdLst>
  <p:handoutMasterIdLst>
    <p:handoutMasterId r:id="rId61"/>
  </p:handout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307"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94" r:id="rId39"/>
    <p:sldId id="289" r:id="rId40"/>
    <p:sldId id="290" r:id="rId41"/>
    <p:sldId id="291" r:id="rId42"/>
    <p:sldId id="292" r:id="rId43"/>
    <p:sldId id="293" r:id="rId44"/>
    <p:sldId id="295" r:id="rId45"/>
    <p:sldId id="296" r:id="rId46"/>
    <p:sldId id="308" r:id="rId47"/>
    <p:sldId id="309" r:id="rId48"/>
    <p:sldId id="310" r:id="rId49"/>
    <p:sldId id="297" r:id="rId50"/>
    <p:sldId id="312" r:id="rId51"/>
    <p:sldId id="299" r:id="rId52"/>
    <p:sldId id="298" r:id="rId53"/>
    <p:sldId id="300" r:id="rId54"/>
    <p:sldId id="301" r:id="rId55"/>
    <p:sldId id="302" r:id="rId56"/>
    <p:sldId id="303" r:id="rId57"/>
    <p:sldId id="304" r:id="rId58"/>
    <p:sldId id="311" r:id="rId59"/>
  </p:sldIdLst>
  <p:sldSz cx="12192000" cy="6858000"/>
  <p:notesSz cx="6858000" cy="1104900"/>
  <p:custDataLst>
    <p:tags r:id="rId62"/>
  </p:custDataLst>
  <p:defaultTextStyle>
    <a:defPPr>
      <a:defRPr lang="en-US"/>
    </a:defPPr>
    <a:lvl1pPr marL="0" algn="l" defTabSz="914460" rtl="0" eaLnBrk="1" latinLnBrk="0" hangingPunct="1">
      <a:defRPr sz="1765" kern="1200">
        <a:solidFill>
          <a:schemeClr val="tx1"/>
        </a:solidFill>
        <a:latin typeface="+mn-lt"/>
        <a:ea typeface="+mn-ea"/>
        <a:cs typeface="+mn-cs"/>
      </a:defRPr>
    </a:lvl1pPr>
    <a:lvl2pPr marL="457230" algn="l" defTabSz="914460" rtl="0" eaLnBrk="1" latinLnBrk="0" hangingPunct="1">
      <a:defRPr sz="1765" kern="1200">
        <a:solidFill>
          <a:schemeClr val="tx1"/>
        </a:solidFill>
        <a:latin typeface="+mn-lt"/>
        <a:ea typeface="+mn-ea"/>
        <a:cs typeface="+mn-cs"/>
      </a:defRPr>
    </a:lvl2pPr>
    <a:lvl3pPr marL="914460" algn="l" defTabSz="914460" rtl="0" eaLnBrk="1" latinLnBrk="0" hangingPunct="1">
      <a:defRPr sz="1765" kern="1200">
        <a:solidFill>
          <a:schemeClr val="tx1"/>
        </a:solidFill>
        <a:latin typeface="+mn-lt"/>
        <a:ea typeface="+mn-ea"/>
        <a:cs typeface="+mn-cs"/>
      </a:defRPr>
    </a:lvl3pPr>
    <a:lvl4pPr marL="1371690" algn="l" defTabSz="914460" rtl="0" eaLnBrk="1" latinLnBrk="0" hangingPunct="1">
      <a:defRPr sz="1765" kern="1200">
        <a:solidFill>
          <a:schemeClr val="tx1"/>
        </a:solidFill>
        <a:latin typeface="+mn-lt"/>
        <a:ea typeface="+mn-ea"/>
        <a:cs typeface="+mn-cs"/>
      </a:defRPr>
    </a:lvl4pPr>
    <a:lvl5pPr marL="1828921" algn="l" defTabSz="914460" rtl="0" eaLnBrk="1" latinLnBrk="0" hangingPunct="1">
      <a:defRPr sz="1765" kern="1200">
        <a:solidFill>
          <a:schemeClr val="tx1"/>
        </a:solidFill>
        <a:latin typeface="+mn-lt"/>
        <a:ea typeface="+mn-ea"/>
        <a:cs typeface="+mn-cs"/>
      </a:defRPr>
    </a:lvl5pPr>
    <a:lvl6pPr marL="2286152" algn="l" defTabSz="914460" rtl="0" eaLnBrk="1" latinLnBrk="0" hangingPunct="1">
      <a:defRPr sz="1765" kern="1200">
        <a:solidFill>
          <a:schemeClr val="tx1"/>
        </a:solidFill>
        <a:latin typeface="+mn-lt"/>
        <a:ea typeface="+mn-ea"/>
        <a:cs typeface="+mn-cs"/>
      </a:defRPr>
    </a:lvl6pPr>
    <a:lvl7pPr marL="2743381" algn="l" defTabSz="914460" rtl="0" eaLnBrk="1" latinLnBrk="0" hangingPunct="1">
      <a:defRPr sz="1765" kern="1200">
        <a:solidFill>
          <a:schemeClr val="tx1"/>
        </a:solidFill>
        <a:latin typeface="+mn-lt"/>
        <a:ea typeface="+mn-ea"/>
        <a:cs typeface="+mn-cs"/>
      </a:defRPr>
    </a:lvl7pPr>
    <a:lvl8pPr marL="3200611" algn="l" defTabSz="914460" rtl="0" eaLnBrk="1" latinLnBrk="0" hangingPunct="1">
      <a:defRPr sz="1765" kern="1200">
        <a:solidFill>
          <a:schemeClr val="tx1"/>
        </a:solidFill>
        <a:latin typeface="+mn-lt"/>
        <a:ea typeface="+mn-ea"/>
        <a:cs typeface="+mn-cs"/>
      </a:defRPr>
    </a:lvl8pPr>
    <a:lvl9pPr marL="3657842" algn="l" defTabSz="914460" rtl="0" eaLnBrk="1" latinLnBrk="0" hangingPunct="1">
      <a:defRPr sz="1765" kern="1200">
        <a:solidFill>
          <a:schemeClr val="tx1"/>
        </a:solidFill>
        <a:latin typeface="+mn-lt"/>
        <a:ea typeface="+mn-ea"/>
        <a:cs typeface="+mn-cs"/>
      </a:defRPr>
    </a:lvl9pPr>
  </p:defaultTextStyle>
  <p:extLst>
    <p:ext uri="{521415D9-36F7-43E2-AB2F-B90AF26B5E84}">
      <p14:sectionLst xmlns:p14="http://schemas.microsoft.com/office/powerpoint/2010/main">
        <p14:section name="WorkshopPLUS - Windows PowerShell: Tool Building" id="{5E650778-C8AC-4573-A306-08A0C1B81EE5}">
          <p14:sldIdLst>
            <p14:sldId id="256"/>
            <p14:sldId id="257"/>
          </p14:sldIdLst>
        </p14:section>
        <p14:section name="Git - Setup" id="{4A87D3EC-2E8C-4697-81FA-94A6B89DA86C}">
          <p14:sldIdLst>
            <p14:sldId id="258"/>
            <p14:sldId id="259"/>
            <p14:sldId id="260"/>
            <p14:sldId id="261"/>
            <p14:sldId id="262"/>
            <p14:sldId id="263"/>
            <p14:sldId id="264"/>
            <p14:sldId id="265"/>
            <p14:sldId id="266"/>
            <p14:sldId id="267"/>
            <p14:sldId id="268"/>
            <p14:sldId id="269"/>
            <p14:sldId id="270"/>
            <p14:sldId id="271"/>
            <p14:sldId id="272"/>
            <p14:sldId id="307"/>
          </p14:sldIdLst>
        </p14:section>
        <p14:section name="Logging into a Git repository" id="{8DDB8A01-265F-413F-AD41-37B1A6C6853C}">
          <p14:sldIdLst>
            <p14:sldId id="273"/>
            <p14:sldId id="274"/>
            <p14:sldId id="275"/>
            <p14:sldId id="276"/>
            <p14:sldId id="277"/>
            <p14:sldId id="278"/>
            <p14:sldId id="279"/>
            <p14:sldId id="280"/>
            <p14:sldId id="281"/>
            <p14:sldId id="282"/>
            <p14:sldId id="283"/>
            <p14:sldId id="284"/>
            <p14:sldId id="285"/>
            <p14:sldId id="286"/>
          </p14:sldIdLst>
        </p14:section>
        <p14:section name="LAB: Git Introduction" id="{86357456-0A99-49FD-82C7-32A36B1F7EA1}">
          <p14:sldIdLst>
            <p14:sldId id="287"/>
            <p14:sldId id="288"/>
          </p14:sldIdLst>
        </p14:section>
        <p14:section name="Git Alternative" id="{6D063798-E1FC-4F54-832D-A482BAA2547A}">
          <p14:sldIdLst>
            <p14:sldId id="294"/>
            <p14:sldId id="289"/>
            <p14:sldId id="290"/>
            <p14:sldId id="291"/>
            <p14:sldId id="292"/>
            <p14:sldId id="293"/>
            <p14:sldId id="295"/>
            <p14:sldId id="296"/>
            <p14:sldId id="308"/>
            <p14:sldId id="309"/>
            <p14:sldId id="310"/>
            <p14:sldId id="297"/>
            <p14:sldId id="312"/>
            <p14:sldId id="299"/>
            <p14:sldId id="298"/>
            <p14:sldId id="300"/>
            <p14:sldId id="301"/>
            <p14:sldId id="302"/>
            <p14:sldId id="303"/>
            <p14:sldId id="304"/>
            <p14:sldId id="311"/>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EC4DA09-A143-8FFA-254E-10C8880A7B10}" name="Saku Uchikawa" initials="SU" userId="Anonymous_Saku Uchikawa" providerId="None"/>
  <p188:author id="{9C54B51B-B11F-3A38-BE84-966141B38A11}" name="Daniele De Angelis" initials="DA" userId="S::dadea@microsoft.com::923242f7-b5ee-4cfe-bd76-24f60a508424" providerId="AD"/>
  <p188:author id="{2EFD172E-C533-0181-99D3-961D485BFB69}" name="Monica Lueder" initials="ML" userId="S-1-5-21-2127521184-1604012920-1887927527-2598260" providerId="AD"/>
  <p188:author id="{DEBB8F46-56C5-6132-2042-26086761F3BD}" name="Kory Thacher" initials="KT" userId="S::korythac@microsoft.com::995eb0f2-f21c-467c-a947-4f8fc26d0f2e" providerId="AD"/>
  <p188:author id="{B3D18764-E50E-DF36-9CE8-061B19BE6AF6}" name="Mary Feil-Jacobs" initials="MFJ" userId="Anonymous_Mary Feil-Jacobs" providerId="None"/>
  <p188:author id="{5713B1A0-5F91-B529-7EE0-8C05B7055D6C}" name="Mark Short" initials="MS" userId="S-1-5-21-2127521184-1604012920-1887927527-228755" providerId="AD"/>
  <p188:author id="{D2F398DB-F53E-861C-B677-A4C4B371B7F8}" name="Mike O'Neill" initials="MO" userId="S::mconeill@microsoft.com::4db8c7d5-0316-4c76-8011-b0536973c37b" providerId="AD"/>
  <p188:author id="{0D3428EF-EBBF-0D99-A3B9-5DDB4A16D187}" name="Tony Radkiewicz" initials="TR" userId="S::anradkie@microsoft.com::9832534a-7e4f-4058-9c41-7f4a5b855c95" providerId="AD"/>
  <p188:author id="{903D06F5-1E01-5A4A-2E05-DDFB59BD23BB}" name="Mary Feil-Jacobs" initials="MF" userId="S-1-5-21-2127521184-1604012920-1887927527-65006"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0" name="Saku Uchikawa" initials="SU" lastIdx="11" clrIdx="0"/>
  <p:cmAuthor id="1" name="Mary Feil-Jacobs" initials="MFJ" lastIdx="43" clrIdx="1"/>
  <p:cmAuthor id="2" name="Monica Lueder" initials="ML" lastIdx="22" clrIdx="2">
    <p:extLst>
      <p:ext uri="{19B8F6BF-5375-455C-9EA6-DF929625EA0E}">
        <p15:presenceInfo xmlns:p15="http://schemas.microsoft.com/office/powerpoint/2012/main" userId="S-1-5-21-2127521184-1604012920-1887927527-2598260" providerId="AD"/>
      </p:ext>
    </p:extLst>
  </p:cmAuthor>
  <p:cmAuthor id="3" name="Mary Feil-Jacobs" initials="MF" lastIdx="22" clrIdx="3">
    <p:extLst>
      <p:ext uri="{19B8F6BF-5375-455C-9EA6-DF929625EA0E}">
        <p15:presenceInfo xmlns:p15="http://schemas.microsoft.com/office/powerpoint/2012/main" userId="S-1-5-21-2127521184-1604012920-1887927527-65006" providerId="AD"/>
      </p:ext>
    </p:extLst>
  </p:cmAuthor>
  <p:cmAuthor id="4" name="Mark Short" initials="MS" lastIdx="3" clrIdx="4">
    <p:extLst>
      <p:ext uri="{19B8F6BF-5375-455C-9EA6-DF929625EA0E}">
        <p15:presenceInfo xmlns:p15="http://schemas.microsoft.com/office/powerpoint/2012/main" userId="S-1-5-21-2127521184-1604012920-1887927527-22875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25252"/>
    <a:srgbClr val="0078D7"/>
    <a:srgbClr val="969696"/>
    <a:srgbClr val="D7D7D7"/>
    <a:srgbClr val="E3008C"/>
    <a:srgbClr val="5C005C"/>
    <a:srgbClr val="603C88"/>
    <a:srgbClr val="32145A"/>
    <a:srgbClr val="B4A0FF"/>
    <a:srgbClr val="5C2D9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80" autoAdjust="0"/>
    <p:restoredTop sz="82438" autoAdjust="0"/>
  </p:normalViewPr>
  <p:slideViewPr>
    <p:cSldViewPr snapToGrid="0">
      <p:cViewPr varScale="1">
        <p:scale>
          <a:sx n="83" d="100"/>
          <a:sy n="83" d="100"/>
        </p:scale>
        <p:origin x="1668" y="300"/>
      </p:cViewPr>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commentAuthors" Target="commentAuthors.xml"/><Relationship Id="rId68"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theme" Target="theme/theme1.xml"/><Relationship Id="rId5" Type="http://schemas.openxmlformats.org/officeDocument/2006/relationships/slide" Target="slides/slide1.xml"/><Relationship Id="rId61" Type="http://schemas.openxmlformats.org/officeDocument/2006/relationships/handoutMaster" Target="handoutMasters/handoutMaster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presProps" Target="presProps.xml"/><Relationship Id="rId69" Type="http://schemas.microsoft.com/office/2018/10/relationships/authors" Target="authors.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tableStyles" Target="tableStyle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tags" Target="tags/tag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notesMaster" Target="notesMasters/notesMaster1.xml"/><Relationship Id="rId65"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iego Ferrari" userId="259a63da-806b-4985-96e0-200cdeaa54a7" providerId="ADAL" clId="{9D2F44EC-17EA-4BDC-A0EB-FFCDC6FDC01D}"/>
    <pc:docChg chg="undo custSel addSld modSld sldOrd addSection modSection">
      <pc:chgData name="Diego Ferrari" userId="259a63da-806b-4985-96e0-200cdeaa54a7" providerId="ADAL" clId="{9D2F44EC-17EA-4BDC-A0EB-FFCDC6FDC01D}" dt="2024-10-10T11:01:13.337" v="335" actId="6549"/>
      <pc:docMkLst>
        <pc:docMk/>
      </pc:docMkLst>
      <pc:sldChg chg="mod modShow">
        <pc:chgData name="Diego Ferrari" userId="259a63da-806b-4985-96e0-200cdeaa54a7" providerId="ADAL" clId="{9D2F44EC-17EA-4BDC-A0EB-FFCDC6FDC01D}" dt="2024-10-10T11:00:18.090" v="333" actId="729"/>
        <pc:sldMkLst>
          <pc:docMk/>
          <pc:sldMk cId="2233136314" sldId="280"/>
        </pc:sldMkLst>
      </pc:sldChg>
      <pc:sldChg chg="mod modShow">
        <pc:chgData name="Diego Ferrari" userId="259a63da-806b-4985-96e0-200cdeaa54a7" providerId="ADAL" clId="{9D2F44EC-17EA-4BDC-A0EB-FFCDC6FDC01D}" dt="2024-10-10T11:00:21.133" v="334" actId="729"/>
        <pc:sldMkLst>
          <pc:docMk/>
          <pc:sldMk cId="1656297310" sldId="281"/>
        </pc:sldMkLst>
      </pc:sldChg>
      <pc:sldChg chg="modNotesTx">
        <pc:chgData name="Diego Ferrari" userId="259a63da-806b-4985-96e0-200cdeaa54a7" providerId="ADAL" clId="{9D2F44EC-17EA-4BDC-A0EB-FFCDC6FDC01D}" dt="2024-10-10T11:01:13.337" v="335" actId="6549"/>
        <pc:sldMkLst>
          <pc:docMk/>
          <pc:sldMk cId="1338338796" sldId="287"/>
        </pc:sldMkLst>
      </pc:sldChg>
      <pc:sldChg chg="addSp delSp modSp add mod ord">
        <pc:chgData name="Diego Ferrari" userId="259a63da-806b-4985-96e0-200cdeaa54a7" providerId="ADAL" clId="{9D2F44EC-17EA-4BDC-A0EB-FFCDC6FDC01D}" dt="2024-10-10T09:37:46.758" v="96" actId="20577"/>
        <pc:sldMkLst>
          <pc:docMk/>
          <pc:sldMk cId="1099472318" sldId="289"/>
        </pc:sldMkLst>
      </pc:sldChg>
      <pc:sldChg chg="modSp add mod">
        <pc:chgData name="Diego Ferrari" userId="259a63da-806b-4985-96e0-200cdeaa54a7" providerId="ADAL" clId="{9D2F44EC-17EA-4BDC-A0EB-FFCDC6FDC01D}" dt="2024-10-10T09:30:54.011" v="38" actId="114"/>
        <pc:sldMkLst>
          <pc:docMk/>
          <pc:sldMk cId="3636456140" sldId="290"/>
        </pc:sldMkLst>
      </pc:sldChg>
      <pc:sldChg chg="modSp add mod">
        <pc:chgData name="Diego Ferrari" userId="259a63da-806b-4985-96e0-200cdeaa54a7" providerId="ADAL" clId="{9D2F44EC-17EA-4BDC-A0EB-FFCDC6FDC01D}" dt="2024-10-10T09:36:04.036" v="66" actId="113"/>
        <pc:sldMkLst>
          <pc:docMk/>
          <pc:sldMk cId="3788022975" sldId="291"/>
        </pc:sldMkLst>
      </pc:sldChg>
      <pc:sldChg chg="modSp add mod">
        <pc:chgData name="Diego Ferrari" userId="259a63da-806b-4985-96e0-200cdeaa54a7" providerId="ADAL" clId="{9D2F44EC-17EA-4BDC-A0EB-FFCDC6FDC01D}" dt="2024-10-10T10:58:27.988" v="331" actId="113"/>
        <pc:sldMkLst>
          <pc:docMk/>
          <pc:sldMk cId="2288032840" sldId="292"/>
        </pc:sldMkLst>
      </pc:sldChg>
      <pc:sldChg chg="modSp add mod">
        <pc:chgData name="Diego Ferrari" userId="259a63da-806b-4985-96e0-200cdeaa54a7" providerId="ADAL" clId="{9D2F44EC-17EA-4BDC-A0EB-FFCDC6FDC01D}" dt="2024-10-10T09:36:22.221" v="70" actId="114"/>
        <pc:sldMkLst>
          <pc:docMk/>
          <pc:sldMk cId="1617035779" sldId="293"/>
        </pc:sldMkLst>
      </pc:sldChg>
      <pc:sldChg chg="add ord">
        <pc:chgData name="Diego Ferrari" userId="259a63da-806b-4985-96e0-200cdeaa54a7" providerId="ADAL" clId="{9D2F44EC-17EA-4BDC-A0EB-FFCDC6FDC01D}" dt="2024-10-10T09:37:33.621" v="80"/>
        <pc:sldMkLst>
          <pc:docMk/>
          <pc:sldMk cId="2936283367" sldId="294"/>
        </pc:sldMkLst>
      </pc:sldChg>
      <pc:sldChg chg="modSp add mod">
        <pc:chgData name="Diego Ferrari" userId="259a63da-806b-4985-96e0-200cdeaa54a7" providerId="ADAL" clId="{9D2F44EC-17EA-4BDC-A0EB-FFCDC6FDC01D}" dt="2024-10-10T09:39:45.371" v="107" actId="114"/>
        <pc:sldMkLst>
          <pc:docMk/>
          <pc:sldMk cId="1151917039" sldId="295"/>
        </pc:sldMkLst>
      </pc:sldChg>
      <pc:sldChg chg="modSp add mod">
        <pc:chgData name="Diego Ferrari" userId="259a63da-806b-4985-96e0-200cdeaa54a7" providerId="ADAL" clId="{9D2F44EC-17EA-4BDC-A0EB-FFCDC6FDC01D}" dt="2024-10-10T10:22:17.425" v="253" actId="108"/>
        <pc:sldMkLst>
          <pc:docMk/>
          <pc:sldMk cId="2024484947" sldId="296"/>
        </pc:sldMkLst>
      </pc:sldChg>
      <pc:sldChg chg="modSp add mod">
        <pc:chgData name="Diego Ferrari" userId="259a63da-806b-4985-96e0-200cdeaa54a7" providerId="ADAL" clId="{9D2F44EC-17EA-4BDC-A0EB-FFCDC6FDC01D}" dt="2024-10-10T09:42:48.983" v="125" actId="114"/>
        <pc:sldMkLst>
          <pc:docMk/>
          <pc:sldMk cId="738756198" sldId="297"/>
        </pc:sldMkLst>
      </pc:sldChg>
      <pc:sldChg chg="modSp add mod">
        <pc:chgData name="Diego Ferrari" userId="259a63da-806b-4985-96e0-200cdeaa54a7" providerId="ADAL" clId="{9D2F44EC-17EA-4BDC-A0EB-FFCDC6FDC01D}" dt="2024-10-10T09:44:15.618" v="134" actId="113"/>
        <pc:sldMkLst>
          <pc:docMk/>
          <pc:sldMk cId="3732052427" sldId="298"/>
        </pc:sldMkLst>
      </pc:sldChg>
      <pc:sldChg chg="modSp add mod">
        <pc:chgData name="Diego Ferrari" userId="259a63da-806b-4985-96e0-200cdeaa54a7" providerId="ADAL" clId="{9D2F44EC-17EA-4BDC-A0EB-FFCDC6FDC01D}" dt="2024-10-10T09:45:51.193" v="156" actId="114"/>
        <pc:sldMkLst>
          <pc:docMk/>
          <pc:sldMk cId="3800055727" sldId="299"/>
        </pc:sldMkLst>
      </pc:sldChg>
      <pc:sldChg chg="modSp add mod">
        <pc:chgData name="Diego Ferrari" userId="259a63da-806b-4985-96e0-200cdeaa54a7" providerId="ADAL" clId="{9D2F44EC-17EA-4BDC-A0EB-FFCDC6FDC01D}" dt="2024-10-10T09:48:07.598" v="169" actId="114"/>
        <pc:sldMkLst>
          <pc:docMk/>
          <pc:sldMk cId="856936888" sldId="300"/>
        </pc:sldMkLst>
      </pc:sldChg>
      <pc:sldChg chg="modSp add mod">
        <pc:chgData name="Diego Ferrari" userId="259a63da-806b-4985-96e0-200cdeaa54a7" providerId="ADAL" clId="{9D2F44EC-17EA-4BDC-A0EB-FFCDC6FDC01D}" dt="2024-10-10T09:51:19.800" v="201" actId="113"/>
        <pc:sldMkLst>
          <pc:docMk/>
          <pc:sldMk cId="204415341" sldId="301"/>
        </pc:sldMkLst>
      </pc:sldChg>
      <pc:sldChg chg="add">
        <pc:chgData name="Diego Ferrari" userId="259a63da-806b-4985-96e0-200cdeaa54a7" providerId="ADAL" clId="{9D2F44EC-17EA-4BDC-A0EB-FFCDC6FDC01D}" dt="2024-10-10T10:20:06.842" v="202" actId="2890"/>
        <pc:sldMkLst>
          <pc:docMk/>
          <pc:sldMk cId="3671217089" sldId="302"/>
        </pc:sldMkLst>
      </pc:sldChg>
      <pc:sldChg chg="modSp add mod">
        <pc:chgData name="Diego Ferrari" userId="259a63da-806b-4985-96e0-200cdeaa54a7" providerId="ADAL" clId="{9D2F44EC-17EA-4BDC-A0EB-FFCDC6FDC01D}" dt="2024-10-10T10:22:41.099" v="256" actId="113"/>
        <pc:sldMkLst>
          <pc:docMk/>
          <pc:sldMk cId="4882257" sldId="303"/>
        </pc:sldMkLst>
      </pc:sldChg>
      <pc:sldChg chg="modSp add mod">
        <pc:chgData name="Diego Ferrari" userId="259a63da-806b-4985-96e0-200cdeaa54a7" providerId="ADAL" clId="{9D2F44EC-17EA-4BDC-A0EB-FFCDC6FDC01D}" dt="2024-10-10T10:25:09.814" v="267" actId="114"/>
        <pc:sldMkLst>
          <pc:docMk/>
          <pc:sldMk cId="2539967675" sldId="304"/>
        </pc:sldMkLst>
      </pc:sldChg>
      <pc:sldChg chg="modSp add mod">
        <pc:chgData name="Diego Ferrari" userId="259a63da-806b-4985-96e0-200cdeaa54a7" providerId="ADAL" clId="{9D2F44EC-17EA-4BDC-A0EB-FFCDC6FDC01D}" dt="2024-10-10T10:26:24.924" v="277" actId="113"/>
        <pc:sldMkLst>
          <pc:docMk/>
          <pc:sldMk cId="2410101098" sldId="305"/>
        </pc:sldMkLst>
      </pc:sldChg>
      <pc:sldChg chg="modSp add mod">
        <pc:chgData name="Diego Ferrari" userId="259a63da-806b-4985-96e0-200cdeaa54a7" providerId="ADAL" clId="{9D2F44EC-17EA-4BDC-A0EB-FFCDC6FDC01D}" dt="2024-10-10T10:27:50.178" v="286" actId="113"/>
        <pc:sldMkLst>
          <pc:docMk/>
          <pc:sldMk cId="772957615" sldId="306"/>
        </pc:sldMkLst>
      </pc:sldChg>
    </pc:docChg>
  </pc:docChgLst>
</pc:chgInfo>
</file>

<file path=ppt/diagrams/_rels/data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bin"/><Relationship Id="rId1" Type="http://schemas.openxmlformats.org/officeDocument/2006/relationships/image" Target="../media/image5.png"/><Relationship Id="rId4" Type="http://schemas.openxmlformats.org/officeDocument/2006/relationships/image" Target="../media/image8.bin"/></Relationships>
</file>

<file path=ppt/diagrams/_rels/data4.xml.rels><?xml version="1.0" encoding="UTF-8" standalone="yes"?>
<Relationships xmlns="http://schemas.openxmlformats.org/package/2006/relationships"><Relationship Id="rId8" Type="http://schemas.openxmlformats.org/officeDocument/2006/relationships/image" Target="../media/image16.bin"/><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bin"/><Relationship Id="rId1" Type="http://schemas.openxmlformats.org/officeDocument/2006/relationships/image" Target="../media/image9.png"/><Relationship Id="rId6" Type="http://schemas.openxmlformats.org/officeDocument/2006/relationships/image" Target="../media/image14.bin"/><Relationship Id="rId5" Type="http://schemas.openxmlformats.org/officeDocument/2006/relationships/image" Target="../media/image13.png"/><Relationship Id="rId4" Type="http://schemas.openxmlformats.org/officeDocument/2006/relationships/image" Target="../media/image12.bin"/></Relationships>
</file>

<file path=ppt/diagrams/_rels/data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bin"/><Relationship Id="rId1" Type="http://schemas.openxmlformats.org/officeDocument/2006/relationships/image" Target="../media/image19.png"/><Relationship Id="rId6" Type="http://schemas.openxmlformats.org/officeDocument/2006/relationships/image" Target="../media/image24.bin"/><Relationship Id="rId5" Type="http://schemas.openxmlformats.org/officeDocument/2006/relationships/image" Target="../media/image23.png"/><Relationship Id="rId4" Type="http://schemas.openxmlformats.org/officeDocument/2006/relationships/image" Target="../media/image22.bin"/></Relationships>
</file>

<file path=ppt/diagrams/_rels/data6.xml.rels><?xml version="1.0" encoding="UTF-8" standalone="yes"?>
<Relationships xmlns="http://schemas.openxmlformats.org/package/2006/relationships"><Relationship Id="rId8" Type="http://schemas.openxmlformats.org/officeDocument/2006/relationships/image" Target="../media/image33.bin"/><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image" Target="../media/image27.bin"/><Relationship Id="rId1" Type="http://schemas.openxmlformats.org/officeDocument/2006/relationships/image" Target="../media/image26.png"/><Relationship Id="rId6" Type="http://schemas.openxmlformats.org/officeDocument/2006/relationships/image" Target="../media/image31.bin"/><Relationship Id="rId5" Type="http://schemas.openxmlformats.org/officeDocument/2006/relationships/image" Target="../media/image30.png"/><Relationship Id="rId4" Type="http://schemas.openxmlformats.org/officeDocument/2006/relationships/image" Target="../media/image29.bin"/></Relationships>
</file>

<file path=ppt/diagrams/_rels/data8.xml.rels><?xml version="1.0" encoding="UTF-8" standalone="yes"?>
<Relationships xmlns="http://schemas.openxmlformats.org/package/2006/relationships"><Relationship Id="rId8" Type="http://schemas.openxmlformats.org/officeDocument/2006/relationships/image" Target="../media/image27.bin"/><Relationship Id="rId3" Type="http://schemas.openxmlformats.org/officeDocument/2006/relationships/image" Target="../media/image38.png"/><Relationship Id="rId7" Type="http://schemas.openxmlformats.org/officeDocument/2006/relationships/image" Target="../media/image26.png"/><Relationship Id="rId2" Type="http://schemas.openxmlformats.org/officeDocument/2006/relationships/image" Target="../media/image37.bin"/><Relationship Id="rId1" Type="http://schemas.openxmlformats.org/officeDocument/2006/relationships/image" Target="../media/image36.png"/><Relationship Id="rId6" Type="http://schemas.openxmlformats.org/officeDocument/2006/relationships/image" Target="../media/image41.bin"/><Relationship Id="rId5" Type="http://schemas.openxmlformats.org/officeDocument/2006/relationships/image" Target="../media/image40.png"/><Relationship Id="rId4" Type="http://schemas.openxmlformats.org/officeDocument/2006/relationships/image" Target="../media/image39.bin"/></Relationships>
</file>

<file path=ppt/diagrams/_rels/data10.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svg"/><Relationship Id="rId1" Type="http://schemas.openxmlformats.org/officeDocument/2006/relationships/image" Target="../media/image51.png"/><Relationship Id="rId6" Type="http://schemas.openxmlformats.org/officeDocument/2006/relationships/image" Target="../media/image56.svg"/><Relationship Id="rId5" Type="http://schemas.openxmlformats.org/officeDocument/2006/relationships/image" Target="../media/image55.png"/><Relationship Id="rId4" Type="http://schemas.openxmlformats.org/officeDocument/2006/relationships/image" Target="../media/image54.svg"/></Relationships>
</file>

<file path=ppt/diagrams/_rels/data11.xml.rels><?xml version="1.0" encoding="UTF-8" standalone="yes"?>
<Relationships xmlns="http://schemas.openxmlformats.org/package/2006/relationships"><Relationship Id="rId8" Type="http://schemas.openxmlformats.org/officeDocument/2006/relationships/image" Target="../media/image64.svg"/><Relationship Id="rId3" Type="http://schemas.openxmlformats.org/officeDocument/2006/relationships/image" Target="../media/image59.png"/><Relationship Id="rId7" Type="http://schemas.openxmlformats.org/officeDocument/2006/relationships/image" Target="../media/image63.png"/><Relationship Id="rId2" Type="http://schemas.openxmlformats.org/officeDocument/2006/relationships/image" Target="../media/image58.svg"/><Relationship Id="rId1" Type="http://schemas.openxmlformats.org/officeDocument/2006/relationships/image" Target="../media/image57.png"/><Relationship Id="rId6" Type="http://schemas.openxmlformats.org/officeDocument/2006/relationships/image" Target="../media/image62.svg"/><Relationship Id="rId5" Type="http://schemas.openxmlformats.org/officeDocument/2006/relationships/image" Target="../media/image61.png"/><Relationship Id="rId4" Type="http://schemas.openxmlformats.org/officeDocument/2006/relationships/image" Target="../media/image60.svg"/></Relationships>
</file>

<file path=ppt/diagrams/_rels/data12.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68.svg"/><Relationship Id="rId1" Type="http://schemas.openxmlformats.org/officeDocument/2006/relationships/image" Target="../media/image67.png"/><Relationship Id="rId6" Type="http://schemas.openxmlformats.org/officeDocument/2006/relationships/image" Target="../media/image58.svg"/><Relationship Id="rId5" Type="http://schemas.openxmlformats.org/officeDocument/2006/relationships/image" Target="../media/image57.png"/><Relationship Id="rId4" Type="http://schemas.openxmlformats.org/officeDocument/2006/relationships/image" Target="../media/image60.svg"/></Relationships>
</file>

<file path=ppt/diagrams/_rels/data13.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0.svg"/><Relationship Id="rId1" Type="http://schemas.openxmlformats.org/officeDocument/2006/relationships/image" Target="../media/image59.png"/><Relationship Id="rId6" Type="http://schemas.openxmlformats.org/officeDocument/2006/relationships/image" Target="../media/image64.svg"/><Relationship Id="rId5" Type="http://schemas.openxmlformats.org/officeDocument/2006/relationships/image" Target="../media/image63.png"/><Relationship Id="rId4" Type="http://schemas.openxmlformats.org/officeDocument/2006/relationships/image" Target="../media/image71.svg"/></Relationships>
</file>

<file path=ppt/diagrams/_rels/data15.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svg"/><Relationship Id="rId1" Type="http://schemas.openxmlformats.org/officeDocument/2006/relationships/image" Target="../media/image59.png"/><Relationship Id="rId6" Type="http://schemas.openxmlformats.org/officeDocument/2006/relationships/image" Target="../media/image72.svg"/><Relationship Id="rId5" Type="http://schemas.openxmlformats.org/officeDocument/2006/relationships/image" Target="../media/image40.png"/><Relationship Id="rId4" Type="http://schemas.openxmlformats.org/officeDocument/2006/relationships/image" Target="../media/image62.svg"/></Relationships>
</file>

<file path=ppt/diagrams/_rels/data16.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74.svg"/><Relationship Id="rId1" Type="http://schemas.openxmlformats.org/officeDocument/2006/relationships/image" Target="../media/image73.png"/><Relationship Id="rId6" Type="http://schemas.openxmlformats.org/officeDocument/2006/relationships/image" Target="../media/image60.svg"/><Relationship Id="rId5" Type="http://schemas.openxmlformats.org/officeDocument/2006/relationships/image" Target="../media/image59.png"/><Relationship Id="rId4" Type="http://schemas.openxmlformats.org/officeDocument/2006/relationships/image" Target="../media/image62.svg"/></Relationships>
</file>

<file path=ppt/diagrams/_rels/drawing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bin"/><Relationship Id="rId1" Type="http://schemas.openxmlformats.org/officeDocument/2006/relationships/image" Target="../media/image5.png"/><Relationship Id="rId4" Type="http://schemas.openxmlformats.org/officeDocument/2006/relationships/image" Target="../media/image8.bin"/></Relationships>
</file>

<file path=ppt/diagrams/_rels/drawing4.xml.rels><?xml version="1.0" encoding="UTF-8" standalone="yes"?>
<Relationships xmlns="http://schemas.openxmlformats.org/package/2006/relationships"><Relationship Id="rId8" Type="http://schemas.openxmlformats.org/officeDocument/2006/relationships/image" Target="../media/image16.bin"/><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bin"/><Relationship Id="rId1" Type="http://schemas.openxmlformats.org/officeDocument/2006/relationships/image" Target="../media/image9.png"/><Relationship Id="rId6" Type="http://schemas.openxmlformats.org/officeDocument/2006/relationships/image" Target="../media/image14.bin"/><Relationship Id="rId5" Type="http://schemas.openxmlformats.org/officeDocument/2006/relationships/image" Target="../media/image13.png"/><Relationship Id="rId4" Type="http://schemas.openxmlformats.org/officeDocument/2006/relationships/image" Target="../media/image12.bin"/></Relationships>
</file>

<file path=ppt/diagrams/_rels/drawing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bin"/><Relationship Id="rId1" Type="http://schemas.openxmlformats.org/officeDocument/2006/relationships/image" Target="../media/image19.png"/><Relationship Id="rId6" Type="http://schemas.openxmlformats.org/officeDocument/2006/relationships/image" Target="../media/image24.bin"/><Relationship Id="rId5" Type="http://schemas.openxmlformats.org/officeDocument/2006/relationships/image" Target="../media/image23.png"/><Relationship Id="rId4" Type="http://schemas.openxmlformats.org/officeDocument/2006/relationships/image" Target="../media/image22.bin"/></Relationships>
</file>

<file path=ppt/diagrams/_rels/drawing6.xml.rels><?xml version="1.0" encoding="UTF-8" standalone="yes"?>
<Relationships xmlns="http://schemas.openxmlformats.org/package/2006/relationships"><Relationship Id="rId8" Type="http://schemas.openxmlformats.org/officeDocument/2006/relationships/image" Target="../media/image33.bin"/><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image" Target="../media/image27.bin"/><Relationship Id="rId1" Type="http://schemas.openxmlformats.org/officeDocument/2006/relationships/image" Target="../media/image26.png"/><Relationship Id="rId6" Type="http://schemas.openxmlformats.org/officeDocument/2006/relationships/image" Target="../media/image31.bin"/><Relationship Id="rId5" Type="http://schemas.openxmlformats.org/officeDocument/2006/relationships/image" Target="../media/image30.png"/><Relationship Id="rId4" Type="http://schemas.openxmlformats.org/officeDocument/2006/relationships/image" Target="../media/image29.bin"/></Relationships>
</file>

<file path=ppt/diagrams/_rels/drawing8.xml.rels><?xml version="1.0" encoding="UTF-8" standalone="yes"?>
<Relationships xmlns="http://schemas.openxmlformats.org/package/2006/relationships"><Relationship Id="rId8" Type="http://schemas.openxmlformats.org/officeDocument/2006/relationships/image" Target="../media/image27.bin"/><Relationship Id="rId3" Type="http://schemas.openxmlformats.org/officeDocument/2006/relationships/image" Target="../media/image38.png"/><Relationship Id="rId7" Type="http://schemas.openxmlformats.org/officeDocument/2006/relationships/image" Target="../media/image26.png"/><Relationship Id="rId2" Type="http://schemas.openxmlformats.org/officeDocument/2006/relationships/image" Target="../media/image37.bin"/><Relationship Id="rId1" Type="http://schemas.openxmlformats.org/officeDocument/2006/relationships/image" Target="../media/image36.png"/><Relationship Id="rId6" Type="http://schemas.openxmlformats.org/officeDocument/2006/relationships/image" Target="../media/image41.bin"/><Relationship Id="rId5" Type="http://schemas.openxmlformats.org/officeDocument/2006/relationships/image" Target="../media/image40.png"/><Relationship Id="rId4" Type="http://schemas.openxmlformats.org/officeDocument/2006/relationships/image" Target="../media/image39.bin"/></Relationships>
</file>

<file path=ppt/diagrams/_rels/drawing10.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svg"/><Relationship Id="rId1" Type="http://schemas.openxmlformats.org/officeDocument/2006/relationships/image" Target="../media/image51.png"/><Relationship Id="rId6" Type="http://schemas.openxmlformats.org/officeDocument/2006/relationships/image" Target="../media/image56.svg"/><Relationship Id="rId5" Type="http://schemas.openxmlformats.org/officeDocument/2006/relationships/image" Target="../media/image55.png"/><Relationship Id="rId4" Type="http://schemas.openxmlformats.org/officeDocument/2006/relationships/image" Target="../media/image54.svg"/></Relationships>
</file>

<file path=ppt/diagrams/_rels/drawing11.xml.rels><?xml version="1.0" encoding="UTF-8" standalone="yes"?>
<Relationships xmlns="http://schemas.openxmlformats.org/package/2006/relationships"><Relationship Id="rId8" Type="http://schemas.openxmlformats.org/officeDocument/2006/relationships/image" Target="../media/image64.svg"/><Relationship Id="rId3" Type="http://schemas.openxmlformats.org/officeDocument/2006/relationships/image" Target="../media/image59.png"/><Relationship Id="rId7" Type="http://schemas.openxmlformats.org/officeDocument/2006/relationships/image" Target="../media/image63.png"/><Relationship Id="rId2" Type="http://schemas.openxmlformats.org/officeDocument/2006/relationships/image" Target="../media/image58.svg"/><Relationship Id="rId1" Type="http://schemas.openxmlformats.org/officeDocument/2006/relationships/image" Target="../media/image57.png"/><Relationship Id="rId6" Type="http://schemas.openxmlformats.org/officeDocument/2006/relationships/image" Target="../media/image62.svg"/><Relationship Id="rId5" Type="http://schemas.openxmlformats.org/officeDocument/2006/relationships/image" Target="../media/image61.png"/><Relationship Id="rId4" Type="http://schemas.openxmlformats.org/officeDocument/2006/relationships/image" Target="../media/image60.svg"/></Relationships>
</file>

<file path=ppt/diagrams/_rels/drawing12.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68.svg"/><Relationship Id="rId1" Type="http://schemas.openxmlformats.org/officeDocument/2006/relationships/image" Target="../media/image67.png"/><Relationship Id="rId6" Type="http://schemas.openxmlformats.org/officeDocument/2006/relationships/image" Target="../media/image58.svg"/><Relationship Id="rId5" Type="http://schemas.openxmlformats.org/officeDocument/2006/relationships/image" Target="../media/image57.png"/><Relationship Id="rId4" Type="http://schemas.openxmlformats.org/officeDocument/2006/relationships/image" Target="../media/image60.svg"/></Relationships>
</file>

<file path=ppt/diagrams/_rels/drawing13.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0.svg"/><Relationship Id="rId1" Type="http://schemas.openxmlformats.org/officeDocument/2006/relationships/image" Target="../media/image59.png"/><Relationship Id="rId6" Type="http://schemas.openxmlformats.org/officeDocument/2006/relationships/image" Target="../media/image64.svg"/><Relationship Id="rId5" Type="http://schemas.openxmlformats.org/officeDocument/2006/relationships/image" Target="../media/image63.png"/><Relationship Id="rId4" Type="http://schemas.openxmlformats.org/officeDocument/2006/relationships/image" Target="../media/image71.svg"/></Relationships>
</file>

<file path=ppt/diagrams/_rels/drawing15.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svg"/><Relationship Id="rId1" Type="http://schemas.openxmlformats.org/officeDocument/2006/relationships/image" Target="../media/image59.png"/><Relationship Id="rId6" Type="http://schemas.openxmlformats.org/officeDocument/2006/relationships/image" Target="../media/image72.svg"/><Relationship Id="rId5" Type="http://schemas.openxmlformats.org/officeDocument/2006/relationships/image" Target="../media/image40.png"/><Relationship Id="rId4" Type="http://schemas.openxmlformats.org/officeDocument/2006/relationships/image" Target="../media/image62.svg"/></Relationships>
</file>

<file path=ppt/diagrams/_rels/drawing16.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74.svg"/><Relationship Id="rId1" Type="http://schemas.openxmlformats.org/officeDocument/2006/relationships/image" Target="../media/image73.png"/><Relationship Id="rId6" Type="http://schemas.openxmlformats.org/officeDocument/2006/relationships/image" Target="../media/image60.svg"/><Relationship Id="rId5" Type="http://schemas.openxmlformats.org/officeDocument/2006/relationships/image" Target="../media/image59.png"/><Relationship Id="rId4" Type="http://schemas.openxmlformats.org/officeDocument/2006/relationships/image" Target="../media/image62.sv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48016CF-A758-4296-A2D3-6B4BE0365A33}" type="doc">
      <dgm:prSet loTypeId="urn:microsoft.com/office/officeart/2005/8/layout/default" loCatId="list" qsTypeId="urn:microsoft.com/office/officeart/2005/8/quickstyle/simple4" qsCatId="simple" csTypeId="urn:microsoft.com/office/officeart/2005/8/colors/colorful2" csCatId="colorful"/>
      <dgm:spPr/>
      <dgm:t>
        <a:bodyPr/>
        <a:lstStyle/>
        <a:p>
          <a:endParaRPr lang="en-US"/>
        </a:p>
      </dgm:t>
    </dgm:pt>
    <dgm:pt modelId="{66AD95FC-791B-4CC0-AF33-A4AD0CB311FA}">
      <dgm:prSet/>
      <dgm:spPr/>
      <dgm:t>
        <a:bodyPr/>
        <a:lstStyle/>
        <a:p>
          <a:r>
            <a:rPr lang="en-US" baseline="0"/>
            <a:t>Version control of scripts, files, applications, etc.</a:t>
          </a:r>
          <a:endParaRPr lang="en-US"/>
        </a:p>
      </dgm:t>
    </dgm:pt>
    <dgm:pt modelId="{D940151B-1DDD-483D-A7A5-5630CFDFACE0}" type="parTrans" cxnId="{7DD01EAD-48E9-49CD-8E22-E63EE97BB8FC}">
      <dgm:prSet/>
      <dgm:spPr/>
      <dgm:t>
        <a:bodyPr/>
        <a:lstStyle/>
        <a:p>
          <a:endParaRPr lang="en-US"/>
        </a:p>
      </dgm:t>
    </dgm:pt>
    <dgm:pt modelId="{D7E36A39-F9C1-4405-B547-550A6E1933AC}" type="sibTrans" cxnId="{7DD01EAD-48E9-49CD-8E22-E63EE97BB8FC}">
      <dgm:prSet/>
      <dgm:spPr/>
      <dgm:t>
        <a:bodyPr/>
        <a:lstStyle/>
        <a:p>
          <a:endParaRPr lang="en-US"/>
        </a:p>
      </dgm:t>
    </dgm:pt>
    <dgm:pt modelId="{7B95DBB1-B137-4A74-BFC4-9D9D8BB3978F}">
      <dgm:prSet/>
      <dgm:spPr/>
      <dgm:t>
        <a:bodyPr/>
        <a:lstStyle/>
        <a:p>
          <a:r>
            <a:rPr lang="en-US" baseline="0"/>
            <a:t>Records changes to a file or set of files over time</a:t>
          </a:r>
          <a:endParaRPr lang="en-US"/>
        </a:p>
      </dgm:t>
    </dgm:pt>
    <dgm:pt modelId="{D9E64B39-EA84-4F50-8630-F0D92B047A2E}" type="parTrans" cxnId="{FD7C2266-D29D-418C-80B3-1CA235B1F425}">
      <dgm:prSet/>
      <dgm:spPr/>
      <dgm:t>
        <a:bodyPr/>
        <a:lstStyle/>
        <a:p>
          <a:endParaRPr lang="en-US"/>
        </a:p>
      </dgm:t>
    </dgm:pt>
    <dgm:pt modelId="{CF072310-B479-402F-A130-732EB37D1BAC}" type="sibTrans" cxnId="{FD7C2266-D29D-418C-80B3-1CA235B1F425}">
      <dgm:prSet/>
      <dgm:spPr/>
      <dgm:t>
        <a:bodyPr/>
        <a:lstStyle/>
        <a:p>
          <a:endParaRPr lang="en-US"/>
        </a:p>
      </dgm:t>
    </dgm:pt>
    <dgm:pt modelId="{85A24F62-77C0-4382-9E9E-B808EA85B16D}">
      <dgm:prSet/>
      <dgm:spPr/>
      <dgm:t>
        <a:bodyPr/>
        <a:lstStyle/>
        <a:p>
          <a:r>
            <a:rPr lang="en-US" baseline="0"/>
            <a:t>Allows file / project versioning</a:t>
          </a:r>
          <a:endParaRPr lang="en-US"/>
        </a:p>
      </dgm:t>
    </dgm:pt>
    <dgm:pt modelId="{CEBF38B6-CC41-4B74-8398-8F05566B5A8F}" type="parTrans" cxnId="{0A4CAEA5-DC40-44B7-87D6-F614F28CCEC5}">
      <dgm:prSet/>
      <dgm:spPr/>
      <dgm:t>
        <a:bodyPr/>
        <a:lstStyle/>
        <a:p>
          <a:endParaRPr lang="en-US"/>
        </a:p>
      </dgm:t>
    </dgm:pt>
    <dgm:pt modelId="{DA1ACF7F-2D9E-46CB-BEAC-87361950B04A}" type="sibTrans" cxnId="{0A4CAEA5-DC40-44B7-87D6-F614F28CCEC5}">
      <dgm:prSet/>
      <dgm:spPr/>
      <dgm:t>
        <a:bodyPr/>
        <a:lstStyle/>
        <a:p>
          <a:endParaRPr lang="en-US"/>
        </a:p>
      </dgm:t>
    </dgm:pt>
    <dgm:pt modelId="{E62C6D46-BE07-4BF1-A29B-FF16AEAAB9B1}">
      <dgm:prSet/>
      <dgm:spPr/>
      <dgm:t>
        <a:bodyPr/>
        <a:lstStyle/>
        <a:p>
          <a:r>
            <a:rPr lang="en-US" baseline="0"/>
            <a:t>Local or centralized</a:t>
          </a:r>
          <a:endParaRPr lang="en-US"/>
        </a:p>
      </dgm:t>
    </dgm:pt>
    <dgm:pt modelId="{7E36F500-087C-47D8-8B8B-03708FE31EF0}" type="parTrans" cxnId="{D71D94EE-256F-4EC1-995B-ACECB7EF2BFA}">
      <dgm:prSet/>
      <dgm:spPr/>
      <dgm:t>
        <a:bodyPr/>
        <a:lstStyle/>
        <a:p>
          <a:endParaRPr lang="en-US"/>
        </a:p>
      </dgm:t>
    </dgm:pt>
    <dgm:pt modelId="{6B6C6BA2-7059-4468-A21F-C0F353737609}" type="sibTrans" cxnId="{D71D94EE-256F-4EC1-995B-ACECB7EF2BFA}">
      <dgm:prSet/>
      <dgm:spPr/>
      <dgm:t>
        <a:bodyPr/>
        <a:lstStyle/>
        <a:p>
          <a:endParaRPr lang="en-US"/>
        </a:p>
      </dgm:t>
    </dgm:pt>
    <dgm:pt modelId="{7D62F302-A46D-43C8-9245-4B9DBA0CC2B9}">
      <dgm:prSet/>
      <dgm:spPr/>
      <dgm:t>
        <a:bodyPr/>
        <a:lstStyle/>
        <a:p>
          <a:r>
            <a:rPr lang="en-US" baseline="0"/>
            <a:t>Distributed version control change repository option</a:t>
          </a:r>
          <a:endParaRPr lang="en-US"/>
        </a:p>
      </dgm:t>
    </dgm:pt>
    <dgm:pt modelId="{659EDD9B-5FA7-4929-8232-58F8A85D2E5D}" type="parTrans" cxnId="{D78495F8-0B40-4BE9-872B-A6B9617F628A}">
      <dgm:prSet/>
      <dgm:spPr/>
      <dgm:t>
        <a:bodyPr/>
        <a:lstStyle/>
        <a:p>
          <a:endParaRPr lang="en-US"/>
        </a:p>
      </dgm:t>
    </dgm:pt>
    <dgm:pt modelId="{31FF72DF-474C-446D-A7A6-135EB5471DCE}" type="sibTrans" cxnId="{D78495F8-0B40-4BE9-872B-A6B9617F628A}">
      <dgm:prSet/>
      <dgm:spPr/>
      <dgm:t>
        <a:bodyPr/>
        <a:lstStyle/>
        <a:p>
          <a:endParaRPr lang="en-US"/>
        </a:p>
      </dgm:t>
    </dgm:pt>
    <dgm:pt modelId="{4B162CC7-C9A1-4CC1-A3B2-E85C007B4F7E}">
      <dgm:prSet/>
      <dgm:spPr/>
      <dgm:t>
        <a:bodyPr/>
        <a:lstStyle/>
        <a:p>
          <a:r>
            <a:rPr lang="en-US" baseline="0"/>
            <a:t>Easily swap versions</a:t>
          </a:r>
          <a:endParaRPr lang="en-US"/>
        </a:p>
      </dgm:t>
    </dgm:pt>
    <dgm:pt modelId="{DF8EC03D-9457-4710-815D-84A59C050917}" type="parTrans" cxnId="{5D216102-3F3C-4F1C-9ADE-75892617177B}">
      <dgm:prSet/>
      <dgm:spPr/>
      <dgm:t>
        <a:bodyPr/>
        <a:lstStyle/>
        <a:p>
          <a:endParaRPr lang="en-US"/>
        </a:p>
      </dgm:t>
    </dgm:pt>
    <dgm:pt modelId="{8B492D34-E61B-4323-9D33-9F660EC5E8CA}" type="sibTrans" cxnId="{5D216102-3F3C-4F1C-9ADE-75892617177B}">
      <dgm:prSet/>
      <dgm:spPr/>
      <dgm:t>
        <a:bodyPr/>
        <a:lstStyle/>
        <a:p>
          <a:endParaRPr lang="en-US"/>
        </a:p>
      </dgm:t>
    </dgm:pt>
    <dgm:pt modelId="{65490F09-7BD1-4468-A383-7E4E8C186571}">
      <dgm:prSet/>
      <dgm:spPr/>
      <dgm:t>
        <a:bodyPr/>
        <a:lstStyle/>
        <a:p>
          <a:r>
            <a:rPr lang="en-US" baseline="0"/>
            <a:t>Ideal for teams</a:t>
          </a:r>
          <a:endParaRPr lang="en-US"/>
        </a:p>
      </dgm:t>
    </dgm:pt>
    <dgm:pt modelId="{B1102D7A-661F-4895-9073-0C519CBB92DD}" type="parTrans" cxnId="{634C4EAF-EABF-48A4-987D-745F0F9C3DE0}">
      <dgm:prSet/>
      <dgm:spPr/>
      <dgm:t>
        <a:bodyPr/>
        <a:lstStyle/>
        <a:p>
          <a:endParaRPr lang="en-US"/>
        </a:p>
      </dgm:t>
    </dgm:pt>
    <dgm:pt modelId="{FE6D8277-2913-45BA-B029-8AFB50140EB9}" type="sibTrans" cxnId="{634C4EAF-EABF-48A4-987D-745F0F9C3DE0}">
      <dgm:prSet/>
      <dgm:spPr/>
      <dgm:t>
        <a:bodyPr/>
        <a:lstStyle/>
        <a:p>
          <a:endParaRPr lang="en-US"/>
        </a:p>
      </dgm:t>
    </dgm:pt>
    <dgm:pt modelId="{69B6ED7D-21B4-45AC-882D-FD9ED7658C44}">
      <dgm:prSet/>
      <dgm:spPr/>
      <dgm:t>
        <a:bodyPr/>
        <a:lstStyle/>
        <a:p>
          <a:r>
            <a:rPr lang="en-US" baseline="0"/>
            <a:t>Undo changes</a:t>
          </a:r>
          <a:endParaRPr lang="en-US"/>
        </a:p>
      </dgm:t>
    </dgm:pt>
    <dgm:pt modelId="{61B68754-D754-4518-9EF9-7DB0B62B9E36}" type="parTrans" cxnId="{4270A164-3EA7-43CF-A555-2245D004DA15}">
      <dgm:prSet/>
      <dgm:spPr/>
      <dgm:t>
        <a:bodyPr/>
        <a:lstStyle/>
        <a:p>
          <a:endParaRPr lang="en-US"/>
        </a:p>
      </dgm:t>
    </dgm:pt>
    <dgm:pt modelId="{9EDE8A2D-2EFC-492E-ACFE-4AAC569F8DF4}" type="sibTrans" cxnId="{4270A164-3EA7-43CF-A555-2245D004DA15}">
      <dgm:prSet/>
      <dgm:spPr/>
      <dgm:t>
        <a:bodyPr/>
        <a:lstStyle/>
        <a:p>
          <a:endParaRPr lang="en-US"/>
        </a:p>
      </dgm:t>
    </dgm:pt>
    <dgm:pt modelId="{2F4AA6AD-2729-4773-B146-3BF5C0AFA0E1}">
      <dgm:prSet/>
      <dgm:spPr/>
      <dgm:t>
        <a:bodyPr/>
        <a:lstStyle/>
        <a:p>
          <a:r>
            <a:rPr lang="en-US" baseline="0"/>
            <a:t>Stored on each machine</a:t>
          </a:r>
          <a:endParaRPr lang="en-US"/>
        </a:p>
      </dgm:t>
    </dgm:pt>
    <dgm:pt modelId="{F4110803-E536-4826-A534-D7E204D563AD}" type="parTrans" cxnId="{C4860C70-87E5-46D0-A516-A6799D2ECA76}">
      <dgm:prSet/>
      <dgm:spPr/>
      <dgm:t>
        <a:bodyPr/>
        <a:lstStyle/>
        <a:p>
          <a:endParaRPr lang="en-US"/>
        </a:p>
      </dgm:t>
    </dgm:pt>
    <dgm:pt modelId="{F149EF1F-0B97-4E89-8F91-EA42668F812C}" type="sibTrans" cxnId="{C4860C70-87E5-46D0-A516-A6799D2ECA76}">
      <dgm:prSet/>
      <dgm:spPr/>
      <dgm:t>
        <a:bodyPr/>
        <a:lstStyle/>
        <a:p>
          <a:endParaRPr lang="en-US"/>
        </a:p>
      </dgm:t>
    </dgm:pt>
    <dgm:pt modelId="{EECF3E0C-FA28-497E-9C7D-7EBE7E3E8C8F}" type="pres">
      <dgm:prSet presAssocID="{348016CF-A758-4296-A2D3-6B4BE0365A33}" presName="diagram" presStyleCnt="0">
        <dgm:presLayoutVars>
          <dgm:dir/>
          <dgm:resizeHandles val="exact"/>
        </dgm:presLayoutVars>
      </dgm:prSet>
      <dgm:spPr/>
    </dgm:pt>
    <dgm:pt modelId="{9C7CD270-4433-4CF9-806D-19F9166AB4B0}" type="pres">
      <dgm:prSet presAssocID="{66AD95FC-791B-4CC0-AF33-A4AD0CB311FA}" presName="node" presStyleLbl="node1" presStyleIdx="0" presStyleCnt="9">
        <dgm:presLayoutVars>
          <dgm:bulletEnabled val="1"/>
        </dgm:presLayoutVars>
      </dgm:prSet>
      <dgm:spPr/>
    </dgm:pt>
    <dgm:pt modelId="{CFDA477C-2E87-4CEF-A0DA-170D2552C68F}" type="pres">
      <dgm:prSet presAssocID="{D7E36A39-F9C1-4405-B547-550A6E1933AC}" presName="sibTrans" presStyleCnt="0"/>
      <dgm:spPr/>
    </dgm:pt>
    <dgm:pt modelId="{A6E7FDA6-F1D0-432C-BBB6-A5EB6AE32BA7}" type="pres">
      <dgm:prSet presAssocID="{7B95DBB1-B137-4A74-BFC4-9D9D8BB3978F}" presName="node" presStyleLbl="node1" presStyleIdx="1" presStyleCnt="9">
        <dgm:presLayoutVars>
          <dgm:bulletEnabled val="1"/>
        </dgm:presLayoutVars>
      </dgm:prSet>
      <dgm:spPr/>
    </dgm:pt>
    <dgm:pt modelId="{F6272446-DB2B-4554-BC0E-5252757DD444}" type="pres">
      <dgm:prSet presAssocID="{CF072310-B479-402F-A130-732EB37D1BAC}" presName="sibTrans" presStyleCnt="0"/>
      <dgm:spPr/>
    </dgm:pt>
    <dgm:pt modelId="{3C5F0AB1-0191-4931-9A79-134EC762FB8E}" type="pres">
      <dgm:prSet presAssocID="{85A24F62-77C0-4382-9E9E-B808EA85B16D}" presName="node" presStyleLbl="node1" presStyleIdx="2" presStyleCnt="9">
        <dgm:presLayoutVars>
          <dgm:bulletEnabled val="1"/>
        </dgm:presLayoutVars>
      </dgm:prSet>
      <dgm:spPr/>
    </dgm:pt>
    <dgm:pt modelId="{52175C6F-1F1C-4008-9B3E-78AE48C9F6F4}" type="pres">
      <dgm:prSet presAssocID="{DA1ACF7F-2D9E-46CB-BEAC-87361950B04A}" presName="sibTrans" presStyleCnt="0"/>
      <dgm:spPr/>
    </dgm:pt>
    <dgm:pt modelId="{2830B0F6-31CF-40F4-956C-61FB6C750A86}" type="pres">
      <dgm:prSet presAssocID="{E62C6D46-BE07-4BF1-A29B-FF16AEAAB9B1}" presName="node" presStyleLbl="node1" presStyleIdx="3" presStyleCnt="9">
        <dgm:presLayoutVars>
          <dgm:bulletEnabled val="1"/>
        </dgm:presLayoutVars>
      </dgm:prSet>
      <dgm:spPr/>
    </dgm:pt>
    <dgm:pt modelId="{B5EA098D-4C7D-4C07-A485-D65D4BE2FB31}" type="pres">
      <dgm:prSet presAssocID="{6B6C6BA2-7059-4468-A21F-C0F353737609}" presName="sibTrans" presStyleCnt="0"/>
      <dgm:spPr/>
    </dgm:pt>
    <dgm:pt modelId="{B8186457-F44D-4117-96EC-C38C43255AFC}" type="pres">
      <dgm:prSet presAssocID="{7D62F302-A46D-43C8-9245-4B9DBA0CC2B9}" presName="node" presStyleLbl="node1" presStyleIdx="4" presStyleCnt="9">
        <dgm:presLayoutVars>
          <dgm:bulletEnabled val="1"/>
        </dgm:presLayoutVars>
      </dgm:prSet>
      <dgm:spPr/>
    </dgm:pt>
    <dgm:pt modelId="{F332E312-09AE-4ACB-8C9B-8C19BE4A8C0D}" type="pres">
      <dgm:prSet presAssocID="{31FF72DF-474C-446D-A7A6-135EB5471DCE}" presName="sibTrans" presStyleCnt="0"/>
      <dgm:spPr/>
    </dgm:pt>
    <dgm:pt modelId="{D8B52EEC-023B-4087-B902-C27D6E4E6F8D}" type="pres">
      <dgm:prSet presAssocID="{4B162CC7-C9A1-4CC1-A3B2-E85C007B4F7E}" presName="node" presStyleLbl="node1" presStyleIdx="5" presStyleCnt="9">
        <dgm:presLayoutVars>
          <dgm:bulletEnabled val="1"/>
        </dgm:presLayoutVars>
      </dgm:prSet>
      <dgm:spPr/>
    </dgm:pt>
    <dgm:pt modelId="{7ED3B350-6336-436A-96AD-287479591D42}" type="pres">
      <dgm:prSet presAssocID="{8B492D34-E61B-4323-9D33-9F660EC5E8CA}" presName="sibTrans" presStyleCnt="0"/>
      <dgm:spPr/>
    </dgm:pt>
    <dgm:pt modelId="{AE7618BB-F914-4516-8277-9A1287901F83}" type="pres">
      <dgm:prSet presAssocID="{65490F09-7BD1-4468-A383-7E4E8C186571}" presName="node" presStyleLbl="node1" presStyleIdx="6" presStyleCnt="9">
        <dgm:presLayoutVars>
          <dgm:bulletEnabled val="1"/>
        </dgm:presLayoutVars>
      </dgm:prSet>
      <dgm:spPr/>
    </dgm:pt>
    <dgm:pt modelId="{1EFF97C1-A24B-4077-88FF-88EFDF6EC6EB}" type="pres">
      <dgm:prSet presAssocID="{FE6D8277-2913-45BA-B029-8AFB50140EB9}" presName="sibTrans" presStyleCnt="0"/>
      <dgm:spPr/>
    </dgm:pt>
    <dgm:pt modelId="{434D329E-1D49-4608-B7DA-6CA7113F1377}" type="pres">
      <dgm:prSet presAssocID="{69B6ED7D-21B4-45AC-882D-FD9ED7658C44}" presName="node" presStyleLbl="node1" presStyleIdx="7" presStyleCnt="9">
        <dgm:presLayoutVars>
          <dgm:bulletEnabled val="1"/>
        </dgm:presLayoutVars>
      </dgm:prSet>
      <dgm:spPr/>
    </dgm:pt>
    <dgm:pt modelId="{CDB8707E-53D9-44D7-B2C7-031EBA149A9C}" type="pres">
      <dgm:prSet presAssocID="{9EDE8A2D-2EFC-492E-ACFE-4AAC569F8DF4}" presName="sibTrans" presStyleCnt="0"/>
      <dgm:spPr/>
    </dgm:pt>
    <dgm:pt modelId="{92EAE535-0C08-41E6-BDB3-FCA389471929}" type="pres">
      <dgm:prSet presAssocID="{2F4AA6AD-2729-4773-B146-3BF5C0AFA0E1}" presName="node" presStyleLbl="node1" presStyleIdx="8" presStyleCnt="9">
        <dgm:presLayoutVars>
          <dgm:bulletEnabled val="1"/>
        </dgm:presLayoutVars>
      </dgm:prSet>
      <dgm:spPr/>
    </dgm:pt>
  </dgm:ptLst>
  <dgm:cxnLst>
    <dgm:cxn modelId="{5E7A0901-FC1A-48F1-8121-0382EF3B0159}" type="presOf" srcId="{69B6ED7D-21B4-45AC-882D-FD9ED7658C44}" destId="{434D329E-1D49-4608-B7DA-6CA7113F1377}" srcOrd="0" destOrd="0" presId="urn:microsoft.com/office/officeart/2005/8/layout/default"/>
    <dgm:cxn modelId="{5D216102-3F3C-4F1C-9ADE-75892617177B}" srcId="{348016CF-A758-4296-A2D3-6B4BE0365A33}" destId="{4B162CC7-C9A1-4CC1-A3B2-E85C007B4F7E}" srcOrd="5" destOrd="0" parTransId="{DF8EC03D-9457-4710-815D-84A59C050917}" sibTransId="{8B492D34-E61B-4323-9D33-9F660EC5E8CA}"/>
    <dgm:cxn modelId="{52881935-0E38-487D-916C-5523A1877713}" type="presOf" srcId="{66AD95FC-791B-4CC0-AF33-A4AD0CB311FA}" destId="{9C7CD270-4433-4CF9-806D-19F9166AB4B0}" srcOrd="0" destOrd="0" presId="urn:microsoft.com/office/officeart/2005/8/layout/default"/>
    <dgm:cxn modelId="{4270A164-3EA7-43CF-A555-2245D004DA15}" srcId="{348016CF-A758-4296-A2D3-6B4BE0365A33}" destId="{69B6ED7D-21B4-45AC-882D-FD9ED7658C44}" srcOrd="7" destOrd="0" parTransId="{61B68754-D754-4518-9EF9-7DB0B62B9E36}" sibTransId="{9EDE8A2D-2EFC-492E-ACFE-4AAC569F8DF4}"/>
    <dgm:cxn modelId="{FD7C2266-D29D-418C-80B3-1CA235B1F425}" srcId="{348016CF-A758-4296-A2D3-6B4BE0365A33}" destId="{7B95DBB1-B137-4A74-BFC4-9D9D8BB3978F}" srcOrd="1" destOrd="0" parTransId="{D9E64B39-EA84-4F50-8630-F0D92B047A2E}" sibTransId="{CF072310-B479-402F-A130-732EB37D1BAC}"/>
    <dgm:cxn modelId="{7C991E6B-1ED3-41F2-9F5B-578D3F1B8F61}" type="presOf" srcId="{348016CF-A758-4296-A2D3-6B4BE0365A33}" destId="{EECF3E0C-FA28-497E-9C7D-7EBE7E3E8C8F}" srcOrd="0" destOrd="0" presId="urn:microsoft.com/office/officeart/2005/8/layout/default"/>
    <dgm:cxn modelId="{C4860C70-87E5-46D0-A516-A6799D2ECA76}" srcId="{348016CF-A758-4296-A2D3-6B4BE0365A33}" destId="{2F4AA6AD-2729-4773-B146-3BF5C0AFA0E1}" srcOrd="8" destOrd="0" parTransId="{F4110803-E536-4826-A534-D7E204D563AD}" sibTransId="{F149EF1F-0B97-4E89-8F91-EA42668F812C}"/>
    <dgm:cxn modelId="{226A4372-AC1A-4356-AEF3-BF7076E9FD8C}" type="presOf" srcId="{65490F09-7BD1-4468-A383-7E4E8C186571}" destId="{AE7618BB-F914-4516-8277-9A1287901F83}" srcOrd="0" destOrd="0" presId="urn:microsoft.com/office/officeart/2005/8/layout/default"/>
    <dgm:cxn modelId="{EAE21957-6BF9-4986-9FD5-82D35D3D44DB}" type="presOf" srcId="{E62C6D46-BE07-4BF1-A29B-FF16AEAAB9B1}" destId="{2830B0F6-31CF-40F4-956C-61FB6C750A86}" srcOrd="0" destOrd="0" presId="urn:microsoft.com/office/officeart/2005/8/layout/default"/>
    <dgm:cxn modelId="{58912B7B-FB95-44EA-99B2-140A5932388B}" type="presOf" srcId="{2F4AA6AD-2729-4773-B146-3BF5C0AFA0E1}" destId="{92EAE535-0C08-41E6-BDB3-FCA389471929}" srcOrd="0" destOrd="0" presId="urn:microsoft.com/office/officeart/2005/8/layout/default"/>
    <dgm:cxn modelId="{79C9908B-F342-4AD1-8F50-CCBF983192D2}" type="presOf" srcId="{7B95DBB1-B137-4A74-BFC4-9D9D8BB3978F}" destId="{A6E7FDA6-F1D0-432C-BBB6-A5EB6AE32BA7}" srcOrd="0" destOrd="0" presId="urn:microsoft.com/office/officeart/2005/8/layout/default"/>
    <dgm:cxn modelId="{059C8F8E-3F05-4AEB-BED1-52409819F153}" type="presOf" srcId="{4B162CC7-C9A1-4CC1-A3B2-E85C007B4F7E}" destId="{D8B52EEC-023B-4087-B902-C27D6E4E6F8D}" srcOrd="0" destOrd="0" presId="urn:microsoft.com/office/officeart/2005/8/layout/default"/>
    <dgm:cxn modelId="{3E4A91A1-AD7B-43DA-B996-FE061986912C}" type="presOf" srcId="{85A24F62-77C0-4382-9E9E-B808EA85B16D}" destId="{3C5F0AB1-0191-4931-9A79-134EC762FB8E}" srcOrd="0" destOrd="0" presId="urn:microsoft.com/office/officeart/2005/8/layout/default"/>
    <dgm:cxn modelId="{0A4CAEA5-DC40-44B7-87D6-F614F28CCEC5}" srcId="{348016CF-A758-4296-A2D3-6B4BE0365A33}" destId="{85A24F62-77C0-4382-9E9E-B808EA85B16D}" srcOrd="2" destOrd="0" parTransId="{CEBF38B6-CC41-4B74-8398-8F05566B5A8F}" sibTransId="{DA1ACF7F-2D9E-46CB-BEAC-87361950B04A}"/>
    <dgm:cxn modelId="{7DD01EAD-48E9-49CD-8E22-E63EE97BB8FC}" srcId="{348016CF-A758-4296-A2D3-6B4BE0365A33}" destId="{66AD95FC-791B-4CC0-AF33-A4AD0CB311FA}" srcOrd="0" destOrd="0" parTransId="{D940151B-1DDD-483D-A7A5-5630CFDFACE0}" sibTransId="{D7E36A39-F9C1-4405-B547-550A6E1933AC}"/>
    <dgm:cxn modelId="{634C4EAF-EABF-48A4-987D-745F0F9C3DE0}" srcId="{348016CF-A758-4296-A2D3-6B4BE0365A33}" destId="{65490F09-7BD1-4468-A383-7E4E8C186571}" srcOrd="6" destOrd="0" parTransId="{B1102D7A-661F-4895-9073-0C519CBB92DD}" sibTransId="{FE6D8277-2913-45BA-B029-8AFB50140EB9}"/>
    <dgm:cxn modelId="{C60B7EE8-6568-4FBB-9D2E-9FF490F53E54}" type="presOf" srcId="{7D62F302-A46D-43C8-9245-4B9DBA0CC2B9}" destId="{B8186457-F44D-4117-96EC-C38C43255AFC}" srcOrd="0" destOrd="0" presId="urn:microsoft.com/office/officeart/2005/8/layout/default"/>
    <dgm:cxn modelId="{D71D94EE-256F-4EC1-995B-ACECB7EF2BFA}" srcId="{348016CF-A758-4296-A2D3-6B4BE0365A33}" destId="{E62C6D46-BE07-4BF1-A29B-FF16AEAAB9B1}" srcOrd="3" destOrd="0" parTransId="{7E36F500-087C-47D8-8B8B-03708FE31EF0}" sibTransId="{6B6C6BA2-7059-4468-A21F-C0F353737609}"/>
    <dgm:cxn modelId="{D78495F8-0B40-4BE9-872B-A6B9617F628A}" srcId="{348016CF-A758-4296-A2D3-6B4BE0365A33}" destId="{7D62F302-A46D-43C8-9245-4B9DBA0CC2B9}" srcOrd="4" destOrd="0" parTransId="{659EDD9B-5FA7-4929-8232-58F8A85D2E5D}" sibTransId="{31FF72DF-474C-446D-A7A6-135EB5471DCE}"/>
    <dgm:cxn modelId="{12F33E8A-4FDA-4D55-BD81-05734A6F4B6F}" type="presParOf" srcId="{EECF3E0C-FA28-497E-9C7D-7EBE7E3E8C8F}" destId="{9C7CD270-4433-4CF9-806D-19F9166AB4B0}" srcOrd="0" destOrd="0" presId="urn:microsoft.com/office/officeart/2005/8/layout/default"/>
    <dgm:cxn modelId="{A8FDD3E4-F7A8-436C-B232-CBAE81BFADEB}" type="presParOf" srcId="{EECF3E0C-FA28-497E-9C7D-7EBE7E3E8C8F}" destId="{CFDA477C-2E87-4CEF-A0DA-170D2552C68F}" srcOrd="1" destOrd="0" presId="urn:microsoft.com/office/officeart/2005/8/layout/default"/>
    <dgm:cxn modelId="{73EE9AF3-3C63-4EBD-BE39-69C6BBCEADE1}" type="presParOf" srcId="{EECF3E0C-FA28-497E-9C7D-7EBE7E3E8C8F}" destId="{A6E7FDA6-F1D0-432C-BBB6-A5EB6AE32BA7}" srcOrd="2" destOrd="0" presId="urn:microsoft.com/office/officeart/2005/8/layout/default"/>
    <dgm:cxn modelId="{E52E501A-42A0-432D-BCBF-553275128E93}" type="presParOf" srcId="{EECF3E0C-FA28-497E-9C7D-7EBE7E3E8C8F}" destId="{F6272446-DB2B-4554-BC0E-5252757DD444}" srcOrd="3" destOrd="0" presId="urn:microsoft.com/office/officeart/2005/8/layout/default"/>
    <dgm:cxn modelId="{967555A8-0645-473F-B29C-4E2716774CB7}" type="presParOf" srcId="{EECF3E0C-FA28-497E-9C7D-7EBE7E3E8C8F}" destId="{3C5F0AB1-0191-4931-9A79-134EC762FB8E}" srcOrd="4" destOrd="0" presId="urn:microsoft.com/office/officeart/2005/8/layout/default"/>
    <dgm:cxn modelId="{81AF0593-F9AF-4B68-B91E-99F920CD576E}" type="presParOf" srcId="{EECF3E0C-FA28-497E-9C7D-7EBE7E3E8C8F}" destId="{52175C6F-1F1C-4008-9B3E-78AE48C9F6F4}" srcOrd="5" destOrd="0" presId="urn:microsoft.com/office/officeart/2005/8/layout/default"/>
    <dgm:cxn modelId="{D6B77BB9-3980-4B5C-9C78-71FDDD031CFA}" type="presParOf" srcId="{EECF3E0C-FA28-497E-9C7D-7EBE7E3E8C8F}" destId="{2830B0F6-31CF-40F4-956C-61FB6C750A86}" srcOrd="6" destOrd="0" presId="urn:microsoft.com/office/officeart/2005/8/layout/default"/>
    <dgm:cxn modelId="{FAC1DAB6-AA0A-4912-9486-5FA42D28DE8A}" type="presParOf" srcId="{EECF3E0C-FA28-497E-9C7D-7EBE7E3E8C8F}" destId="{B5EA098D-4C7D-4C07-A485-D65D4BE2FB31}" srcOrd="7" destOrd="0" presId="urn:microsoft.com/office/officeart/2005/8/layout/default"/>
    <dgm:cxn modelId="{8882E93B-D8B1-4C04-86C0-5E0C5C565BDC}" type="presParOf" srcId="{EECF3E0C-FA28-497E-9C7D-7EBE7E3E8C8F}" destId="{B8186457-F44D-4117-96EC-C38C43255AFC}" srcOrd="8" destOrd="0" presId="urn:microsoft.com/office/officeart/2005/8/layout/default"/>
    <dgm:cxn modelId="{2D22E9DA-5650-4F4F-A1DB-048A46C040AD}" type="presParOf" srcId="{EECF3E0C-FA28-497E-9C7D-7EBE7E3E8C8F}" destId="{F332E312-09AE-4ACB-8C9B-8C19BE4A8C0D}" srcOrd="9" destOrd="0" presId="urn:microsoft.com/office/officeart/2005/8/layout/default"/>
    <dgm:cxn modelId="{94BC33E5-4EA5-4C29-B14F-22EB239FBCEC}" type="presParOf" srcId="{EECF3E0C-FA28-497E-9C7D-7EBE7E3E8C8F}" destId="{D8B52EEC-023B-4087-B902-C27D6E4E6F8D}" srcOrd="10" destOrd="0" presId="urn:microsoft.com/office/officeart/2005/8/layout/default"/>
    <dgm:cxn modelId="{D52080E3-E2AF-4377-B17A-AD878E278776}" type="presParOf" srcId="{EECF3E0C-FA28-497E-9C7D-7EBE7E3E8C8F}" destId="{7ED3B350-6336-436A-96AD-287479591D42}" srcOrd="11" destOrd="0" presId="urn:microsoft.com/office/officeart/2005/8/layout/default"/>
    <dgm:cxn modelId="{6DE04EDA-2F9C-4FAA-8861-DB1BBB58C654}" type="presParOf" srcId="{EECF3E0C-FA28-497E-9C7D-7EBE7E3E8C8F}" destId="{AE7618BB-F914-4516-8277-9A1287901F83}" srcOrd="12" destOrd="0" presId="urn:microsoft.com/office/officeart/2005/8/layout/default"/>
    <dgm:cxn modelId="{D65F044F-A7D3-41B0-B399-0992396879F5}" type="presParOf" srcId="{EECF3E0C-FA28-497E-9C7D-7EBE7E3E8C8F}" destId="{1EFF97C1-A24B-4077-88FF-88EFDF6EC6EB}" srcOrd="13" destOrd="0" presId="urn:microsoft.com/office/officeart/2005/8/layout/default"/>
    <dgm:cxn modelId="{0373B072-9ED3-48DD-9033-AC3E7F1700AB}" type="presParOf" srcId="{EECF3E0C-FA28-497E-9C7D-7EBE7E3E8C8F}" destId="{434D329E-1D49-4608-B7DA-6CA7113F1377}" srcOrd="14" destOrd="0" presId="urn:microsoft.com/office/officeart/2005/8/layout/default"/>
    <dgm:cxn modelId="{44E57267-DE76-4CE4-BAE4-2A6E1FC1FD0A}" type="presParOf" srcId="{EECF3E0C-FA28-497E-9C7D-7EBE7E3E8C8F}" destId="{CDB8707E-53D9-44D7-B2C7-031EBA149A9C}" srcOrd="15" destOrd="0" presId="urn:microsoft.com/office/officeart/2005/8/layout/default"/>
    <dgm:cxn modelId="{55673C98-85B6-48DD-A071-413343278E8D}" type="presParOf" srcId="{EECF3E0C-FA28-497E-9C7D-7EBE7E3E8C8F}" destId="{92EAE535-0C08-41E6-BDB3-FCA389471929}" srcOrd="16" destOrd="0" presId="urn:microsoft.com/office/officeart/2005/8/layout/defaul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2FD4578-4C78-4C6D-BEA4-ED7E6B5DD01B}" type="doc">
      <dgm:prSet loTypeId="urn:microsoft.com/office/officeart/2018/5/layout/CenteredIconLabelDescriptionList" loCatId="icon" qsTypeId="urn:microsoft.com/office/officeart/2005/8/quickstyle/simple1" qsCatId="simple" csTypeId="urn:microsoft.com/office/officeart/2005/8/colors/accent3_2" csCatId="accent3" phldr="1"/>
      <dgm:spPr/>
      <dgm:t>
        <a:bodyPr/>
        <a:lstStyle/>
        <a:p>
          <a:endParaRPr lang="en-US"/>
        </a:p>
      </dgm:t>
    </dgm:pt>
    <dgm:pt modelId="{CBD3935E-1E9C-49AF-8256-CBA508B99672}">
      <dgm:prSet phldrT="[Text]"/>
      <dgm:spPr/>
      <dgm:t>
        <a:bodyPr/>
        <a:lstStyle/>
        <a:p>
          <a:pPr>
            <a:lnSpc>
              <a:spcPct val="100000"/>
            </a:lnSpc>
            <a:defRPr b="1"/>
          </a:pPr>
          <a:r>
            <a:rPr lang="en-US"/>
            <a:t>Distributed</a:t>
          </a:r>
        </a:p>
      </dgm:t>
    </dgm:pt>
    <dgm:pt modelId="{C9AD9898-8791-4FC2-B96D-8640E6BADC6A}" type="parTrans" cxnId="{80EDCDA7-30F9-46E0-9C3E-85C484761FBF}">
      <dgm:prSet/>
      <dgm:spPr/>
      <dgm:t>
        <a:bodyPr/>
        <a:lstStyle/>
        <a:p>
          <a:endParaRPr lang="en-US"/>
        </a:p>
      </dgm:t>
    </dgm:pt>
    <dgm:pt modelId="{3ED371C7-546A-46FB-8B3B-04FB1501A093}" type="sibTrans" cxnId="{80EDCDA7-30F9-46E0-9C3E-85C484761FBF}">
      <dgm:prSet/>
      <dgm:spPr/>
      <dgm:t>
        <a:bodyPr/>
        <a:lstStyle/>
        <a:p>
          <a:endParaRPr lang="en-US"/>
        </a:p>
      </dgm:t>
    </dgm:pt>
    <dgm:pt modelId="{60636034-77EE-4BB0-9787-1907C7AD87C5}">
      <dgm:prSet phldrT="[Text]"/>
      <dgm:spPr/>
      <dgm:t>
        <a:bodyPr/>
        <a:lstStyle/>
        <a:p>
          <a:pPr>
            <a:lnSpc>
              <a:spcPct val="100000"/>
            </a:lnSpc>
          </a:pPr>
          <a:r>
            <a:rPr lang="en-US"/>
            <a:t>Everyone has a copy</a:t>
          </a:r>
        </a:p>
      </dgm:t>
    </dgm:pt>
    <dgm:pt modelId="{7E9CF25E-039E-4962-8DDD-5F518B5C278E}" type="parTrans" cxnId="{992271C0-5BB9-4CC6-A18C-7891AFFE0DD9}">
      <dgm:prSet/>
      <dgm:spPr/>
      <dgm:t>
        <a:bodyPr/>
        <a:lstStyle/>
        <a:p>
          <a:endParaRPr lang="en-US"/>
        </a:p>
      </dgm:t>
    </dgm:pt>
    <dgm:pt modelId="{6FE167AC-6C35-4313-A2E6-0D0A9968BD48}" type="sibTrans" cxnId="{992271C0-5BB9-4CC6-A18C-7891AFFE0DD9}">
      <dgm:prSet/>
      <dgm:spPr/>
      <dgm:t>
        <a:bodyPr/>
        <a:lstStyle/>
        <a:p>
          <a:endParaRPr lang="en-US"/>
        </a:p>
      </dgm:t>
    </dgm:pt>
    <dgm:pt modelId="{4F208AF2-EC27-45BB-8050-2F94DF74C34E}">
      <dgm:prSet phldrT="[Text]"/>
      <dgm:spPr/>
      <dgm:t>
        <a:bodyPr/>
        <a:lstStyle/>
        <a:p>
          <a:pPr>
            <a:lnSpc>
              <a:spcPct val="100000"/>
            </a:lnSpc>
          </a:pPr>
          <a:r>
            <a:rPr lang="en-US"/>
            <a:t>Changes made locally</a:t>
          </a:r>
        </a:p>
      </dgm:t>
    </dgm:pt>
    <dgm:pt modelId="{3941AD5E-E9F7-4AA9-B554-18FF45B91F3B}" type="parTrans" cxnId="{694668BC-1373-4D5A-B099-A3E978FD7BA4}">
      <dgm:prSet/>
      <dgm:spPr/>
      <dgm:t>
        <a:bodyPr/>
        <a:lstStyle/>
        <a:p>
          <a:endParaRPr lang="en-US"/>
        </a:p>
      </dgm:t>
    </dgm:pt>
    <dgm:pt modelId="{7CA40641-C2DC-4B1F-B425-0F1246B70C0D}" type="sibTrans" cxnId="{694668BC-1373-4D5A-B099-A3E978FD7BA4}">
      <dgm:prSet/>
      <dgm:spPr/>
      <dgm:t>
        <a:bodyPr/>
        <a:lstStyle/>
        <a:p>
          <a:endParaRPr lang="en-US"/>
        </a:p>
      </dgm:t>
    </dgm:pt>
    <dgm:pt modelId="{238EAB13-9192-4A09-BD4E-602E0DDB5B0A}">
      <dgm:prSet phldrT="[Text]"/>
      <dgm:spPr/>
      <dgm:t>
        <a:bodyPr/>
        <a:lstStyle/>
        <a:p>
          <a:pPr>
            <a:lnSpc>
              <a:spcPct val="100000"/>
            </a:lnSpc>
            <a:defRPr b="1"/>
          </a:pPr>
          <a:r>
            <a:rPr lang="en-US"/>
            <a:t>Centralized</a:t>
          </a:r>
        </a:p>
      </dgm:t>
    </dgm:pt>
    <dgm:pt modelId="{1A630D3D-C1B0-4A28-A1D6-052659EF932B}" type="parTrans" cxnId="{23EF9E20-0FF7-4F3A-8B62-295925D22191}">
      <dgm:prSet/>
      <dgm:spPr/>
      <dgm:t>
        <a:bodyPr/>
        <a:lstStyle/>
        <a:p>
          <a:endParaRPr lang="en-US"/>
        </a:p>
      </dgm:t>
    </dgm:pt>
    <dgm:pt modelId="{675C9D78-2EFF-42EB-8629-85D7184752CB}" type="sibTrans" cxnId="{23EF9E20-0FF7-4F3A-8B62-295925D22191}">
      <dgm:prSet/>
      <dgm:spPr/>
      <dgm:t>
        <a:bodyPr/>
        <a:lstStyle/>
        <a:p>
          <a:endParaRPr lang="en-US"/>
        </a:p>
      </dgm:t>
    </dgm:pt>
    <dgm:pt modelId="{B255A9D5-D11D-411A-8822-98482D339AF8}">
      <dgm:prSet phldrT="[Text]"/>
      <dgm:spPr/>
      <dgm:t>
        <a:bodyPr/>
        <a:lstStyle/>
        <a:p>
          <a:pPr>
            <a:lnSpc>
              <a:spcPct val="100000"/>
            </a:lnSpc>
          </a:pPr>
          <a:r>
            <a:rPr lang="en-US"/>
            <a:t>Master copy is stored centrally</a:t>
          </a:r>
        </a:p>
      </dgm:t>
    </dgm:pt>
    <dgm:pt modelId="{3075CDE0-A8DA-4F01-9980-7447BBE68BD1}" type="parTrans" cxnId="{88B057E4-C894-4616-ABA8-38119A153028}">
      <dgm:prSet/>
      <dgm:spPr/>
      <dgm:t>
        <a:bodyPr/>
        <a:lstStyle/>
        <a:p>
          <a:endParaRPr lang="en-US"/>
        </a:p>
      </dgm:t>
    </dgm:pt>
    <dgm:pt modelId="{09C99F77-BC8E-431E-AE5B-05DC2C0C9EBA}" type="sibTrans" cxnId="{88B057E4-C894-4616-ABA8-38119A153028}">
      <dgm:prSet/>
      <dgm:spPr/>
      <dgm:t>
        <a:bodyPr/>
        <a:lstStyle/>
        <a:p>
          <a:endParaRPr lang="en-US"/>
        </a:p>
      </dgm:t>
    </dgm:pt>
    <dgm:pt modelId="{7F815804-1F1E-4C29-A849-D1811071B41A}">
      <dgm:prSet phldrT="[Text]"/>
      <dgm:spPr/>
      <dgm:t>
        <a:bodyPr/>
        <a:lstStyle/>
        <a:p>
          <a:pPr>
            <a:lnSpc>
              <a:spcPct val="100000"/>
            </a:lnSpc>
          </a:pPr>
          <a:r>
            <a:rPr lang="en-US"/>
            <a:t>Requires network connectivity</a:t>
          </a:r>
        </a:p>
      </dgm:t>
    </dgm:pt>
    <dgm:pt modelId="{F1083FB2-5999-4CD9-92AC-A4590B351FD9}" type="parTrans" cxnId="{A0FD2115-8DA6-48BE-BD74-C5EF4E6F1FF0}">
      <dgm:prSet/>
      <dgm:spPr/>
      <dgm:t>
        <a:bodyPr/>
        <a:lstStyle/>
        <a:p>
          <a:endParaRPr lang="en-US"/>
        </a:p>
      </dgm:t>
    </dgm:pt>
    <dgm:pt modelId="{9374B380-BD68-4798-8C59-36BD3E042645}" type="sibTrans" cxnId="{A0FD2115-8DA6-48BE-BD74-C5EF4E6F1FF0}">
      <dgm:prSet/>
      <dgm:spPr/>
      <dgm:t>
        <a:bodyPr/>
        <a:lstStyle/>
        <a:p>
          <a:endParaRPr lang="en-US"/>
        </a:p>
      </dgm:t>
    </dgm:pt>
    <dgm:pt modelId="{B22FBC43-34AE-4CEC-BA33-DDCCAB635F4B}">
      <dgm:prSet phldrT="[Text]"/>
      <dgm:spPr/>
      <dgm:t>
        <a:bodyPr/>
        <a:lstStyle/>
        <a:p>
          <a:pPr>
            <a:lnSpc>
              <a:spcPct val="100000"/>
            </a:lnSpc>
          </a:pPr>
          <a:r>
            <a:rPr lang="en-US"/>
            <a:t>Merged with an online central copy</a:t>
          </a:r>
        </a:p>
      </dgm:t>
    </dgm:pt>
    <dgm:pt modelId="{14A9E566-A3A7-4E84-B44C-4E0E60F603FB}" type="parTrans" cxnId="{39ED5D2A-521B-4477-9A33-DF41BD368457}">
      <dgm:prSet/>
      <dgm:spPr/>
      <dgm:t>
        <a:bodyPr/>
        <a:lstStyle/>
        <a:p>
          <a:endParaRPr lang="en-US"/>
        </a:p>
      </dgm:t>
    </dgm:pt>
    <dgm:pt modelId="{AA548477-B6E8-468F-ABDD-74AF3CCA7D12}" type="sibTrans" cxnId="{39ED5D2A-521B-4477-9A33-DF41BD368457}">
      <dgm:prSet/>
      <dgm:spPr/>
      <dgm:t>
        <a:bodyPr/>
        <a:lstStyle/>
        <a:p>
          <a:endParaRPr lang="en-US"/>
        </a:p>
      </dgm:t>
    </dgm:pt>
    <dgm:pt modelId="{85E85BBA-13A0-4A20-897C-638D8EF7DB26}">
      <dgm:prSet phldrT="[Text]"/>
      <dgm:spPr/>
      <dgm:t>
        <a:bodyPr/>
        <a:lstStyle/>
        <a:p>
          <a:pPr>
            <a:lnSpc>
              <a:spcPct val="100000"/>
            </a:lnSpc>
          </a:pPr>
          <a:r>
            <a:rPr lang="en-US"/>
            <a:t>Doesn’t generally require connectivity</a:t>
          </a:r>
        </a:p>
      </dgm:t>
    </dgm:pt>
    <dgm:pt modelId="{037ED204-01A1-4D3B-9D48-01A77918C789}" type="parTrans" cxnId="{EA3E1419-B44E-4FF0-B881-AB018C7C8373}">
      <dgm:prSet/>
      <dgm:spPr/>
      <dgm:t>
        <a:bodyPr/>
        <a:lstStyle/>
        <a:p>
          <a:endParaRPr lang="en-US"/>
        </a:p>
      </dgm:t>
    </dgm:pt>
    <dgm:pt modelId="{8960A6CA-BDE5-493E-8CB1-BAB4F6826D92}" type="sibTrans" cxnId="{EA3E1419-B44E-4FF0-B881-AB018C7C8373}">
      <dgm:prSet/>
      <dgm:spPr/>
      <dgm:t>
        <a:bodyPr/>
        <a:lstStyle/>
        <a:p>
          <a:endParaRPr lang="en-US"/>
        </a:p>
      </dgm:t>
    </dgm:pt>
    <dgm:pt modelId="{CF76511A-A9B8-4D6E-9840-77C1802390D9}" type="pres">
      <dgm:prSet presAssocID="{92FD4578-4C78-4C6D-BEA4-ED7E6B5DD01B}" presName="root" presStyleCnt="0">
        <dgm:presLayoutVars>
          <dgm:dir/>
          <dgm:resizeHandles val="exact"/>
        </dgm:presLayoutVars>
      </dgm:prSet>
      <dgm:spPr/>
    </dgm:pt>
    <dgm:pt modelId="{3C11936F-2712-44C5-BD26-B2D2CC7D65BB}" type="pres">
      <dgm:prSet presAssocID="{CBD3935E-1E9C-49AF-8256-CBA508B99672}" presName="compNode" presStyleCnt="0"/>
      <dgm:spPr/>
    </dgm:pt>
    <dgm:pt modelId="{2B9151DC-350F-46FE-A129-05F05CF8892E}" type="pres">
      <dgm:prSet presAssocID="{CBD3935E-1E9C-49AF-8256-CBA508B99672}"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omputer"/>
        </a:ext>
      </dgm:extLst>
    </dgm:pt>
    <dgm:pt modelId="{B07D2567-B594-472C-BAEC-8FC5A2675C23}" type="pres">
      <dgm:prSet presAssocID="{CBD3935E-1E9C-49AF-8256-CBA508B99672}" presName="iconSpace" presStyleCnt="0"/>
      <dgm:spPr/>
    </dgm:pt>
    <dgm:pt modelId="{03BAFFA5-74A0-4F80-A1EE-B49658FCA72C}" type="pres">
      <dgm:prSet presAssocID="{CBD3935E-1E9C-49AF-8256-CBA508B99672}" presName="parTx" presStyleLbl="revTx" presStyleIdx="0" presStyleCnt="4">
        <dgm:presLayoutVars>
          <dgm:chMax val="0"/>
          <dgm:chPref val="0"/>
        </dgm:presLayoutVars>
      </dgm:prSet>
      <dgm:spPr/>
    </dgm:pt>
    <dgm:pt modelId="{D39516D8-2F23-419B-A0E6-ABEBF742F7EF}" type="pres">
      <dgm:prSet presAssocID="{CBD3935E-1E9C-49AF-8256-CBA508B99672}" presName="txSpace" presStyleCnt="0"/>
      <dgm:spPr/>
    </dgm:pt>
    <dgm:pt modelId="{E5BA718A-FBFD-4146-91D0-A73745522F07}" type="pres">
      <dgm:prSet presAssocID="{CBD3935E-1E9C-49AF-8256-CBA508B99672}" presName="desTx" presStyleLbl="revTx" presStyleIdx="1" presStyleCnt="4">
        <dgm:presLayoutVars/>
      </dgm:prSet>
      <dgm:spPr/>
    </dgm:pt>
    <dgm:pt modelId="{4EFEE8C1-2F82-4B44-BE4B-83CC136ADD5B}" type="pres">
      <dgm:prSet presAssocID="{3ED371C7-546A-46FB-8B3B-04FB1501A093}" presName="sibTrans" presStyleCnt="0"/>
      <dgm:spPr/>
    </dgm:pt>
    <dgm:pt modelId="{D58C0EC0-4229-4C7B-B30B-57B0F816F514}" type="pres">
      <dgm:prSet presAssocID="{238EAB13-9192-4A09-BD4E-602E0DDB5B0A}" presName="compNode" presStyleCnt="0"/>
      <dgm:spPr/>
    </dgm:pt>
    <dgm:pt modelId="{E2742639-86C8-410D-8C05-CB0AE165B8AF}" type="pres">
      <dgm:prSet presAssocID="{238EAB13-9192-4A09-BD4E-602E0DDB5B0A}"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Network"/>
        </a:ext>
      </dgm:extLst>
    </dgm:pt>
    <dgm:pt modelId="{7A94D8C0-AFDF-4417-A891-059366AEE40E}" type="pres">
      <dgm:prSet presAssocID="{238EAB13-9192-4A09-BD4E-602E0DDB5B0A}" presName="iconSpace" presStyleCnt="0"/>
      <dgm:spPr/>
    </dgm:pt>
    <dgm:pt modelId="{2A1D2B19-0142-4C77-A639-411B25C14F24}" type="pres">
      <dgm:prSet presAssocID="{238EAB13-9192-4A09-BD4E-602E0DDB5B0A}" presName="parTx" presStyleLbl="revTx" presStyleIdx="2" presStyleCnt="4">
        <dgm:presLayoutVars>
          <dgm:chMax val="0"/>
          <dgm:chPref val="0"/>
        </dgm:presLayoutVars>
      </dgm:prSet>
      <dgm:spPr/>
    </dgm:pt>
    <dgm:pt modelId="{15E54F05-07D9-48A2-B613-34B98B65D04A}" type="pres">
      <dgm:prSet presAssocID="{238EAB13-9192-4A09-BD4E-602E0DDB5B0A}" presName="txSpace" presStyleCnt="0"/>
      <dgm:spPr/>
    </dgm:pt>
    <dgm:pt modelId="{AD36E3B4-BBA9-499E-A55C-56B286F2D444}" type="pres">
      <dgm:prSet presAssocID="{238EAB13-9192-4A09-BD4E-602E0DDB5B0A}" presName="desTx" presStyleLbl="revTx" presStyleIdx="3" presStyleCnt="4">
        <dgm:presLayoutVars/>
      </dgm:prSet>
      <dgm:spPr/>
    </dgm:pt>
  </dgm:ptLst>
  <dgm:cxnLst>
    <dgm:cxn modelId="{0FC2A80F-6914-4E81-9EF0-06FE70C566CD}" type="presOf" srcId="{4F208AF2-EC27-45BB-8050-2F94DF74C34E}" destId="{E5BA718A-FBFD-4146-91D0-A73745522F07}" srcOrd="0" destOrd="1" presId="urn:microsoft.com/office/officeart/2018/5/layout/CenteredIconLabelDescriptionList"/>
    <dgm:cxn modelId="{8830A613-0085-433F-9306-C9F87EA76C78}" type="presOf" srcId="{92FD4578-4C78-4C6D-BEA4-ED7E6B5DD01B}" destId="{CF76511A-A9B8-4D6E-9840-77C1802390D9}" srcOrd="0" destOrd="0" presId="urn:microsoft.com/office/officeart/2018/5/layout/CenteredIconLabelDescriptionList"/>
    <dgm:cxn modelId="{A0FD2115-8DA6-48BE-BD74-C5EF4E6F1FF0}" srcId="{238EAB13-9192-4A09-BD4E-602E0DDB5B0A}" destId="{7F815804-1F1E-4C29-A849-D1811071B41A}" srcOrd="1" destOrd="0" parTransId="{F1083FB2-5999-4CD9-92AC-A4590B351FD9}" sibTransId="{9374B380-BD68-4798-8C59-36BD3E042645}"/>
    <dgm:cxn modelId="{EA3E1419-B44E-4FF0-B881-AB018C7C8373}" srcId="{CBD3935E-1E9C-49AF-8256-CBA508B99672}" destId="{85E85BBA-13A0-4A20-897C-638D8EF7DB26}" srcOrd="3" destOrd="0" parTransId="{037ED204-01A1-4D3B-9D48-01A77918C789}" sibTransId="{8960A6CA-BDE5-493E-8CB1-BAB4F6826D92}"/>
    <dgm:cxn modelId="{23EF9E20-0FF7-4F3A-8B62-295925D22191}" srcId="{92FD4578-4C78-4C6D-BEA4-ED7E6B5DD01B}" destId="{238EAB13-9192-4A09-BD4E-602E0DDB5B0A}" srcOrd="1" destOrd="0" parTransId="{1A630D3D-C1B0-4A28-A1D6-052659EF932B}" sibTransId="{675C9D78-2EFF-42EB-8629-85D7184752CB}"/>
    <dgm:cxn modelId="{39ED5D2A-521B-4477-9A33-DF41BD368457}" srcId="{CBD3935E-1E9C-49AF-8256-CBA508B99672}" destId="{B22FBC43-34AE-4CEC-BA33-DDCCAB635F4B}" srcOrd="2" destOrd="0" parTransId="{14A9E566-A3A7-4E84-B44C-4E0E60F603FB}" sibTransId="{AA548477-B6E8-468F-ABDD-74AF3CCA7D12}"/>
    <dgm:cxn modelId="{58DC5D48-9140-4CF5-A4E0-C79B95F465B9}" type="presOf" srcId="{60636034-77EE-4BB0-9787-1907C7AD87C5}" destId="{E5BA718A-FBFD-4146-91D0-A73745522F07}" srcOrd="0" destOrd="0" presId="urn:microsoft.com/office/officeart/2018/5/layout/CenteredIconLabelDescriptionList"/>
    <dgm:cxn modelId="{E9756A68-80A0-4460-AACD-C7DE09332A65}" type="presOf" srcId="{B22FBC43-34AE-4CEC-BA33-DDCCAB635F4B}" destId="{E5BA718A-FBFD-4146-91D0-A73745522F07}" srcOrd="0" destOrd="2" presId="urn:microsoft.com/office/officeart/2018/5/layout/CenteredIconLabelDescriptionList"/>
    <dgm:cxn modelId="{F32B5E75-8F41-4A94-A430-DC46CD4BCAC9}" type="presOf" srcId="{238EAB13-9192-4A09-BD4E-602E0DDB5B0A}" destId="{2A1D2B19-0142-4C77-A639-411B25C14F24}" srcOrd="0" destOrd="0" presId="urn:microsoft.com/office/officeart/2018/5/layout/CenteredIconLabelDescriptionList"/>
    <dgm:cxn modelId="{F39AC578-6CF7-4229-A877-60F1C224DE5C}" type="presOf" srcId="{CBD3935E-1E9C-49AF-8256-CBA508B99672}" destId="{03BAFFA5-74A0-4F80-A1EE-B49658FCA72C}" srcOrd="0" destOrd="0" presId="urn:microsoft.com/office/officeart/2018/5/layout/CenteredIconLabelDescriptionList"/>
    <dgm:cxn modelId="{A293C188-A2D5-4C7A-9A27-C22879D304F1}" type="presOf" srcId="{B255A9D5-D11D-411A-8822-98482D339AF8}" destId="{AD36E3B4-BBA9-499E-A55C-56B286F2D444}" srcOrd="0" destOrd="0" presId="urn:microsoft.com/office/officeart/2018/5/layout/CenteredIconLabelDescriptionList"/>
    <dgm:cxn modelId="{365847A2-20B6-44BA-9F63-8DC65AF08638}" type="presOf" srcId="{85E85BBA-13A0-4A20-897C-638D8EF7DB26}" destId="{E5BA718A-FBFD-4146-91D0-A73745522F07}" srcOrd="0" destOrd="3" presId="urn:microsoft.com/office/officeart/2018/5/layout/CenteredIconLabelDescriptionList"/>
    <dgm:cxn modelId="{80EDCDA7-30F9-46E0-9C3E-85C484761FBF}" srcId="{92FD4578-4C78-4C6D-BEA4-ED7E6B5DD01B}" destId="{CBD3935E-1E9C-49AF-8256-CBA508B99672}" srcOrd="0" destOrd="0" parTransId="{C9AD9898-8791-4FC2-B96D-8640E6BADC6A}" sibTransId="{3ED371C7-546A-46FB-8B3B-04FB1501A093}"/>
    <dgm:cxn modelId="{694668BC-1373-4D5A-B099-A3E978FD7BA4}" srcId="{CBD3935E-1E9C-49AF-8256-CBA508B99672}" destId="{4F208AF2-EC27-45BB-8050-2F94DF74C34E}" srcOrd="1" destOrd="0" parTransId="{3941AD5E-E9F7-4AA9-B554-18FF45B91F3B}" sibTransId="{7CA40641-C2DC-4B1F-B425-0F1246B70C0D}"/>
    <dgm:cxn modelId="{992271C0-5BB9-4CC6-A18C-7891AFFE0DD9}" srcId="{CBD3935E-1E9C-49AF-8256-CBA508B99672}" destId="{60636034-77EE-4BB0-9787-1907C7AD87C5}" srcOrd="0" destOrd="0" parTransId="{7E9CF25E-039E-4962-8DDD-5F518B5C278E}" sibTransId="{6FE167AC-6C35-4313-A2E6-0D0A9968BD48}"/>
    <dgm:cxn modelId="{B74520D4-2089-4D76-91AB-C3EEC7291F57}" type="presOf" srcId="{7F815804-1F1E-4C29-A849-D1811071B41A}" destId="{AD36E3B4-BBA9-499E-A55C-56B286F2D444}" srcOrd="0" destOrd="1" presId="urn:microsoft.com/office/officeart/2018/5/layout/CenteredIconLabelDescriptionList"/>
    <dgm:cxn modelId="{88B057E4-C894-4616-ABA8-38119A153028}" srcId="{238EAB13-9192-4A09-BD4E-602E0DDB5B0A}" destId="{B255A9D5-D11D-411A-8822-98482D339AF8}" srcOrd="0" destOrd="0" parTransId="{3075CDE0-A8DA-4F01-9980-7447BBE68BD1}" sibTransId="{09C99F77-BC8E-431E-AE5B-05DC2C0C9EBA}"/>
    <dgm:cxn modelId="{E78F0828-71E9-4AFB-ADB5-A8C48181EFB1}" type="presParOf" srcId="{CF76511A-A9B8-4D6E-9840-77C1802390D9}" destId="{3C11936F-2712-44C5-BD26-B2D2CC7D65BB}" srcOrd="0" destOrd="0" presId="urn:microsoft.com/office/officeart/2018/5/layout/CenteredIconLabelDescriptionList"/>
    <dgm:cxn modelId="{FBEE5BDC-E442-4EA4-A52D-8C5B0E22CC38}" type="presParOf" srcId="{3C11936F-2712-44C5-BD26-B2D2CC7D65BB}" destId="{2B9151DC-350F-46FE-A129-05F05CF8892E}" srcOrd="0" destOrd="0" presId="urn:microsoft.com/office/officeart/2018/5/layout/CenteredIconLabelDescriptionList"/>
    <dgm:cxn modelId="{D5D0FBE1-DA45-499D-9396-89FF1E5977C4}" type="presParOf" srcId="{3C11936F-2712-44C5-BD26-B2D2CC7D65BB}" destId="{B07D2567-B594-472C-BAEC-8FC5A2675C23}" srcOrd="1" destOrd="0" presId="urn:microsoft.com/office/officeart/2018/5/layout/CenteredIconLabelDescriptionList"/>
    <dgm:cxn modelId="{0F98547C-15D0-43FF-AAEA-C6B6ADCDC857}" type="presParOf" srcId="{3C11936F-2712-44C5-BD26-B2D2CC7D65BB}" destId="{03BAFFA5-74A0-4F80-A1EE-B49658FCA72C}" srcOrd="2" destOrd="0" presId="urn:microsoft.com/office/officeart/2018/5/layout/CenteredIconLabelDescriptionList"/>
    <dgm:cxn modelId="{40FF20E7-8113-4DD4-B2DA-A5E7188575D6}" type="presParOf" srcId="{3C11936F-2712-44C5-BD26-B2D2CC7D65BB}" destId="{D39516D8-2F23-419B-A0E6-ABEBF742F7EF}" srcOrd="3" destOrd="0" presId="urn:microsoft.com/office/officeart/2018/5/layout/CenteredIconLabelDescriptionList"/>
    <dgm:cxn modelId="{D9BEC756-FFAE-474A-9633-8A94AAB9D3F1}" type="presParOf" srcId="{3C11936F-2712-44C5-BD26-B2D2CC7D65BB}" destId="{E5BA718A-FBFD-4146-91D0-A73745522F07}" srcOrd="4" destOrd="0" presId="urn:microsoft.com/office/officeart/2018/5/layout/CenteredIconLabelDescriptionList"/>
    <dgm:cxn modelId="{108AB217-B020-468E-959C-EB5E05FBF906}" type="presParOf" srcId="{CF76511A-A9B8-4D6E-9840-77C1802390D9}" destId="{4EFEE8C1-2F82-4B44-BE4B-83CC136ADD5B}" srcOrd="1" destOrd="0" presId="urn:microsoft.com/office/officeart/2018/5/layout/CenteredIconLabelDescriptionList"/>
    <dgm:cxn modelId="{9A44FCBC-0C92-4C82-92CC-8D291E34D1CA}" type="presParOf" srcId="{CF76511A-A9B8-4D6E-9840-77C1802390D9}" destId="{D58C0EC0-4229-4C7B-B30B-57B0F816F514}" srcOrd="2" destOrd="0" presId="urn:microsoft.com/office/officeart/2018/5/layout/CenteredIconLabelDescriptionList"/>
    <dgm:cxn modelId="{B469BC9E-5138-4D06-BB5A-1D983ACF31AD}" type="presParOf" srcId="{D58C0EC0-4229-4C7B-B30B-57B0F816F514}" destId="{E2742639-86C8-410D-8C05-CB0AE165B8AF}" srcOrd="0" destOrd="0" presId="urn:microsoft.com/office/officeart/2018/5/layout/CenteredIconLabelDescriptionList"/>
    <dgm:cxn modelId="{390969AC-BD07-487D-A79E-A0E46233F1B7}" type="presParOf" srcId="{D58C0EC0-4229-4C7B-B30B-57B0F816F514}" destId="{7A94D8C0-AFDF-4417-A891-059366AEE40E}" srcOrd="1" destOrd="0" presId="urn:microsoft.com/office/officeart/2018/5/layout/CenteredIconLabelDescriptionList"/>
    <dgm:cxn modelId="{535FEA1E-58D4-4B4A-8E02-C397CBA2F247}" type="presParOf" srcId="{D58C0EC0-4229-4C7B-B30B-57B0F816F514}" destId="{2A1D2B19-0142-4C77-A639-411B25C14F24}" srcOrd="2" destOrd="0" presId="urn:microsoft.com/office/officeart/2018/5/layout/CenteredIconLabelDescriptionList"/>
    <dgm:cxn modelId="{59C259DA-F0A6-4973-B029-D9BF103A8428}" type="presParOf" srcId="{D58C0EC0-4229-4C7B-B30B-57B0F816F514}" destId="{15E54F05-07D9-48A2-B613-34B98B65D04A}" srcOrd="3" destOrd="0" presId="urn:microsoft.com/office/officeart/2018/5/layout/CenteredIconLabelDescriptionList"/>
    <dgm:cxn modelId="{72AB256E-7A10-4162-8CBE-271992469ADE}" type="presParOf" srcId="{D58C0EC0-4229-4C7B-B30B-57B0F816F514}" destId="{AD36E3B4-BBA9-499E-A55C-56B286F2D444}" srcOrd="4" destOrd="0" presId="urn:microsoft.com/office/officeart/2018/5/layout/CenteredIconLabelDescri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66F6548-D32D-4AF5-B229-224F121B15AB}" type="doc">
      <dgm:prSet loTypeId="urn:microsoft.com/office/officeart/2005/8/layout/vList2" loCatId="list" qsTypeId="urn:microsoft.com/office/officeart/2005/8/quickstyle/simple1" qsCatId="simple" csTypeId="urn:microsoft.com/office/officeart/2005/8/colors/colorful4" csCatId="colorful" phldr="1"/>
      <dgm:spPr/>
      <dgm:t>
        <a:bodyPr/>
        <a:lstStyle/>
        <a:p>
          <a:endParaRPr lang="en-US"/>
        </a:p>
      </dgm:t>
    </dgm:pt>
    <dgm:pt modelId="{70085C36-6245-467E-8944-6B4EA1F95204}">
      <dgm:prSet/>
      <dgm:spPr/>
      <dgm:t>
        <a:bodyPr/>
        <a:lstStyle/>
        <a:p>
          <a:r>
            <a:rPr lang="en-US" baseline="0"/>
            <a:t>Continuous Integration (CI)</a:t>
          </a:r>
          <a:endParaRPr lang="en-US"/>
        </a:p>
      </dgm:t>
    </dgm:pt>
    <dgm:pt modelId="{E8946C2F-34D6-4297-B878-E5E4C0DBC0B5}" type="parTrans" cxnId="{22D7DAAE-8194-4E88-BE26-A2A07F4D0B24}">
      <dgm:prSet/>
      <dgm:spPr/>
      <dgm:t>
        <a:bodyPr/>
        <a:lstStyle/>
        <a:p>
          <a:endParaRPr lang="en-US"/>
        </a:p>
      </dgm:t>
    </dgm:pt>
    <dgm:pt modelId="{D17A80B3-9842-4DEF-AB04-E7EAD8C944FB}" type="sibTrans" cxnId="{22D7DAAE-8194-4E88-BE26-A2A07F4D0B24}">
      <dgm:prSet/>
      <dgm:spPr/>
      <dgm:t>
        <a:bodyPr/>
        <a:lstStyle/>
        <a:p>
          <a:endParaRPr lang="en-US"/>
        </a:p>
      </dgm:t>
    </dgm:pt>
    <dgm:pt modelId="{73F65F91-7F5D-4EC9-8C21-95BF034F264F}">
      <dgm:prSet/>
      <dgm:spPr/>
      <dgm:t>
        <a:bodyPr/>
        <a:lstStyle/>
        <a:p>
          <a:r>
            <a:rPr lang="en-US" baseline="0"/>
            <a:t>Team develops from same repository</a:t>
          </a:r>
          <a:endParaRPr lang="en-US"/>
        </a:p>
      </dgm:t>
    </dgm:pt>
    <dgm:pt modelId="{9ED63DED-D5D8-4CC0-8FA3-14F6F9413164}" type="parTrans" cxnId="{F1DD88F0-6B20-407D-94E8-51BF7E244347}">
      <dgm:prSet/>
      <dgm:spPr/>
      <dgm:t>
        <a:bodyPr/>
        <a:lstStyle/>
        <a:p>
          <a:endParaRPr lang="en-US"/>
        </a:p>
      </dgm:t>
    </dgm:pt>
    <dgm:pt modelId="{179E016C-FE38-44D9-BB6E-13CED39A9434}" type="sibTrans" cxnId="{F1DD88F0-6B20-407D-94E8-51BF7E244347}">
      <dgm:prSet/>
      <dgm:spPr/>
      <dgm:t>
        <a:bodyPr/>
        <a:lstStyle/>
        <a:p>
          <a:endParaRPr lang="en-US"/>
        </a:p>
      </dgm:t>
    </dgm:pt>
    <dgm:pt modelId="{05CD359E-5A6C-4A4A-A183-316A949D62BC}">
      <dgm:prSet/>
      <dgm:spPr/>
      <dgm:t>
        <a:bodyPr/>
        <a:lstStyle/>
        <a:p>
          <a:r>
            <a:rPr lang="en-US" baseline="0"/>
            <a:t>Limited drift from master branch</a:t>
          </a:r>
          <a:endParaRPr lang="en-US"/>
        </a:p>
      </dgm:t>
    </dgm:pt>
    <dgm:pt modelId="{F237F05C-B3D4-4882-9C90-3FF82B2D814C}" type="parTrans" cxnId="{9C02AD8E-10B5-4530-831B-CCDD14160F45}">
      <dgm:prSet/>
      <dgm:spPr/>
      <dgm:t>
        <a:bodyPr/>
        <a:lstStyle/>
        <a:p>
          <a:endParaRPr lang="en-US"/>
        </a:p>
      </dgm:t>
    </dgm:pt>
    <dgm:pt modelId="{7012DB1A-6E52-48F2-B12F-84082A6E9B76}" type="sibTrans" cxnId="{9C02AD8E-10B5-4530-831B-CCDD14160F45}">
      <dgm:prSet/>
      <dgm:spPr/>
      <dgm:t>
        <a:bodyPr/>
        <a:lstStyle/>
        <a:p>
          <a:endParaRPr lang="en-US"/>
        </a:p>
      </dgm:t>
    </dgm:pt>
    <dgm:pt modelId="{F9DCEE92-2D5E-4882-B76F-7A37A428AF82}">
      <dgm:prSet/>
      <dgm:spPr/>
      <dgm:t>
        <a:bodyPr/>
        <a:lstStyle/>
        <a:p>
          <a:r>
            <a:rPr lang="en-US" baseline="0"/>
            <a:t>Results contain few bugs</a:t>
          </a:r>
          <a:endParaRPr lang="en-US"/>
        </a:p>
      </dgm:t>
    </dgm:pt>
    <dgm:pt modelId="{44D46F33-D5B1-4334-849B-1D5FD2B7E406}" type="parTrans" cxnId="{A7EA3A9E-42A8-446F-83F7-3CD13D850D40}">
      <dgm:prSet/>
      <dgm:spPr/>
      <dgm:t>
        <a:bodyPr/>
        <a:lstStyle/>
        <a:p>
          <a:endParaRPr lang="en-US"/>
        </a:p>
      </dgm:t>
    </dgm:pt>
    <dgm:pt modelId="{CA2B1766-152C-4531-BD83-1FCBD2A1D508}" type="sibTrans" cxnId="{A7EA3A9E-42A8-446F-83F7-3CD13D850D40}">
      <dgm:prSet/>
      <dgm:spPr/>
      <dgm:t>
        <a:bodyPr/>
        <a:lstStyle/>
        <a:p>
          <a:endParaRPr lang="en-US"/>
        </a:p>
      </dgm:t>
    </dgm:pt>
    <dgm:pt modelId="{25CC1237-47C0-4720-B7FF-C2288BE68C47}">
      <dgm:prSet/>
      <dgm:spPr/>
      <dgm:t>
        <a:bodyPr/>
        <a:lstStyle/>
        <a:p>
          <a:r>
            <a:rPr lang="en-US" baseline="0"/>
            <a:t>Software works properly</a:t>
          </a:r>
          <a:endParaRPr lang="en-US"/>
        </a:p>
      </dgm:t>
    </dgm:pt>
    <dgm:pt modelId="{E9359327-1A40-45DB-8978-41F39D1D77BB}" type="parTrans" cxnId="{AB65F97D-BEDA-4169-AF8F-98E55750A06C}">
      <dgm:prSet/>
      <dgm:spPr/>
      <dgm:t>
        <a:bodyPr/>
        <a:lstStyle/>
        <a:p>
          <a:endParaRPr lang="en-US"/>
        </a:p>
      </dgm:t>
    </dgm:pt>
    <dgm:pt modelId="{D18D2337-C23A-49D1-A268-2CC87B2BD343}" type="sibTrans" cxnId="{AB65F97D-BEDA-4169-AF8F-98E55750A06C}">
      <dgm:prSet/>
      <dgm:spPr/>
      <dgm:t>
        <a:bodyPr/>
        <a:lstStyle/>
        <a:p>
          <a:endParaRPr lang="en-US"/>
        </a:p>
      </dgm:t>
    </dgm:pt>
    <dgm:pt modelId="{A26487A5-119F-4300-BD11-40882135099D}">
      <dgm:prSet/>
      <dgm:spPr/>
      <dgm:t>
        <a:bodyPr/>
        <a:lstStyle/>
        <a:p>
          <a:r>
            <a:rPr lang="en-US" baseline="0"/>
            <a:t>Continuous Delivery (CD)</a:t>
          </a:r>
          <a:endParaRPr lang="en-US"/>
        </a:p>
      </dgm:t>
    </dgm:pt>
    <dgm:pt modelId="{EB8DD0A5-2826-4644-8FC2-5963AA6F2F4F}" type="parTrans" cxnId="{EBC2B831-6E02-439D-8AE4-0A29EDD6A0CB}">
      <dgm:prSet/>
      <dgm:spPr/>
      <dgm:t>
        <a:bodyPr/>
        <a:lstStyle/>
        <a:p>
          <a:endParaRPr lang="en-US"/>
        </a:p>
      </dgm:t>
    </dgm:pt>
    <dgm:pt modelId="{24806BB8-9E0A-48A5-9CA5-CDFF175DAC58}" type="sibTrans" cxnId="{EBC2B831-6E02-439D-8AE4-0A29EDD6A0CB}">
      <dgm:prSet/>
      <dgm:spPr/>
      <dgm:t>
        <a:bodyPr/>
        <a:lstStyle/>
        <a:p>
          <a:endParaRPr lang="en-US"/>
        </a:p>
      </dgm:t>
    </dgm:pt>
    <dgm:pt modelId="{466BA45E-C7E2-450C-A3DE-96252FC09EDE}">
      <dgm:prSet/>
      <dgm:spPr/>
      <dgm:t>
        <a:bodyPr/>
        <a:lstStyle/>
        <a:p>
          <a:r>
            <a:rPr lang="en-US" baseline="0"/>
            <a:t>Produce software/updates in short cycles</a:t>
          </a:r>
          <a:endParaRPr lang="en-US"/>
        </a:p>
      </dgm:t>
    </dgm:pt>
    <dgm:pt modelId="{C8D57301-D007-40DA-A85C-D40A269969BA}" type="parTrans" cxnId="{EEADC819-EF73-4097-A6D1-4312370D4BA6}">
      <dgm:prSet/>
      <dgm:spPr/>
      <dgm:t>
        <a:bodyPr/>
        <a:lstStyle/>
        <a:p>
          <a:endParaRPr lang="en-US"/>
        </a:p>
      </dgm:t>
    </dgm:pt>
    <dgm:pt modelId="{8F249816-58AB-45B6-8903-E5FE1ED0D5CE}" type="sibTrans" cxnId="{EEADC819-EF73-4097-A6D1-4312370D4BA6}">
      <dgm:prSet/>
      <dgm:spPr/>
      <dgm:t>
        <a:bodyPr/>
        <a:lstStyle/>
        <a:p>
          <a:endParaRPr lang="en-US"/>
        </a:p>
      </dgm:t>
    </dgm:pt>
    <dgm:pt modelId="{57D8DAE3-F15C-4641-9C55-53BCA5F7E49E}">
      <dgm:prSet/>
      <dgm:spPr/>
      <dgm:t>
        <a:bodyPr/>
        <a:lstStyle/>
        <a:p>
          <a:r>
            <a:rPr lang="en-US" baseline="0"/>
            <a:t>Allows: building, testing, and releasing code with greater speed and frequency</a:t>
          </a:r>
          <a:endParaRPr lang="en-US"/>
        </a:p>
      </dgm:t>
    </dgm:pt>
    <dgm:pt modelId="{74CD1525-4CAA-4633-9C8D-2275DAACC1C8}" type="parTrans" cxnId="{1EA17A34-617D-4A8F-A9A1-BFD2044EB9C9}">
      <dgm:prSet/>
      <dgm:spPr/>
      <dgm:t>
        <a:bodyPr/>
        <a:lstStyle/>
        <a:p>
          <a:endParaRPr lang="en-US"/>
        </a:p>
      </dgm:t>
    </dgm:pt>
    <dgm:pt modelId="{E07BEA89-F76D-4063-8B03-839A1E00487C}" type="sibTrans" cxnId="{1EA17A34-617D-4A8F-A9A1-BFD2044EB9C9}">
      <dgm:prSet/>
      <dgm:spPr/>
      <dgm:t>
        <a:bodyPr/>
        <a:lstStyle/>
        <a:p>
          <a:endParaRPr lang="en-US"/>
        </a:p>
      </dgm:t>
    </dgm:pt>
    <dgm:pt modelId="{54D8E8A7-A5B7-4AB3-AF90-4AA271998DA7}">
      <dgm:prSet/>
      <dgm:spPr/>
      <dgm:t>
        <a:bodyPr/>
        <a:lstStyle/>
        <a:p>
          <a:r>
            <a:rPr lang="en-US" baseline="0"/>
            <a:t>Reduces: cost, time, and risk of delivering changes by allowing for more incremental updates to applications/scripts</a:t>
          </a:r>
          <a:endParaRPr lang="en-US"/>
        </a:p>
      </dgm:t>
    </dgm:pt>
    <dgm:pt modelId="{6A0A0C61-6FFD-41A2-BC87-787F5DD10E82}" type="parTrans" cxnId="{1E71DFE9-F58F-4EAC-BD3A-938897D7F2EF}">
      <dgm:prSet/>
      <dgm:spPr/>
      <dgm:t>
        <a:bodyPr/>
        <a:lstStyle/>
        <a:p>
          <a:endParaRPr lang="en-US"/>
        </a:p>
      </dgm:t>
    </dgm:pt>
    <dgm:pt modelId="{89AB523D-3C25-468D-8566-F6433196CF93}" type="sibTrans" cxnId="{1E71DFE9-F58F-4EAC-BD3A-938897D7F2EF}">
      <dgm:prSet/>
      <dgm:spPr/>
      <dgm:t>
        <a:bodyPr/>
        <a:lstStyle/>
        <a:p>
          <a:endParaRPr lang="en-US"/>
        </a:p>
      </dgm:t>
    </dgm:pt>
    <dgm:pt modelId="{86197CC7-E543-438A-9370-981E6C159777}">
      <dgm:prSet phldr="0"/>
      <dgm:spPr/>
      <dgm:t>
        <a:bodyPr/>
        <a:lstStyle/>
        <a:p>
          <a:endParaRPr lang="en-US" baseline="0">
            <a:latin typeface="Segoe UI Semibold"/>
          </a:endParaRPr>
        </a:p>
      </dgm:t>
    </dgm:pt>
    <dgm:pt modelId="{2E1E70E9-F1A8-4AC9-BD51-4FFEFC16A172}" type="parTrans" cxnId="{441B09F7-58DA-4EFD-B2A3-BAF1D24A0E66}">
      <dgm:prSet/>
      <dgm:spPr/>
    </dgm:pt>
    <dgm:pt modelId="{414123D1-581A-43F7-8FC0-2AF7EB9F69FA}" type="sibTrans" cxnId="{441B09F7-58DA-4EFD-B2A3-BAF1D24A0E66}">
      <dgm:prSet/>
      <dgm:spPr/>
    </dgm:pt>
    <dgm:pt modelId="{CBB42AC5-A2A4-4D92-AE94-F0BEB24789E8}" type="pres">
      <dgm:prSet presAssocID="{866F6548-D32D-4AF5-B229-224F121B15AB}" presName="linear" presStyleCnt="0">
        <dgm:presLayoutVars>
          <dgm:animLvl val="lvl"/>
          <dgm:resizeHandles val="exact"/>
        </dgm:presLayoutVars>
      </dgm:prSet>
      <dgm:spPr/>
    </dgm:pt>
    <dgm:pt modelId="{85D17632-0F44-442E-85FF-D8881A355F96}" type="pres">
      <dgm:prSet presAssocID="{70085C36-6245-467E-8944-6B4EA1F95204}" presName="parentText" presStyleLbl="node1" presStyleIdx="0" presStyleCnt="2">
        <dgm:presLayoutVars>
          <dgm:chMax val="0"/>
          <dgm:bulletEnabled val="1"/>
        </dgm:presLayoutVars>
      </dgm:prSet>
      <dgm:spPr/>
    </dgm:pt>
    <dgm:pt modelId="{FF119B6E-4A72-4A5A-97B3-65718B84B64B}" type="pres">
      <dgm:prSet presAssocID="{70085C36-6245-467E-8944-6B4EA1F95204}" presName="childText" presStyleLbl="revTx" presStyleIdx="0" presStyleCnt="2">
        <dgm:presLayoutVars>
          <dgm:bulletEnabled val="1"/>
        </dgm:presLayoutVars>
      </dgm:prSet>
      <dgm:spPr/>
    </dgm:pt>
    <dgm:pt modelId="{21E9410D-919C-4478-8028-D192E838CF32}" type="pres">
      <dgm:prSet presAssocID="{A26487A5-119F-4300-BD11-40882135099D}" presName="parentText" presStyleLbl="node1" presStyleIdx="1" presStyleCnt="2">
        <dgm:presLayoutVars>
          <dgm:chMax val="0"/>
          <dgm:bulletEnabled val="1"/>
        </dgm:presLayoutVars>
      </dgm:prSet>
      <dgm:spPr/>
    </dgm:pt>
    <dgm:pt modelId="{16827173-A2DA-411A-A1D0-56A0D09F286D}" type="pres">
      <dgm:prSet presAssocID="{A26487A5-119F-4300-BD11-40882135099D}" presName="childText" presStyleLbl="revTx" presStyleIdx="1" presStyleCnt="2">
        <dgm:presLayoutVars>
          <dgm:bulletEnabled val="1"/>
        </dgm:presLayoutVars>
      </dgm:prSet>
      <dgm:spPr/>
    </dgm:pt>
  </dgm:ptLst>
  <dgm:cxnLst>
    <dgm:cxn modelId="{44003C05-7F33-4A3D-8620-CDFD84B1263B}" type="presOf" srcId="{866F6548-D32D-4AF5-B229-224F121B15AB}" destId="{CBB42AC5-A2A4-4D92-AE94-F0BEB24789E8}" srcOrd="0" destOrd="0" presId="urn:microsoft.com/office/officeart/2005/8/layout/vList2"/>
    <dgm:cxn modelId="{24E71818-7D2C-41CA-B68B-92797DDC2133}" type="presOf" srcId="{25CC1237-47C0-4720-B7FF-C2288BE68C47}" destId="{FF119B6E-4A72-4A5A-97B3-65718B84B64B}" srcOrd="0" destOrd="3" presId="urn:microsoft.com/office/officeart/2005/8/layout/vList2"/>
    <dgm:cxn modelId="{EEADC819-EF73-4097-A6D1-4312370D4BA6}" srcId="{A26487A5-119F-4300-BD11-40882135099D}" destId="{466BA45E-C7E2-450C-A3DE-96252FC09EDE}" srcOrd="0" destOrd="0" parTransId="{C8D57301-D007-40DA-A85C-D40A269969BA}" sibTransId="{8F249816-58AB-45B6-8903-E5FE1ED0D5CE}"/>
    <dgm:cxn modelId="{21E21A2B-8D72-4C5E-89DC-60386D07EA4E}" type="presOf" srcId="{A26487A5-119F-4300-BD11-40882135099D}" destId="{21E9410D-919C-4478-8028-D192E838CF32}" srcOrd="0" destOrd="0" presId="urn:microsoft.com/office/officeart/2005/8/layout/vList2"/>
    <dgm:cxn modelId="{EBC2B831-6E02-439D-8AE4-0A29EDD6A0CB}" srcId="{866F6548-D32D-4AF5-B229-224F121B15AB}" destId="{A26487A5-119F-4300-BD11-40882135099D}" srcOrd="1" destOrd="0" parTransId="{EB8DD0A5-2826-4644-8FC2-5963AA6F2F4F}" sibTransId="{24806BB8-9E0A-48A5-9CA5-CDFF175DAC58}"/>
    <dgm:cxn modelId="{1EA17A34-617D-4A8F-A9A1-BFD2044EB9C9}" srcId="{A26487A5-119F-4300-BD11-40882135099D}" destId="{57D8DAE3-F15C-4641-9C55-53BCA5F7E49E}" srcOrd="1" destOrd="0" parTransId="{74CD1525-4CAA-4633-9C8D-2275DAACC1C8}" sibTransId="{E07BEA89-F76D-4063-8B03-839A1E00487C}"/>
    <dgm:cxn modelId="{F0C2D741-1573-404F-B06C-60717238ACD0}" type="presOf" srcId="{F9DCEE92-2D5E-4882-B76F-7A37A428AF82}" destId="{FF119B6E-4A72-4A5A-97B3-65718B84B64B}" srcOrd="0" destOrd="2" presId="urn:microsoft.com/office/officeart/2005/8/layout/vList2"/>
    <dgm:cxn modelId="{E2056162-6ADF-4C34-B54A-7B3A9C52FB96}" type="presOf" srcId="{57D8DAE3-F15C-4641-9C55-53BCA5F7E49E}" destId="{16827173-A2DA-411A-A1D0-56A0D09F286D}" srcOrd="0" destOrd="1" presId="urn:microsoft.com/office/officeart/2005/8/layout/vList2"/>
    <dgm:cxn modelId="{A97A8867-CA1F-44D9-9134-DA359CE86E2C}" type="presOf" srcId="{466BA45E-C7E2-450C-A3DE-96252FC09EDE}" destId="{16827173-A2DA-411A-A1D0-56A0D09F286D}" srcOrd="0" destOrd="0" presId="urn:microsoft.com/office/officeart/2005/8/layout/vList2"/>
    <dgm:cxn modelId="{8F287479-1965-4716-9342-D3C9126E8140}" type="presOf" srcId="{86197CC7-E543-438A-9370-981E6C159777}" destId="{FF119B6E-4A72-4A5A-97B3-65718B84B64B}" srcOrd="0" destOrd="4" presId="urn:microsoft.com/office/officeart/2005/8/layout/vList2"/>
    <dgm:cxn modelId="{AB65F97D-BEDA-4169-AF8F-98E55750A06C}" srcId="{70085C36-6245-467E-8944-6B4EA1F95204}" destId="{25CC1237-47C0-4720-B7FF-C2288BE68C47}" srcOrd="3" destOrd="0" parTransId="{E9359327-1A40-45DB-8978-41F39D1D77BB}" sibTransId="{D18D2337-C23A-49D1-A268-2CC87B2BD343}"/>
    <dgm:cxn modelId="{9C02AD8E-10B5-4530-831B-CCDD14160F45}" srcId="{70085C36-6245-467E-8944-6B4EA1F95204}" destId="{05CD359E-5A6C-4A4A-A183-316A949D62BC}" srcOrd="1" destOrd="0" parTransId="{F237F05C-B3D4-4882-9C90-3FF82B2D814C}" sibTransId="{7012DB1A-6E52-48F2-B12F-84082A6E9B76}"/>
    <dgm:cxn modelId="{A7EA3A9E-42A8-446F-83F7-3CD13D850D40}" srcId="{70085C36-6245-467E-8944-6B4EA1F95204}" destId="{F9DCEE92-2D5E-4882-B76F-7A37A428AF82}" srcOrd="2" destOrd="0" parTransId="{44D46F33-D5B1-4334-849B-1D5FD2B7E406}" sibTransId="{CA2B1766-152C-4531-BD83-1FCBD2A1D508}"/>
    <dgm:cxn modelId="{EC1C01A4-7D0A-4382-8A95-FDED8EABC1CB}" type="presOf" srcId="{73F65F91-7F5D-4EC9-8C21-95BF034F264F}" destId="{FF119B6E-4A72-4A5A-97B3-65718B84B64B}" srcOrd="0" destOrd="0" presId="urn:microsoft.com/office/officeart/2005/8/layout/vList2"/>
    <dgm:cxn modelId="{22D7DAAE-8194-4E88-BE26-A2A07F4D0B24}" srcId="{866F6548-D32D-4AF5-B229-224F121B15AB}" destId="{70085C36-6245-467E-8944-6B4EA1F95204}" srcOrd="0" destOrd="0" parTransId="{E8946C2F-34D6-4297-B878-E5E4C0DBC0B5}" sibTransId="{D17A80B3-9842-4DEF-AB04-E7EAD8C944FB}"/>
    <dgm:cxn modelId="{553A01BF-DDD1-47D1-A358-3FA5A89E2A73}" type="presOf" srcId="{05CD359E-5A6C-4A4A-A183-316A949D62BC}" destId="{FF119B6E-4A72-4A5A-97B3-65718B84B64B}" srcOrd="0" destOrd="1" presId="urn:microsoft.com/office/officeart/2005/8/layout/vList2"/>
    <dgm:cxn modelId="{614B74E4-74F3-4C23-BCA9-0B277C81C1FD}" type="presOf" srcId="{54D8E8A7-A5B7-4AB3-AF90-4AA271998DA7}" destId="{16827173-A2DA-411A-A1D0-56A0D09F286D}" srcOrd="0" destOrd="2" presId="urn:microsoft.com/office/officeart/2005/8/layout/vList2"/>
    <dgm:cxn modelId="{1E71DFE9-F58F-4EAC-BD3A-938897D7F2EF}" srcId="{A26487A5-119F-4300-BD11-40882135099D}" destId="{54D8E8A7-A5B7-4AB3-AF90-4AA271998DA7}" srcOrd="2" destOrd="0" parTransId="{6A0A0C61-6FFD-41A2-BC87-787F5DD10E82}" sibTransId="{89AB523D-3C25-468D-8566-F6433196CF93}"/>
    <dgm:cxn modelId="{1B04B3EF-F6F8-4B3B-81AB-FC1B39348093}" type="presOf" srcId="{70085C36-6245-467E-8944-6B4EA1F95204}" destId="{85D17632-0F44-442E-85FF-D8881A355F96}" srcOrd="0" destOrd="0" presId="urn:microsoft.com/office/officeart/2005/8/layout/vList2"/>
    <dgm:cxn modelId="{F1DD88F0-6B20-407D-94E8-51BF7E244347}" srcId="{70085C36-6245-467E-8944-6B4EA1F95204}" destId="{73F65F91-7F5D-4EC9-8C21-95BF034F264F}" srcOrd="0" destOrd="0" parTransId="{9ED63DED-D5D8-4CC0-8FA3-14F6F9413164}" sibTransId="{179E016C-FE38-44D9-BB6E-13CED39A9434}"/>
    <dgm:cxn modelId="{441B09F7-58DA-4EFD-B2A3-BAF1D24A0E66}" srcId="{70085C36-6245-467E-8944-6B4EA1F95204}" destId="{86197CC7-E543-438A-9370-981E6C159777}" srcOrd="4" destOrd="0" parTransId="{2E1E70E9-F1A8-4AC9-BD51-4FFEFC16A172}" sibTransId="{414123D1-581A-43F7-8FC0-2AF7EB9F69FA}"/>
    <dgm:cxn modelId="{1A38A387-0E65-4E2A-BE31-CF8B1A7F41C8}" type="presParOf" srcId="{CBB42AC5-A2A4-4D92-AE94-F0BEB24789E8}" destId="{85D17632-0F44-442E-85FF-D8881A355F96}" srcOrd="0" destOrd="0" presId="urn:microsoft.com/office/officeart/2005/8/layout/vList2"/>
    <dgm:cxn modelId="{92138A06-2479-4379-AAD0-23745ACC392C}" type="presParOf" srcId="{CBB42AC5-A2A4-4D92-AE94-F0BEB24789E8}" destId="{FF119B6E-4A72-4A5A-97B3-65718B84B64B}" srcOrd="1" destOrd="0" presId="urn:microsoft.com/office/officeart/2005/8/layout/vList2"/>
    <dgm:cxn modelId="{47E018CD-9229-47DF-9D18-75D15E02CF69}" type="presParOf" srcId="{CBB42AC5-A2A4-4D92-AE94-F0BEB24789E8}" destId="{21E9410D-919C-4478-8028-D192E838CF32}" srcOrd="2" destOrd="0" presId="urn:microsoft.com/office/officeart/2005/8/layout/vList2"/>
    <dgm:cxn modelId="{D269A0D8-C991-4B9B-9B48-15DE8B93C0E2}" type="presParOf" srcId="{CBB42AC5-A2A4-4D92-AE94-F0BEB24789E8}" destId="{16827173-A2DA-411A-A1D0-56A0D09F286D}" srcOrd="3"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E3E1BFD-C3DE-4077-896F-1F67E740E3DA}"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96C43588-EB0D-4E33-AC99-C27C99EC4AD3}">
      <dgm:prSet/>
      <dgm:spPr/>
      <dgm:t>
        <a:bodyPr/>
        <a:lstStyle/>
        <a:p>
          <a:r>
            <a:rPr lang="en-US"/>
            <a:t>Harness collaboration</a:t>
          </a:r>
        </a:p>
      </dgm:t>
    </dgm:pt>
    <dgm:pt modelId="{6A132A93-EF0E-43D5-8B26-95653F6A87F6}" type="parTrans" cxnId="{715F81D7-E3FA-4430-A465-3ABD02D22A55}">
      <dgm:prSet/>
      <dgm:spPr/>
      <dgm:t>
        <a:bodyPr/>
        <a:lstStyle/>
        <a:p>
          <a:endParaRPr lang="en-US"/>
        </a:p>
      </dgm:t>
    </dgm:pt>
    <dgm:pt modelId="{FC88240E-7867-48E4-B4A8-F9AFEC0B63F8}" type="sibTrans" cxnId="{715F81D7-E3FA-4430-A465-3ABD02D22A55}">
      <dgm:prSet/>
      <dgm:spPr/>
      <dgm:t>
        <a:bodyPr/>
        <a:lstStyle/>
        <a:p>
          <a:endParaRPr lang="en-US"/>
        </a:p>
      </dgm:t>
    </dgm:pt>
    <dgm:pt modelId="{88F236D8-02DC-48B0-819B-7D0BFEB5E1E5}">
      <dgm:prSet/>
      <dgm:spPr/>
      <dgm:t>
        <a:bodyPr/>
        <a:lstStyle/>
        <a:p>
          <a:r>
            <a:rPr lang="en-US"/>
            <a:t>Enable parallel development</a:t>
          </a:r>
        </a:p>
      </dgm:t>
    </dgm:pt>
    <dgm:pt modelId="{9650731E-18C5-4DDE-862A-62E5BD34E9FA}" type="parTrans" cxnId="{BEEC4AC5-146E-47D5-9202-B2CFF21F34A2}">
      <dgm:prSet/>
      <dgm:spPr/>
      <dgm:t>
        <a:bodyPr/>
        <a:lstStyle/>
        <a:p>
          <a:endParaRPr lang="en-US"/>
        </a:p>
      </dgm:t>
    </dgm:pt>
    <dgm:pt modelId="{25B96D18-051C-4188-B603-B912161D295E}" type="sibTrans" cxnId="{BEEC4AC5-146E-47D5-9202-B2CFF21F34A2}">
      <dgm:prSet/>
      <dgm:spPr/>
      <dgm:t>
        <a:bodyPr/>
        <a:lstStyle/>
        <a:p>
          <a:endParaRPr lang="en-US"/>
        </a:p>
      </dgm:t>
    </dgm:pt>
    <dgm:pt modelId="{DF142426-0EFE-42E0-8228-6130F91AA7DE}">
      <dgm:prSet/>
      <dgm:spPr/>
      <dgm:t>
        <a:bodyPr/>
        <a:lstStyle/>
        <a:p>
          <a:r>
            <a:rPr lang="en-US"/>
            <a:t>Minimize integration debt</a:t>
          </a:r>
        </a:p>
      </dgm:t>
    </dgm:pt>
    <dgm:pt modelId="{22200BF6-5F85-414D-B38D-000BD5097D98}" type="parTrans" cxnId="{6C4F5D6E-5FAE-434E-8AFA-E9800B56FABE}">
      <dgm:prSet/>
      <dgm:spPr/>
      <dgm:t>
        <a:bodyPr/>
        <a:lstStyle/>
        <a:p>
          <a:endParaRPr lang="en-US"/>
        </a:p>
      </dgm:t>
    </dgm:pt>
    <dgm:pt modelId="{DA532924-D4A8-40B8-A422-46EB0CEF8AEE}" type="sibTrans" cxnId="{6C4F5D6E-5FAE-434E-8AFA-E9800B56FABE}">
      <dgm:prSet/>
      <dgm:spPr/>
      <dgm:t>
        <a:bodyPr/>
        <a:lstStyle/>
        <a:p>
          <a:endParaRPr lang="en-US"/>
        </a:p>
      </dgm:t>
    </dgm:pt>
    <dgm:pt modelId="{3CAEE745-5098-4347-825B-803E8F364823}">
      <dgm:prSet/>
      <dgm:spPr/>
      <dgm:t>
        <a:bodyPr/>
        <a:lstStyle/>
        <a:p>
          <a:r>
            <a:rPr lang="en-US"/>
            <a:t>Act as a quality gate</a:t>
          </a:r>
        </a:p>
      </dgm:t>
    </dgm:pt>
    <dgm:pt modelId="{4752604F-E80F-4E8B-9DFE-E264CB2B3206}" type="parTrans" cxnId="{AC2944FD-82E5-4AA1-ACE4-8B5900B5B36D}">
      <dgm:prSet/>
      <dgm:spPr/>
      <dgm:t>
        <a:bodyPr/>
        <a:lstStyle/>
        <a:p>
          <a:endParaRPr lang="en-US"/>
        </a:p>
      </dgm:t>
    </dgm:pt>
    <dgm:pt modelId="{E9E734AE-F78F-4EAE-A941-1E0699C072E2}" type="sibTrans" cxnId="{AC2944FD-82E5-4AA1-ACE4-8B5900B5B36D}">
      <dgm:prSet/>
      <dgm:spPr/>
      <dgm:t>
        <a:bodyPr/>
        <a:lstStyle/>
        <a:p>
          <a:endParaRPr lang="en-US"/>
        </a:p>
      </dgm:t>
    </dgm:pt>
    <dgm:pt modelId="{69B10777-A8E0-4B90-8D22-CBD150DDF420}" type="pres">
      <dgm:prSet presAssocID="{5E3E1BFD-C3DE-4077-896F-1F67E740E3DA}" presName="root" presStyleCnt="0">
        <dgm:presLayoutVars>
          <dgm:dir/>
          <dgm:resizeHandles val="exact"/>
        </dgm:presLayoutVars>
      </dgm:prSet>
      <dgm:spPr/>
    </dgm:pt>
    <dgm:pt modelId="{ABD462C4-77AE-410A-9D4D-A511E7DB8289}" type="pres">
      <dgm:prSet presAssocID="{96C43588-EB0D-4E33-AC99-C27C99EC4AD3}" presName="compNode" presStyleCnt="0"/>
      <dgm:spPr/>
    </dgm:pt>
    <dgm:pt modelId="{98F8AA9E-1A97-4A93-B783-2494838E4AB9}" type="pres">
      <dgm:prSet presAssocID="{96C43588-EB0D-4E33-AC99-C27C99EC4AD3}" presName="bgRect" presStyleLbl="bgShp" presStyleIdx="0" presStyleCnt="4"/>
      <dgm:spPr/>
    </dgm:pt>
    <dgm:pt modelId="{F6A93692-3A02-498B-B009-2E1E404EE69B}" type="pres">
      <dgm:prSet presAssocID="{96C43588-EB0D-4E33-AC99-C27C99EC4AD3}"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andshake"/>
        </a:ext>
      </dgm:extLst>
    </dgm:pt>
    <dgm:pt modelId="{4371FA43-1F12-45C7-A84B-5D9C5C21A32D}" type="pres">
      <dgm:prSet presAssocID="{96C43588-EB0D-4E33-AC99-C27C99EC4AD3}" presName="spaceRect" presStyleCnt="0"/>
      <dgm:spPr/>
    </dgm:pt>
    <dgm:pt modelId="{3F220836-1F43-419E-B7C0-A70DF7DF3085}" type="pres">
      <dgm:prSet presAssocID="{96C43588-EB0D-4E33-AC99-C27C99EC4AD3}" presName="parTx" presStyleLbl="revTx" presStyleIdx="0" presStyleCnt="4">
        <dgm:presLayoutVars>
          <dgm:chMax val="0"/>
          <dgm:chPref val="0"/>
        </dgm:presLayoutVars>
      </dgm:prSet>
      <dgm:spPr/>
    </dgm:pt>
    <dgm:pt modelId="{EA38B33A-24E9-4E7E-B440-0CE0C7853A4C}" type="pres">
      <dgm:prSet presAssocID="{FC88240E-7867-48E4-B4A8-F9AFEC0B63F8}" presName="sibTrans" presStyleCnt="0"/>
      <dgm:spPr/>
    </dgm:pt>
    <dgm:pt modelId="{6CD1BB1A-FCDB-48FC-89A8-B830D602CC6E}" type="pres">
      <dgm:prSet presAssocID="{88F236D8-02DC-48B0-819B-7D0BFEB5E1E5}" presName="compNode" presStyleCnt="0"/>
      <dgm:spPr/>
    </dgm:pt>
    <dgm:pt modelId="{33CA625F-9F51-48EB-94F1-BFE84A98A5FC}" type="pres">
      <dgm:prSet presAssocID="{88F236D8-02DC-48B0-819B-7D0BFEB5E1E5}" presName="bgRect" presStyleLbl="bgShp" presStyleIdx="1" presStyleCnt="4"/>
      <dgm:spPr/>
    </dgm:pt>
    <dgm:pt modelId="{107E4D9A-DE53-492E-A53A-2BAA710E2117}" type="pres">
      <dgm:prSet presAssocID="{88F236D8-02DC-48B0-819B-7D0BFEB5E1E5}"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heckmark"/>
        </a:ext>
      </dgm:extLst>
    </dgm:pt>
    <dgm:pt modelId="{E262964C-CC31-4A36-B043-A07451095332}" type="pres">
      <dgm:prSet presAssocID="{88F236D8-02DC-48B0-819B-7D0BFEB5E1E5}" presName="spaceRect" presStyleCnt="0"/>
      <dgm:spPr/>
    </dgm:pt>
    <dgm:pt modelId="{54526B59-6A2F-492E-ABF2-BFAAD6A6AC1F}" type="pres">
      <dgm:prSet presAssocID="{88F236D8-02DC-48B0-819B-7D0BFEB5E1E5}" presName="parTx" presStyleLbl="revTx" presStyleIdx="1" presStyleCnt="4">
        <dgm:presLayoutVars>
          <dgm:chMax val="0"/>
          <dgm:chPref val="0"/>
        </dgm:presLayoutVars>
      </dgm:prSet>
      <dgm:spPr/>
    </dgm:pt>
    <dgm:pt modelId="{89F90DA1-DAA4-4D1F-9F3C-AE68A5C9C96A}" type="pres">
      <dgm:prSet presAssocID="{25B96D18-051C-4188-B603-B912161D295E}" presName="sibTrans" presStyleCnt="0"/>
      <dgm:spPr/>
    </dgm:pt>
    <dgm:pt modelId="{3E6F63B7-1811-47F8-B888-6BCA2A3DFDD4}" type="pres">
      <dgm:prSet presAssocID="{DF142426-0EFE-42E0-8228-6130F91AA7DE}" presName="compNode" presStyleCnt="0"/>
      <dgm:spPr/>
    </dgm:pt>
    <dgm:pt modelId="{985C680F-F63B-442F-B42E-405458B6B051}" type="pres">
      <dgm:prSet presAssocID="{DF142426-0EFE-42E0-8228-6130F91AA7DE}" presName="bgRect" presStyleLbl="bgShp" presStyleIdx="2" presStyleCnt="4"/>
      <dgm:spPr/>
    </dgm:pt>
    <dgm:pt modelId="{F98AB81D-CE0F-4224-9FDA-A321A2D3F2F2}" type="pres">
      <dgm:prSet presAssocID="{DF142426-0EFE-42E0-8228-6130F91AA7DE}"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Money"/>
        </a:ext>
      </dgm:extLst>
    </dgm:pt>
    <dgm:pt modelId="{C0CBE4FE-C68B-40B3-9F42-3E3A783733BD}" type="pres">
      <dgm:prSet presAssocID="{DF142426-0EFE-42E0-8228-6130F91AA7DE}" presName="spaceRect" presStyleCnt="0"/>
      <dgm:spPr/>
    </dgm:pt>
    <dgm:pt modelId="{7F5D6FC9-A498-490B-8EEA-DD03E75B02B4}" type="pres">
      <dgm:prSet presAssocID="{DF142426-0EFE-42E0-8228-6130F91AA7DE}" presName="parTx" presStyleLbl="revTx" presStyleIdx="2" presStyleCnt="4">
        <dgm:presLayoutVars>
          <dgm:chMax val="0"/>
          <dgm:chPref val="0"/>
        </dgm:presLayoutVars>
      </dgm:prSet>
      <dgm:spPr/>
    </dgm:pt>
    <dgm:pt modelId="{76BE3544-E25F-4AA0-92A2-9EEF93DB647C}" type="pres">
      <dgm:prSet presAssocID="{DA532924-D4A8-40B8-A422-46EB0CEF8AEE}" presName="sibTrans" presStyleCnt="0"/>
      <dgm:spPr/>
    </dgm:pt>
    <dgm:pt modelId="{9DBBD7B7-1570-44F6-8126-D88B365B01B6}" type="pres">
      <dgm:prSet presAssocID="{3CAEE745-5098-4347-825B-803E8F364823}" presName="compNode" presStyleCnt="0"/>
      <dgm:spPr/>
    </dgm:pt>
    <dgm:pt modelId="{F815AA3D-5AE4-4747-B8DA-7E2B8BCBE81D}" type="pres">
      <dgm:prSet presAssocID="{3CAEE745-5098-4347-825B-803E8F364823}" presName="bgRect" presStyleLbl="bgShp" presStyleIdx="3" presStyleCnt="4"/>
      <dgm:spPr/>
    </dgm:pt>
    <dgm:pt modelId="{CD993FEE-33D8-488A-938C-2F67796130A6}" type="pres">
      <dgm:prSet presAssocID="{3CAEE745-5098-4347-825B-803E8F364823}"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Judge"/>
        </a:ext>
      </dgm:extLst>
    </dgm:pt>
    <dgm:pt modelId="{560CD9F1-8E00-4379-9C97-13F354EEEB01}" type="pres">
      <dgm:prSet presAssocID="{3CAEE745-5098-4347-825B-803E8F364823}" presName="spaceRect" presStyleCnt="0"/>
      <dgm:spPr/>
    </dgm:pt>
    <dgm:pt modelId="{84C3667F-2540-4B84-BF90-CC1245409C0F}" type="pres">
      <dgm:prSet presAssocID="{3CAEE745-5098-4347-825B-803E8F364823}" presName="parTx" presStyleLbl="revTx" presStyleIdx="3" presStyleCnt="4">
        <dgm:presLayoutVars>
          <dgm:chMax val="0"/>
          <dgm:chPref val="0"/>
        </dgm:presLayoutVars>
      </dgm:prSet>
      <dgm:spPr/>
    </dgm:pt>
  </dgm:ptLst>
  <dgm:cxnLst>
    <dgm:cxn modelId="{22FBC942-0C7B-45D5-A750-BF88A5074B7B}" type="presOf" srcId="{DF142426-0EFE-42E0-8228-6130F91AA7DE}" destId="{7F5D6FC9-A498-490B-8EEA-DD03E75B02B4}" srcOrd="0" destOrd="0" presId="urn:microsoft.com/office/officeart/2018/2/layout/IconVerticalSolidList"/>
    <dgm:cxn modelId="{6C4F5D6E-5FAE-434E-8AFA-E9800B56FABE}" srcId="{5E3E1BFD-C3DE-4077-896F-1F67E740E3DA}" destId="{DF142426-0EFE-42E0-8228-6130F91AA7DE}" srcOrd="2" destOrd="0" parTransId="{22200BF6-5F85-414D-B38D-000BD5097D98}" sibTransId="{DA532924-D4A8-40B8-A422-46EB0CEF8AEE}"/>
    <dgm:cxn modelId="{6F64448D-00EE-4812-A9D8-072047FB1304}" type="presOf" srcId="{5E3E1BFD-C3DE-4077-896F-1F67E740E3DA}" destId="{69B10777-A8E0-4B90-8D22-CBD150DDF420}" srcOrd="0" destOrd="0" presId="urn:microsoft.com/office/officeart/2018/2/layout/IconVerticalSolidList"/>
    <dgm:cxn modelId="{966D2DB3-DAAD-4330-AA64-A531D2A51937}" type="presOf" srcId="{96C43588-EB0D-4E33-AC99-C27C99EC4AD3}" destId="{3F220836-1F43-419E-B7C0-A70DF7DF3085}" srcOrd="0" destOrd="0" presId="urn:microsoft.com/office/officeart/2018/2/layout/IconVerticalSolidList"/>
    <dgm:cxn modelId="{BEEC4AC5-146E-47D5-9202-B2CFF21F34A2}" srcId="{5E3E1BFD-C3DE-4077-896F-1F67E740E3DA}" destId="{88F236D8-02DC-48B0-819B-7D0BFEB5E1E5}" srcOrd="1" destOrd="0" parTransId="{9650731E-18C5-4DDE-862A-62E5BD34E9FA}" sibTransId="{25B96D18-051C-4188-B603-B912161D295E}"/>
    <dgm:cxn modelId="{715F81D7-E3FA-4430-A465-3ABD02D22A55}" srcId="{5E3E1BFD-C3DE-4077-896F-1F67E740E3DA}" destId="{96C43588-EB0D-4E33-AC99-C27C99EC4AD3}" srcOrd="0" destOrd="0" parTransId="{6A132A93-EF0E-43D5-8B26-95653F6A87F6}" sibTransId="{FC88240E-7867-48E4-B4A8-F9AFEC0B63F8}"/>
    <dgm:cxn modelId="{9A9425E5-6B0A-4286-AA17-6FC6BB61E8D3}" type="presOf" srcId="{88F236D8-02DC-48B0-819B-7D0BFEB5E1E5}" destId="{54526B59-6A2F-492E-ABF2-BFAAD6A6AC1F}" srcOrd="0" destOrd="0" presId="urn:microsoft.com/office/officeart/2018/2/layout/IconVerticalSolidList"/>
    <dgm:cxn modelId="{623D7CF8-395D-4E7C-ACB9-FC6DCC020983}" type="presOf" srcId="{3CAEE745-5098-4347-825B-803E8F364823}" destId="{84C3667F-2540-4B84-BF90-CC1245409C0F}" srcOrd="0" destOrd="0" presId="urn:microsoft.com/office/officeart/2018/2/layout/IconVerticalSolidList"/>
    <dgm:cxn modelId="{AC2944FD-82E5-4AA1-ACE4-8B5900B5B36D}" srcId="{5E3E1BFD-C3DE-4077-896F-1F67E740E3DA}" destId="{3CAEE745-5098-4347-825B-803E8F364823}" srcOrd="3" destOrd="0" parTransId="{4752604F-E80F-4E8B-9DFE-E264CB2B3206}" sibTransId="{E9E734AE-F78F-4EAE-A941-1E0699C072E2}"/>
    <dgm:cxn modelId="{9506AA1B-F7F8-4846-96F7-BD3503C221B1}" type="presParOf" srcId="{69B10777-A8E0-4B90-8D22-CBD150DDF420}" destId="{ABD462C4-77AE-410A-9D4D-A511E7DB8289}" srcOrd="0" destOrd="0" presId="urn:microsoft.com/office/officeart/2018/2/layout/IconVerticalSolidList"/>
    <dgm:cxn modelId="{6828F357-AEAE-40B0-A79A-3B3C8348A722}" type="presParOf" srcId="{ABD462C4-77AE-410A-9D4D-A511E7DB8289}" destId="{98F8AA9E-1A97-4A93-B783-2494838E4AB9}" srcOrd="0" destOrd="0" presId="urn:microsoft.com/office/officeart/2018/2/layout/IconVerticalSolidList"/>
    <dgm:cxn modelId="{D5459BE5-3CC5-4C45-A844-B12676FC0868}" type="presParOf" srcId="{ABD462C4-77AE-410A-9D4D-A511E7DB8289}" destId="{F6A93692-3A02-498B-B009-2E1E404EE69B}" srcOrd="1" destOrd="0" presId="urn:microsoft.com/office/officeart/2018/2/layout/IconVerticalSolidList"/>
    <dgm:cxn modelId="{392BA338-0970-418E-9A7A-3CB7C95F1209}" type="presParOf" srcId="{ABD462C4-77AE-410A-9D4D-A511E7DB8289}" destId="{4371FA43-1F12-45C7-A84B-5D9C5C21A32D}" srcOrd="2" destOrd="0" presId="urn:microsoft.com/office/officeart/2018/2/layout/IconVerticalSolidList"/>
    <dgm:cxn modelId="{1F4897DF-AAE8-4D5D-99FF-8B65ED5DE991}" type="presParOf" srcId="{ABD462C4-77AE-410A-9D4D-A511E7DB8289}" destId="{3F220836-1F43-419E-B7C0-A70DF7DF3085}" srcOrd="3" destOrd="0" presId="urn:microsoft.com/office/officeart/2018/2/layout/IconVerticalSolidList"/>
    <dgm:cxn modelId="{E0CC4550-F949-4BA7-B0C2-79E026E3537E}" type="presParOf" srcId="{69B10777-A8E0-4B90-8D22-CBD150DDF420}" destId="{EA38B33A-24E9-4E7E-B440-0CE0C7853A4C}" srcOrd="1" destOrd="0" presId="urn:microsoft.com/office/officeart/2018/2/layout/IconVerticalSolidList"/>
    <dgm:cxn modelId="{72D6318F-4666-4F13-8066-32BF3056525C}" type="presParOf" srcId="{69B10777-A8E0-4B90-8D22-CBD150DDF420}" destId="{6CD1BB1A-FCDB-48FC-89A8-B830D602CC6E}" srcOrd="2" destOrd="0" presId="urn:microsoft.com/office/officeart/2018/2/layout/IconVerticalSolidList"/>
    <dgm:cxn modelId="{7A1EC638-3E50-4D8F-B3FB-B85BFCDC3485}" type="presParOf" srcId="{6CD1BB1A-FCDB-48FC-89A8-B830D602CC6E}" destId="{33CA625F-9F51-48EB-94F1-BFE84A98A5FC}" srcOrd="0" destOrd="0" presId="urn:microsoft.com/office/officeart/2018/2/layout/IconVerticalSolidList"/>
    <dgm:cxn modelId="{26A61C19-D211-4BE9-A878-93F4E47473B9}" type="presParOf" srcId="{6CD1BB1A-FCDB-48FC-89A8-B830D602CC6E}" destId="{107E4D9A-DE53-492E-A53A-2BAA710E2117}" srcOrd="1" destOrd="0" presId="urn:microsoft.com/office/officeart/2018/2/layout/IconVerticalSolidList"/>
    <dgm:cxn modelId="{4B70AFAF-E9E2-44B7-A7E8-1A18F1A99C85}" type="presParOf" srcId="{6CD1BB1A-FCDB-48FC-89A8-B830D602CC6E}" destId="{E262964C-CC31-4A36-B043-A07451095332}" srcOrd="2" destOrd="0" presId="urn:microsoft.com/office/officeart/2018/2/layout/IconVerticalSolidList"/>
    <dgm:cxn modelId="{BB2EF554-AABC-4D5C-88AA-255AD1958EEB}" type="presParOf" srcId="{6CD1BB1A-FCDB-48FC-89A8-B830D602CC6E}" destId="{54526B59-6A2F-492E-ABF2-BFAAD6A6AC1F}" srcOrd="3" destOrd="0" presId="urn:microsoft.com/office/officeart/2018/2/layout/IconVerticalSolidList"/>
    <dgm:cxn modelId="{89B6E96A-7819-4B8D-9016-EB4DABA6A5E7}" type="presParOf" srcId="{69B10777-A8E0-4B90-8D22-CBD150DDF420}" destId="{89F90DA1-DAA4-4D1F-9F3C-AE68A5C9C96A}" srcOrd="3" destOrd="0" presId="urn:microsoft.com/office/officeart/2018/2/layout/IconVerticalSolidList"/>
    <dgm:cxn modelId="{E5762E7E-2D91-4454-8B27-0D5CEA10850E}" type="presParOf" srcId="{69B10777-A8E0-4B90-8D22-CBD150DDF420}" destId="{3E6F63B7-1811-47F8-B888-6BCA2A3DFDD4}" srcOrd="4" destOrd="0" presId="urn:microsoft.com/office/officeart/2018/2/layout/IconVerticalSolidList"/>
    <dgm:cxn modelId="{EE63955D-D959-4547-8630-FF390135FCA4}" type="presParOf" srcId="{3E6F63B7-1811-47F8-B888-6BCA2A3DFDD4}" destId="{985C680F-F63B-442F-B42E-405458B6B051}" srcOrd="0" destOrd="0" presId="urn:microsoft.com/office/officeart/2018/2/layout/IconVerticalSolidList"/>
    <dgm:cxn modelId="{E141F320-7985-4C19-8103-2CFD2DF5D370}" type="presParOf" srcId="{3E6F63B7-1811-47F8-B888-6BCA2A3DFDD4}" destId="{F98AB81D-CE0F-4224-9FDA-A321A2D3F2F2}" srcOrd="1" destOrd="0" presId="urn:microsoft.com/office/officeart/2018/2/layout/IconVerticalSolidList"/>
    <dgm:cxn modelId="{E38A7682-84D0-4AD0-986F-211631CC3B86}" type="presParOf" srcId="{3E6F63B7-1811-47F8-B888-6BCA2A3DFDD4}" destId="{C0CBE4FE-C68B-40B3-9F42-3E3A783733BD}" srcOrd="2" destOrd="0" presId="urn:microsoft.com/office/officeart/2018/2/layout/IconVerticalSolidList"/>
    <dgm:cxn modelId="{E290B23A-BD6A-4921-A7EB-40C463BD10B9}" type="presParOf" srcId="{3E6F63B7-1811-47F8-B888-6BCA2A3DFDD4}" destId="{7F5D6FC9-A498-490B-8EEA-DD03E75B02B4}" srcOrd="3" destOrd="0" presId="urn:microsoft.com/office/officeart/2018/2/layout/IconVerticalSolidList"/>
    <dgm:cxn modelId="{F3599989-C4B2-43F8-B130-08A57FBDD64D}" type="presParOf" srcId="{69B10777-A8E0-4B90-8D22-CBD150DDF420}" destId="{76BE3544-E25F-4AA0-92A2-9EEF93DB647C}" srcOrd="5" destOrd="0" presId="urn:microsoft.com/office/officeart/2018/2/layout/IconVerticalSolidList"/>
    <dgm:cxn modelId="{1895A4D9-283A-46AD-A5D7-322ECED36912}" type="presParOf" srcId="{69B10777-A8E0-4B90-8D22-CBD150DDF420}" destId="{9DBBD7B7-1570-44F6-8126-D88B365B01B6}" srcOrd="6" destOrd="0" presId="urn:microsoft.com/office/officeart/2018/2/layout/IconVerticalSolidList"/>
    <dgm:cxn modelId="{CFB162C6-B43C-449D-86CA-651A2D362C57}" type="presParOf" srcId="{9DBBD7B7-1570-44F6-8126-D88B365B01B6}" destId="{F815AA3D-5AE4-4747-B8DA-7E2B8BCBE81D}" srcOrd="0" destOrd="0" presId="urn:microsoft.com/office/officeart/2018/2/layout/IconVerticalSolidList"/>
    <dgm:cxn modelId="{8947E225-6C4B-411D-8D3E-2441380D3018}" type="presParOf" srcId="{9DBBD7B7-1570-44F6-8126-D88B365B01B6}" destId="{CD993FEE-33D8-488A-938C-2F67796130A6}" srcOrd="1" destOrd="0" presId="urn:microsoft.com/office/officeart/2018/2/layout/IconVerticalSolidList"/>
    <dgm:cxn modelId="{6FE29864-B51E-46DF-9C76-7A06EBBD72BE}" type="presParOf" srcId="{9DBBD7B7-1570-44F6-8126-D88B365B01B6}" destId="{560CD9F1-8E00-4379-9C97-13F354EEEB01}" srcOrd="2" destOrd="0" presId="urn:microsoft.com/office/officeart/2018/2/layout/IconVerticalSolidList"/>
    <dgm:cxn modelId="{959D60DC-3946-4AC8-B3A4-110EEB6BD71E}" type="presParOf" srcId="{9DBBD7B7-1570-44F6-8126-D88B365B01B6}" destId="{84C3667F-2540-4B84-BF90-CC1245409C0F}"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4109C215-763C-4F23-913F-44B518B7CC4C}"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98736CE2-BC72-4E38-8088-8C2DED6DC17A}">
      <dgm:prSet/>
      <dgm:spPr/>
      <dgm:t>
        <a:bodyPr/>
        <a:lstStyle/>
        <a:p>
          <a:r>
            <a:rPr lang="en-US" baseline="0"/>
            <a:t>Retains each version by tracking ALL changes</a:t>
          </a:r>
          <a:endParaRPr lang="en-US"/>
        </a:p>
      </dgm:t>
    </dgm:pt>
    <dgm:pt modelId="{8980CEBD-435D-4D87-9548-AF314B6D5B72}" type="parTrans" cxnId="{58D2BA71-EE05-42BD-A8AD-8B1EC218B490}">
      <dgm:prSet/>
      <dgm:spPr/>
      <dgm:t>
        <a:bodyPr/>
        <a:lstStyle/>
        <a:p>
          <a:endParaRPr lang="en-US"/>
        </a:p>
      </dgm:t>
    </dgm:pt>
    <dgm:pt modelId="{433A8ADF-B556-46EB-8A3D-D5274752F123}" type="sibTrans" cxnId="{58D2BA71-EE05-42BD-A8AD-8B1EC218B490}">
      <dgm:prSet/>
      <dgm:spPr/>
      <dgm:t>
        <a:bodyPr/>
        <a:lstStyle/>
        <a:p>
          <a:endParaRPr lang="en-US"/>
        </a:p>
      </dgm:t>
    </dgm:pt>
    <dgm:pt modelId="{4A66A44A-DF2E-44F8-89F8-AF48AAD627F9}">
      <dgm:prSet/>
      <dgm:spPr/>
      <dgm:t>
        <a:bodyPr/>
        <a:lstStyle/>
        <a:p>
          <a:r>
            <a:rPr lang="en-US" baseline="0"/>
            <a:t>Displays exact changes</a:t>
          </a:r>
          <a:endParaRPr lang="en-US"/>
        </a:p>
      </dgm:t>
    </dgm:pt>
    <dgm:pt modelId="{76278D2E-C895-4996-B9BF-44FEBA8F9C81}" type="parTrans" cxnId="{38965DE1-401F-4726-82BA-C4BBCC0A5C48}">
      <dgm:prSet/>
      <dgm:spPr/>
      <dgm:t>
        <a:bodyPr/>
        <a:lstStyle/>
        <a:p>
          <a:endParaRPr lang="en-US"/>
        </a:p>
      </dgm:t>
    </dgm:pt>
    <dgm:pt modelId="{B36D8B71-6105-4016-B62C-41BB0D24CE18}" type="sibTrans" cxnId="{38965DE1-401F-4726-82BA-C4BBCC0A5C48}">
      <dgm:prSet/>
      <dgm:spPr/>
      <dgm:t>
        <a:bodyPr/>
        <a:lstStyle/>
        <a:p>
          <a:endParaRPr lang="en-US"/>
        </a:p>
      </dgm:t>
    </dgm:pt>
    <dgm:pt modelId="{44B0EBBB-E29E-465B-AC4C-3A7AC3107534}">
      <dgm:prSet/>
      <dgm:spPr/>
      <dgm:t>
        <a:bodyPr/>
        <a:lstStyle/>
        <a:p>
          <a:r>
            <a:rPr lang="en-US" baseline="0"/>
            <a:t>Undo is holistic and reverts</a:t>
          </a:r>
          <a:endParaRPr lang="en-US"/>
        </a:p>
      </dgm:t>
    </dgm:pt>
    <dgm:pt modelId="{DFCAAA60-FE9F-4E0C-8F01-0FE70BE30D58}" type="parTrans" cxnId="{E3D489B6-9036-4F36-BF3C-F96AFB3C959A}">
      <dgm:prSet/>
      <dgm:spPr/>
      <dgm:t>
        <a:bodyPr/>
        <a:lstStyle/>
        <a:p>
          <a:endParaRPr lang="en-US"/>
        </a:p>
      </dgm:t>
    </dgm:pt>
    <dgm:pt modelId="{E9D26A1F-2F89-4B39-9646-C6AC1C955F69}" type="sibTrans" cxnId="{E3D489B6-9036-4F36-BF3C-F96AFB3C959A}">
      <dgm:prSet/>
      <dgm:spPr/>
      <dgm:t>
        <a:bodyPr/>
        <a:lstStyle/>
        <a:p>
          <a:endParaRPr lang="en-US"/>
        </a:p>
      </dgm:t>
    </dgm:pt>
    <dgm:pt modelId="{AF7DA378-4D51-451E-9ED9-5734B87A9C4D}" type="pres">
      <dgm:prSet presAssocID="{4109C215-763C-4F23-913F-44B518B7CC4C}" presName="root" presStyleCnt="0">
        <dgm:presLayoutVars>
          <dgm:dir/>
          <dgm:resizeHandles val="exact"/>
        </dgm:presLayoutVars>
      </dgm:prSet>
      <dgm:spPr/>
    </dgm:pt>
    <dgm:pt modelId="{9A5396EF-2CF6-4DAC-BE57-9AFB1A18DDEB}" type="pres">
      <dgm:prSet presAssocID="{98736CE2-BC72-4E38-8088-8C2DED6DC17A}" presName="compNode" presStyleCnt="0"/>
      <dgm:spPr/>
    </dgm:pt>
    <dgm:pt modelId="{7450CA60-3CF5-408C-AD8B-C484446CD2B8}" type="pres">
      <dgm:prSet presAssocID="{98736CE2-BC72-4E38-8088-8C2DED6DC17A}" presName="bgRect" presStyleLbl="bgShp" presStyleIdx="0" presStyleCnt="3"/>
      <dgm:spPr/>
    </dgm:pt>
    <dgm:pt modelId="{CD3318AA-7008-4D6A-AC5E-FF4CBD0EE59B}" type="pres">
      <dgm:prSet presAssocID="{98736CE2-BC72-4E38-8088-8C2DED6DC17A}"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ingle gear"/>
        </a:ext>
      </dgm:extLst>
    </dgm:pt>
    <dgm:pt modelId="{402A7C52-12B4-4C18-B530-1B68E665AE22}" type="pres">
      <dgm:prSet presAssocID="{98736CE2-BC72-4E38-8088-8C2DED6DC17A}" presName="spaceRect" presStyleCnt="0"/>
      <dgm:spPr/>
    </dgm:pt>
    <dgm:pt modelId="{EA6AC8F3-D8A4-4BE2-9AB0-80F6410602B8}" type="pres">
      <dgm:prSet presAssocID="{98736CE2-BC72-4E38-8088-8C2DED6DC17A}" presName="parTx" presStyleLbl="revTx" presStyleIdx="0" presStyleCnt="3">
        <dgm:presLayoutVars>
          <dgm:chMax val="0"/>
          <dgm:chPref val="0"/>
        </dgm:presLayoutVars>
      </dgm:prSet>
      <dgm:spPr/>
    </dgm:pt>
    <dgm:pt modelId="{5106E875-8A77-4C37-8479-4566B408E9A9}" type="pres">
      <dgm:prSet presAssocID="{433A8ADF-B556-46EB-8A3D-D5274752F123}" presName="sibTrans" presStyleCnt="0"/>
      <dgm:spPr/>
    </dgm:pt>
    <dgm:pt modelId="{5275980F-62AA-4410-8292-D7B537CA596F}" type="pres">
      <dgm:prSet presAssocID="{4A66A44A-DF2E-44F8-89F8-AF48AAD627F9}" presName="compNode" presStyleCnt="0"/>
      <dgm:spPr/>
    </dgm:pt>
    <dgm:pt modelId="{EE10086C-8167-43A2-9714-7DC34630140C}" type="pres">
      <dgm:prSet presAssocID="{4A66A44A-DF2E-44F8-89F8-AF48AAD627F9}" presName="bgRect" presStyleLbl="bgShp" presStyleIdx="1" presStyleCnt="3"/>
      <dgm:spPr/>
    </dgm:pt>
    <dgm:pt modelId="{F1B7A885-66B0-41F8-94E7-8D0F721D7E53}" type="pres">
      <dgm:prSet presAssocID="{4A66A44A-DF2E-44F8-89F8-AF48AAD627F9}"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agnifying glass"/>
        </a:ext>
      </dgm:extLst>
    </dgm:pt>
    <dgm:pt modelId="{3044D433-EADA-4256-9CCD-8D6878947778}" type="pres">
      <dgm:prSet presAssocID="{4A66A44A-DF2E-44F8-89F8-AF48AAD627F9}" presName="spaceRect" presStyleCnt="0"/>
      <dgm:spPr/>
    </dgm:pt>
    <dgm:pt modelId="{6F109E04-FE43-43D4-AEA5-5AC0D17154AE}" type="pres">
      <dgm:prSet presAssocID="{4A66A44A-DF2E-44F8-89F8-AF48AAD627F9}" presName="parTx" presStyleLbl="revTx" presStyleIdx="1" presStyleCnt="3">
        <dgm:presLayoutVars>
          <dgm:chMax val="0"/>
          <dgm:chPref val="0"/>
        </dgm:presLayoutVars>
      </dgm:prSet>
      <dgm:spPr/>
    </dgm:pt>
    <dgm:pt modelId="{00DDB154-E4F8-4870-ADAE-A9FD00B54BE8}" type="pres">
      <dgm:prSet presAssocID="{B36D8B71-6105-4016-B62C-41BB0D24CE18}" presName="sibTrans" presStyleCnt="0"/>
      <dgm:spPr/>
    </dgm:pt>
    <dgm:pt modelId="{40EE4039-52E4-4147-A106-50E47FB08E35}" type="pres">
      <dgm:prSet presAssocID="{44B0EBBB-E29E-465B-AC4C-3A7AC3107534}" presName="compNode" presStyleCnt="0"/>
      <dgm:spPr/>
    </dgm:pt>
    <dgm:pt modelId="{27C6F1DC-FA98-4AF9-B8E4-5D23CA1FC499}" type="pres">
      <dgm:prSet presAssocID="{44B0EBBB-E29E-465B-AC4C-3A7AC3107534}" presName="bgRect" presStyleLbl="bgShp" presStyleIdx="2" presStyleCnt="3"/>
      <dgm:spPr/>
    </dgm:pt>
    <dgm:pt modelId="{C6764867-D8A9-4240-B23C-50DF6B79524B}" type="pres">
      <dgm:prSet presAssocID="{44B0EBBB-E29E-465B-AC4C-3A7AC3107534}"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Meditation"/>
        </a:ext>
      </dgm:extLst>
    </dgm:pt>
    <dgm:pt modelId="{93CCFAEF-C3E5-49CF-83CB-91C2EEFBB81B}" type="pres">
      <dgm:prSet presAssocID="{44B0EBBB-E29E-465B-AC4C-3A7AC3107534}" presName="spaceRect" presStyleCnt="0"/>
      <dgm:spPr/>
    </dgm:pt>
    <dgm:pt modelId="{2E643B9A-8C91-451D-85C4-CD6A09477C02}" type="pres">
      <dgm:prSet presAssocID="{44B0EBBB-E29E-465B-AC4C-3A7AC3107534}" presName="parTx" presStyleLbl="revTx" presStyleIdx="2" presStyleCnt="3">
        <dgm:presLayoutVars>
          <dgm:chMax val="0"/>
          <dgm:chPref val="0"/>
        </dgm:presLayoutVars>
      </dgm:prSet>
      <dgm:spPr/>
    </dgm:pt>
  </dgm:ptLst>
  <dgm:cxnLst>
    <dgm:cxn modelId="{E5FFC120-363F-4060-B260-C7FBBE5B94CC}" type="presOf" srcId="{98736CE2-BC72-4E38-8088-8C2DED6DC17A}" destId="{EA6AC8F3-D8A4-4BE2-9AB0-80F6410602B8}" srcOrd="0" destOrd="0" presId="urn:microsoft.com/office/officeart/2018/2/layout/IconVerticalSolidList"/>
    <dgm:cxn modelId="{58D2BA71-EE05-42BD-A8AD-8B1EC218B490}" srcId="{4109C215-763C-4F23-913F-44B518B7CC4C}" destId="{98736CE2-BC72-4E38-8088-8C2DED6DC17A}" srcOrd="0" destOrd="0" parTransId="{8980CEBD-435D-4D87-9548-AF314B6D5B72}" sibTransId="{433A8ADF-B556-46EB-8A3D-D5274752F123}"/>
    <dgm:cxn modelId="{BA83EBAA-0337-48C2-AC6E-AB911E93746B}" type="presOf" srcId="{4109C215-763C-4F23-913F-44B518B7CC4C}" destId="{AF7DA378-4D51-451E-9ED9-5734B87A9C4D}" srcOrd="0" destOrd="0" presId="urn:microsoft.com/office/officeart/2018/2/layout/IconVerticalSolidList"/>
    <dgm:cxn modelId="{E3D489B6-9036-4F36-BF3C-F96AFB3C959A}" srcId="{4109C215-763C-4F23-913F-44B518B7CC4C}" destId="{44B0EBBB-E29E-465B-AC4C-3A7AC3107534}" srcOrd="2" destOrd="0" parTransId="{DFCAAA60-FE9F-4E0C-8F01-0FE70BE30D58}" sibTransId="{E9D26A1F-2F89-4B39-9646-C6AC1C955F69}"/>
    <dgm:cxn modelId="{350C9EC0-60A0-4622-A8E9-6C927E057A6B}" type="presOf" srcId="{4A66A44A-DF2E-44F8-89F8-AF48AAD627F9}" destId="{6F109E04-FE43-43D4-AEA5-5AC0D17154AE}" srcOrd="0" destOrd="0" presId="urn:microsoft.com/office/officeart/2018/2/layout/IconVerticalSolidList"/>
    <dgm:cxn modelId="{38965DE1-401F-4726-82BA-C4BBCC0A5C48}" srcId="{4109C215-763C-4F23-913F-44B518B7CC4C}" destId="{4A66A44A-DF2E-44F8-89F8-AF48AAD627F9}" srcOrd="1" destOrd="0" parTransId="{76278D2E-C895-4996-B9BF-44FEBA8F9C81}" sibTransId="{B36D8B71-6105-4016-B62C-41BB0D24CE18}"/>
    <dgm:cxn modelId="{E14D41EF-C0BA-4E86-B9BA-085476F07817}" type="presOf" srcId="{44B0EBBB-E29E-465B-AC4C-3A7AC3107534}" destId="{2E643B9A-8C91-451D-85C4-CD6A09477C02}" srcOrd="0" destOrd="0" presId="urn:microsoft.com/office/officeart/2018/2/layout/IconVerticalSolidList"/>
    <dgm:cxn modelId="{4B3BFB6F-F0EF-4078-95FD-B7FEAF26AD6D}" type="presParOf" srcId="{AF7DA378-4D51-451E-9ED9-5734B87A9C4D}" destId="{9A5396EF-2CF6-4DAC-BE57-9AFB1A18DDEB}" srcOrd="0" destOrd="0" presId="urn:microsoft.com/office/officeart/2018/2/layout/IconVerticalSolidList"/>
    <dgm:cxn modelId="{AA86E2CD-3612-4B16-864C-7BACB42EE498}" type="presParOf" srcId="{9A5396EF-2CF6-4DAC-BE57-9AFB1A18DDEB}" destId="{7450CA60-3CF5-408C-AD8B-C484446CD2B8}" srcOrd="0" destOrd="0" presId="urn:microsoft.com/office/officeart/2018/2/layout/IconVerticalSolidList"/>
    <dgm:cxn modelId="{0DFF5BF9-04B8-4F92-BD67-19396ED28C98}" type="presParOf" srcId="{9A5396EF-2CF6-4DAC-BE57-9AFB1A18DDEB}" destId="{CD3318AA-7008-4D6A-AC5E-FF4CBD0EE59B}" srcOrd="1" destOrd="0" presId="urn:microsoft.com/office/officeart/2018/2/layout/IconVerticalSolidList"/>
    <dgm:cxn modelId="{A2DA105C-5AAE-43EE-87E3-A45129E61F70}" type="presParOf" srcId="{9A5396EF-2CF6-4DAC-BE57-9AFB1A18DDEB}" destId="{402A7C52-12B4-4C18-B530-1B68E665AE22}" srcOrd="2" destOrd="0" presId="urn:microsoft.com/office/officeart/2018/2/layout/IconVerticalSolidList"/>
    <dgm:cxn modelId="{B0FF9D01-4CCD-4EBC-8905-6967C053E5C3}" type="presParOf" srcId="{9A5396EF-2CF6-4DAC-BE57-9AFB1A18DDEB}" destId="{EA6AC8F3-D8A4-4BE2-9AB0-80F6410602B8}" srcOrd="3" destOrd="0" presId="urn:microsoft.com/office/officeart/2018/2/layout/IconVerticalSolidList"/>
    <dgm:cxn modelId="{9ACC0554-4231-4E3C-9DE3-91B5E56ABCC0}" type="presParOf" srcId="{AF7DA378-4D51-451E-9ED9-5734B87A9C4D}" destId="{5106E875-8A77-4C37-8479-4566B408E9A9}" srcOrd="1" destOrd="0" presId="urn:microsoft.com/office/officeart/2018/2/layout/IconVerticalSolidList"/>
    <dgm:cxn modelId="{1382BF41-857D-4AB5-8AE8-270DBC6003BF}" type="presParOf" srcId="{AF7DA378-4D51-451E-9ED9-5734B87A9C4D}" destId="{5275980F-62AA-4410-8292-D7B537CA596F}" srcOrd="2" destOrd="0" presId="urn:microsoft.com/office/officeart/2018/2/layout/IconVerticalSolidList"/>
    <dgm:cxn modelId="{01818B7C-8ED8-4086-9402-67E3DC4EC102}" type="presParOf" srcId="{5275980F-62AA-4410-8292-D7B537CA596F}" destId="{EE10086C-8167-43A2-9714-7DC34630140C}" srcOrd="0" destOrd="0" presId="urn:microsoft.com/office/officeart/2018/2/layout/IconVerticalSolidList"/>
    <dgm:cxn modelId="{31DDE9BC-2689-47A0-BBFE-3356D88E3B47}" type="presParOf" srcId="{5275980F-62AA-4410-8292-D7B537CA596F}" destId="{F1B7A885-66B0-41F8-94E7-8D0F721D7E53}" srcOrd="1" destOrd="0" presId="urn:microsoft.com/office/officeart/2018/2/layout/IconVerticalSolidList"/>
    <dgm:cxn modelId="{2D18041B-FACE-4450-8E79-28205CB0DAA0}" type="presParOf" srcId="{5275980F-62AA-4410-8292-D7B537CA596F}" destId="{3044D433-EADA-4256-9CCD-8D6878947778}" srcOrd="2" destOrd="0" presId="urn:microsoft.com/office/officeart/2018/2/layout/IconVerticalSolidList"/>
    <dgm:cxn modelId="{4C06C9C7-2C84-41E6-BAA2-BEDB8941A162}" type="presParOf" srcId="{5275980F-62AA-4410-8292-D7B537CA596F}" destId="{6F109E04-FE43-43D4-AEA5-5AC0D17154AE}" srcOrd="3" destOrd="0" presId="urn:microsoft.com/office/officeart/2018/2/layout/IconVerticalSolidList"/>
    <dgm:cxn modelId="{F79E6F5C-6C48-43EA-A2F1-BF64BFA06B8F}" type="presParOf" srcId="{AF7DA378-4D51-451E-9ED9-5734B87A9C4D}" destId="{00DDB154-E4F8-4870-ADAE-A9FD00B54BE8}" srcOrd="3" destOrd="0" presId="urn:microsoft.com/office/officeart/2018/2/layout/IconVerticalSolidList"/>
    <dgm:cxn modelId="{AC78BAB0-3EFE-4707-9628-A133312BE272}" type="presParOf" srcId="{AF7DA378-4D51-451E-9ED9-5734B87A9C4D}" destId="{40EE4039-52E4-4147-A106-50E47FB08E35}" srcOrd="4" destOrd="0" presId="urn:microsoft.com/office/officeart/2018/2/layout/IconVerticalSolidList"/>
    <dgm:cxn modelId="{3A8F9471-66CB-40B6-907F-30E6F0CAD890}" type="presParOf" srcId="{40EE4039-52E4-4147-A106-50E47FB08E35}" destId="{27C6F1DC-FA98-4AF9-B8E4-5D23CA1FC499}" srcOrd="0" destOrd="0" presId="urn:microsoft.com/office/officeart/2018/2/layout/IconVerticalSolidList"/>
    <dgm:cxn modelId="{F3ECF721-F5CD-4CD6-96D4-E7706E5DB5C1}" type="presParOf" srcId="{40EE4039-52E4-4147-A106-50E47FB08E35}" destId="{C6764867-D8A9-4240-B23C-50DF6B79524B}" srcOrd="1" destOrd="0" presId="urn:microsoft.com/office/officeart/2018/2/layout/IconVerticalSolidList"/>
    <dgm:cxn modelId="{B8C526B6-675A-42C5-B020-3660E7BBB9DD}" type="presParOf" srcId="{40EE4039-52E4-4147-A106-50E47FB08E35}" destId="{93CCFAEF-C3E5-49CF-83CB-91C2EEFBB81B}" srcOrd="2" destOrd="0" presId="urn:microsoft.com/office/officeart/2018/2/layout/IconVerticalSolidList"/>
    <dgm:cxn modelId="{E54521B0-2306-4D31-8C09-5E6D3567C9A8}" type="presParOf" srcId="{40EE4039-52E4-4147-A106-50E47FB08E35}" destId="{2E643B9A-8C91-451D-85C4-CD6A09477C02}"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33945292-3C36-4BD7-B204-EF83858C1F4D}" type="doc">
      <dgm:prSet loTypeId="urn:microsoft.com/office/officeart/2018/2/layout/IconCircleList" loCatId="icon" qsTypeId="urn:microsoft.com/office/officeart/2005/8/quickstyle/simple4" qsCatId="simple" csTypeId="urn:microsoft.com/office/officeart/2005/8/colors/colorful1" csCatId="colorful" phldr="1"/>
      <dgm:spPr/>
      <dgm:t>
        <a:bodyPr/>
        <a:lstStyle/>
        <a:p>
          <a:endParaRPr lang="en-US"/>
        </a:p>
      </dgm:t>
    </dgm:pt>
    <dgm:pt modelId="{36B34E8B-7D9E-47A2-ADA5-658B4C6F7DE9}">
      <dgm:prSet/>
      <dgm:spPr/>
      <dgm:t>
        <a:bodyPr/>
        <a:lstStyle/>
        <a:p>
          <a:pPr>
            <a:lnSpc>
              <a:spcPct val="100000"/>
            </a:lnSpc>
          </a:pPr>
          <a:r>
            <a:rPr lang="en-US"/>
            <a:t>A Git repository is created by using git init</a:t>
          </a:r>
        </a:p>
      </dgm:t>
    </dgm:pt>
    <dgm:pt modelId="{D5EBB4A2-BA98-44E5-A568-E711B9F3DD6B}" type="parTrans" cxnId="{4B2E748A-BCFB-4DCA-83CD-0DC43625BECB}">
      <dgm:prSet/>
      <dgm:spPr/>
      <dgm:t>
        <a:bodyPr/>
        <a:lstStyle/>
        <a:p>
          <a:endParaRPr lang="en-US"/>
        </a:p>
      </dgm:t>
    </dgm:pt>
    <dgm:pt modelId="{B9EE62F7-2501-4493-BE46-BA71596871C6}" type="sibTrans" cxnId="{4B2E748A-BCFB-4DCA-83CD-0DC43625BECB}">
      <dgm:prSet/>
      <dgm:spPr/>
      <dgm:t>
        <a:bodyPr/>
        <a:lstStyle/>
        <a:p>
          <a:pPr>
            <a:lnSpc>
              <a:spcPct val="100000"/>
            </a:lnSpc>
          </a:pPr>
          <a:endParaRPr lang="en-US"/>
        </a:p>
      </dgm:t>
    </dgm:pt>
    <dgm:pt modelId="{08D572F8-9E66-4E68-9806-0C71A6267138}">
      <dgm:prSet/>
      <dgm:spPr/>
      <dgm:t>
        <a:bodyPr/>
        <a:lstStyle/>
        <a:p>
          <a:pPr>
            <a:lnSpc>
              <a:spcPct val="100000"/>
            </a:lnSpc>
          </a:pPr>
          <a:r>
            <a:rPr lang="en-US"/>
            <a:t>Git creates a .git folder</a:t>
          </a:r>
        </a:p>
      </dgm:t>
    </dgm:pt>
    <dgm:pt modelId="{91F37ACB-387E-442C-8050-C7A33E07C2BF}" type="parTrans" cxnId="{5ABEDCAE-F6A0-47BF-9C8D-E33A0D3B982D}">
      <dgm:prSet/>
      <dgm:spPr/>
      <dgm:t>
        <a:bodyPr/>
        <a:lstStyle/>
        <a:p>
          <a:endParaRPr lang="en-US"/>
        </a:p>
      </dgm:t>
    </dgm:pt>
    <dgm:pt modelId="{01D707F6-F06F-4A2C-92DD-58E68F4ABEED}" type="sibTrans" cxnId="{5ABEDCAE-F6A0-47BF-9C8D-E33A0D3B982D}">
      <dgm:prSet/>
      <dgm:spPr/>
      <dgm:t>
        <a:bodyPr/>
        <a:lstStyle/>
        <a:p>
          <a:pPr>
            <a:lnSpc>
              <a:spcPct val="100000"/>
            </a:lnSpc>
          </a:pPr>
          <a:endParaRPr lang="en-US"/>
        </a:p>
      </dgm:t>
    </dgm:pt>
    <dgm:pt modelId="{87491B60-CE87-4964-AA1F-0461FCE315AC}">
      <dgm:prSet/>
      <dgm:spPr/>
      <dgm:t>
        <a:bodyPr/>
        <a:lstStyle/>
        <a:p>
          <a:pPr>
            <a:lnSpc>
              <a:spcPct val="100000"/>
            </a:lnSpc>
          </a:pPr>
          <a:r>
            <a:rPr lang="en-US"/>
            <a:t>.git folder contains information needed for Git to function</a:t>
          </a:r>
        </a:p>
      </dgm:t>
    </dgm:pt>
    <dgm:pt modelId="{79E47982-B42A-4DA8-80ED-03FECC82A28D}" type="parTrans" cxnId="{3FA5B8AF-1C85-4AC0-827C-5A5E6156D167}">
      <dgm:prSet/>
      <dgm:spPr/>
      <dgm:t>
        <a:bodyPr/>
        <a:lstStyle/>
        <a:p>
          <a:endParaRPr lang="en-US"/>
        </a:p>
      </dgm:t>
    </dgm:pt>
    <dgm:pt modelId="{BF1B7F1E-C9AE-4E5A-B62E-DFDB1C01195F}" type="sibTrans" cxnId="{3FA5B8AF-1C85-4AC0-827C-5A5E6156D167}">
      <dgm:prSet/>
      <dgm:spPr/>
      <dgm:t>
        <a:bodyPr/>
        <a:lstStyle/>
        <a:p>
          <a:pPr>
            <a:lnSpc>
              <a:spcPct val="100000"/>
            </a:lnSpc>
          </a:pPr>
          <a:endParaRPr lang="en-US"/>
        </a:p>
      </dgm:t>
    </dgm:pt>
    <dgm:pt modelId="{6510B392-E06C-45CE-8C57-99D908CB6F67}">
      <dgm:prSet/>
      <dgm:spPr/>
      <dgm:t>
        <a:bodyPr/>
        <a:lstStyle/>
        <a:p>
          <a:pPr>
            <a:lnSpc>
              <a:spcPct val="100000"/>
            </a:lnSpc>
          </a:pPr>
          <a:r>
            <a:rPr lang="en-US"/>
            <a:t>To remove Git, remove the .git folder and retain all project files</a:t>
          </a:r>
        </a:p>
      </dgm:t>
    </dgm:pt>
    <dgm:pt modelId="{29382FC4-2CB8-4EFA-B066-8A19A30FA925}" type="parTrans" cxnId="{830EC93F-D630-46B9-9F2A-64BB8867BF33}">
      <dgm:prSet/>
      <dgm:spPr/>
      <dgm:t>
        <a:bodyPr/>
        <a:lstStyle/>
        <a:p>
          <a:endParaRPr lang="en-US"/>
        </a:p>
      </dgm:t>
    </dgm:pt>
    <dgm:pt modelId="{4AA6F4DD-2EC0-4109-A642-F3CA53BD1E72}" type="sibTrans" cxnId="{830EC93F-D630-46B9-9F2A-64BB8867BF33}">
      <dgm:prSet/>
      <dgm:spPr/>
      <dgm:t>
        <a:bodyPr/>
        <a:lstStyle/>
        <a:p>
          <a:endParaRPr lang="en-US"/>
        </a:p>
      </dgm:t>
    </dgm:pt>
    <dgm:pt modelId="{3EBA28EC-5606-4C86-B1EB-5C65C0122EE2}" type="pres">
      <dgm:prSet presAssocID="{33945292-3C36-4BD7-B204-EF83858C1F4D}" presName="root" presStyleCnt="0">
        <dgm:presLayoutVars>
          <dgm:dir/>
          <dgm:resizeHandles val="exact"/>
        </dgm:presLayoutVars>
      </dgm:prSet>
      <dgm:spPr/>
    </dgm:pt>
    <dgm:pt modelId="{BB10DC98-8C53-4C46-8CF1-F75F082C54D0}" type="pres">
      <dgm:prSet presAssocID="{33945292-3C36-4BD7-B204-EF83858C1F4D}" presName="container" presStyleCnt="0">
        <dgm:presLayoutVars>
          <dgm:dir/>
          <dgm:resizeHandles val="exact"/>
        </dgm:presLayoutVars>
      </dgm:prSet>
      <dgm:spPr/>
    </dgm:pt>
    <dgm:pt modelId="{1E8D7B37-E1CE-47C7-9C62-5C874BE81E73}" type="pres">
      <dgm:prSet presAssocID="{36B34E8B-7D9E-47A2-ADA5-658B4C6F7DE9}" presName="compNode" presStyleCnt="0"/>
      <dgm:spPr/>
    </dgm:pt>
    <dgm:pt modelId="{E7104C5C-3F9B-400A-B186-47369747A778}" type="pres">
      <dgm:prSet presAssocID="{36B34E8B-7D9E-47A2-ADA5-658B4C6F7DE9}" presName="iconBgRect" presStyleLbl="bgShp" presStyleIdx="0" presStyleCnt="4"/>
      <dgm:spPr/>
    </dgm:pt>
    <dgm:pt modelId="{2DD82FE7-9410-48DD-902E-714D5B51B542}" type="pres">
      <dgm:prSet presAssocID="{36B34E8B-7D9E-47A2-ADA5-658B4C6F7DE9}"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Database"/>
        </a:ext>
      </dgm:extLst>
    </dgm:pt>
    <dgm:pt modelId="{B61039ED-35B6-42A5-AA5D-2494171A23F1}" type="pres">
      <dgm:prSet presAssocID="{36B34E8B-7D9E-47A2-ADA5-658B4C6F7DE9}" presName="spaceRect" presStyleCnt="0"/>
      <dgm:spPr/>
    </dgm:pt>
    <dgm:pt modelId="{B39BA93B-A292-40BE-8D07-1333CA3CDC54}" type="pres">
      <dgm:prSet presAssocID="{36B34E8B-7D9E-47A2-ADA5-658B4C6F7DE9}" presName="textRect" presStyleLbl="revTx" presStyleIdx="0" presStyleCnt="4">
        <dgm:presLayoutVars>
          <dgm:chMax val="1"/>
          <dgm:chPref val="1"/>
        </dgm:presLayoutVars>
      </dgm:prSet>
      <dgm:spPr/>
    </dgm:pt>
    <dgm:pt modelId="{6C43DB58-4BB0-4B79-98FC-541EFF99FDE8}" type="pres">
      <dgm:prSet presAssocID="{B9EE62F7-2501-4493-BE46-BA71596871C6}" presName="sibTrans" presStyleLbl="sibTrans2D1" presStyleIdx="0" presStyleCnt="0"/>
      <dgm:spPr/>
    </dgm:pt>
    <dgm:pt modelId="{7E754E63-F460-4E12-8361-10D62A803FB8}" type="pres">
      <dgm:prSet presAssocID="{08D572F8-9E66-4E68-9806-0C71A6267138}" presName="compNode" presStyleCnt="0"/>
      <dgm:spPr/>
    </dgm:pt>
    <dgm:pt modelId="{68EE4D5E-6996-47D9-870F-064D7903D211}" type="pres">
      <dgm:prSet presAssocID="{08D572F8-9E66-4E68-9806-0C71A6267138}" presName="iconBgRect" presStyleLbl="bgShp" presStyleIdx="1" presStyleCnt="4"/>
      <dgm:spPr/>
    </dgm:pt>
    <dgm:pt modelId="{00FB9E03-D519-4FE5-ABA9-4693974A32AF}" type="pres">
      <dgm:prSet presAssocID="{08D572F8-9E66-4E68-9806-0C71A6267138}"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Open Folder"/>
        </a:ext>
      </dgm:extLst>
    </dgm:pt>
    <dgm:pt modelId="{952BF2E7-BF18-4C8C-89BC-D3C46F249870}" type="pres">
      <dgm:prSet presAssocID="{08D572F8-9E66-4E68-9806-0C71A6267138}" presName="spaceRect" presStyleCnt="0"/>
      <dgm:spPr/>
    </dgm:pt>
    <dgm:pt modelId="{51590E78-F1DD-403D-BF6C-27951A3B6EAB}" type="pres">
      <dgm:prSet presAssocID="{08D572F8-9E66-4E68-9806-0C71A6267138}" presName="textRect" presStyleLbl="revTx" presStyleIdx="1" presStyleCnt="4">
        <dgm:presLayoutVars>
          <dgm:chMax val="1"/>
          <dgm:chPref val="1"/>
        </dgm:presLayoutVars>
      </dgm:prSet>
      <dgm:spPr/>
    </dgm:pt>
    <dgm:pt modelId="{BC825CFE-9C7A-43D0-9571-21199B3A4CE2}" type="pres">
      <dgm:prSet presAssocID="{01D707F6-F06F-4A2C-92DD-58E68F4ABEED}" presName="sibTrans" presStyleLbl="sibTrans2D1" presStyleIdx="0" presStyleCnt="0"/>
      <dgm:spPr/>
    </dgm:pt>
    <dgm:pt modelId="{328D1C8D-C142-4640-82BE-55C879503935}" type="pres">
      <dgm:prSet presAssocID="{87491B60-CE87-4964-AA1F-0461FCE315AC}" presName="compNode" presStyleCnt="0"/>
      <dgm:spPr/>
    </dgm:pt>
    <dgm:pt modelId="{EE77CAB7-3F2F-451E-8617-57F5DE15BBB5}" type="pres">
      <dgm:prSet presAssocID="{87491B60-CE87-4964-AA1F-0461FCE315AC}" presName="iconBgRect" presStyleLbl="bgShp" presStyleIdx="2" presStyleCnt="4"/>
      <dgm:spPr/>
    </dgm:pt>
    <dgm:pt modelId="{A295EE75-4149-48E9-AA64-D65F5D13115A}" type="pres">
      <dgm:prSet presAssocID="{87491B60-CE87-4964-AA1F-0461FCE315AC}"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Document"/>
        </a:ext>
      </dgm:extLst>
    </dgm:pt>
    <dgm:pt modelId="{00A5FF49-E38A-444E-B1F3-C728208AA75A}" type="pres">
      <dgm:prSet presAssocID="{87491B60-CE87-4964-AA1F-0461FCE315AC}" presName="spaceRect" presStyleCnt="0"/>
      <dgm:spPr/>
    </dgm:pt>
    <dgm:pt modelId="{A27F5571-84D7-46B0-8CAA-540FD404FDE5}" type="pres">
      <dgm:prSet presAssocID="{87491B60-CE87-4964-AA1F-0461FCE315AC}" presName="textRect" presStyleLbl="revTx" presStyleIdx="2" presStyleCnt="4">
        <dgm:presLayoutVars>
          <dgm:chMax val="1"/>
          <dgm:chPref val="1"/>
        </dgm:presLayoutVars>
      </dgm:prSet>
      <dgm:spPr/>
    </dgm:pt>
    <dgm:pt modelId="{4DE1D038-1CCF-44BD-98CC-83379A9D1ABA}" type="pres">
      <dgm:prSet presAssocID="{BF1B7F1E-C9AE-4E5A-B62E-DFDB1C01195F}" presName="sibTrans" presStyleLbl="sibTrans2D1" presStyleIdx="0" presStyleCnt="0"/>
      <dgm:spPr/>
    </dgm:pt>
    <dgm:pt modelId="{C7CC1EE5-1EFB-4E20-82DD-606F3BB728B3}" type="pres">
      <dgm:prSet presAssocID="{6510B392-E06C-45CE-8C57-99D908CB6F67}" presName="compNode" presStyleCnt="0"/>
      <dgm:spPr/>
    </dgm:pt>
    <dgm:pt modelId="{A4FDDF58-A836-476B-AC40-2D4F94D9382E}" type="pres">
      <dgm:prSet presAssocID="{6510B392-E06C-45CE-8C57-99D908CB6F67}" presName="iconBgRect" presStyleLbl="bgShp" presStyleIdx="3" presStyleCnt="4"/>
      <dgm:spPr/>
    </dgm:pt>
    <dgm:pt modelId="{F5EE4DD4-FA7C-4889-9803-843F33B27BA5}" type="pres">
      <dgm:prSet presAssocID="{6510B392-E06C-45CE-8C57-99D908CB6F67}"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Shredder"/>
        </a:ext>
      </dgm:extLst>
    </dgm:pt>
    <dgm:pt modelId="{8970E89E-6DCF-4B18-A583-45B54F14BEF4}" type="pres">
      <dgm:prSet presAssocID="{6510B392-E06C-45CE-8C57-99D908CB6F67}" presName="spaceRect" presStyleCnt="0"/>
      <dgm:spPr/>
    </dgm:pt>
    <dgm:pt modelId="{73C45806-5FF8-4912-AC6F-C6939E9B546A}" type="pres">
      <dgm:prSet presAssocID="{6510B392-E06C-45CE-8C57-99D908CB6F67}" presName="textRect" presStyleLbl="revTx" presStyleIdx="3" presStyleCnt="4">
        <dgm:presLayoutVars>
          <dgm:chMax val="1"/>
          <dgm:chPref val="1"/>
        </dgm:presLayoutVars>
      </dgm:prSet>
      <dgm:spPr/>
    </dgm:pt>
  </dgm:ptLst>
  <dgm:cxnLst>
    <dgm:cxn modelId="{D9C61B0F-3163-4B7E-B905-80B9662C3628}" type="presOf" srcId="{08D572F8-9E66-4E68-9806-0C71A6267138}" destId="{51590E78-F1DD-403D-BF6C-27951A3B6EAB}" srcOrd="0" destOrd="0" presId="urn:microsoft.com/office/officeart/2018/2/layout/IconCircleList"/>
    <dgm:cxn modelId="{74547F27-0437-4A81-91D3-E331781849C6}" type="presOf" srcId="{33945292-3C36-4BD7-B204-EF83858C1F4D}" destId="{3EBA28EC-5606-4C86-B1EB-5C65C0122EE2}" srcOrd="0" destOrd="0" presId="urn:microsoft.com/office/officeart/2018/2/layout/IconCircleList"/>
    <dgm:cxn modelId="{D5D28638-68BC-415A-9C74-7B6F3F48D0C9}" type="presOf" srcId="{01D707F6-F06F-4A2C-92DD-58E68F4ABEED}" destId="{BC825CFE-9C7A-43D0-9571-21199B3A4CE2}" srcOrd="0" destOrd="0" presId="urn:microsoft.com/office/officeart/2018/2/layout/IconCircleList"/>
    <dgm:cxn modelId="{830EC93F-D630-46B9-9F2A-64BB8867BF33}" srcId="{33945292-3C36-4BD7-B204-EF83858C1F4D}" destId="{6510B392-E06C-45CE-8C57-99D908CB6F67}" srcOrd="3" destOrd="0" parTransId="{29382FC4-2CB8-4EFA-B066-8A19A30FA925}" sibTransId="{4AA6F4DD-2EC0-4109-A642-F3CA53BD1E72}"/>
    <dgm:cxn modelId="{A7C5FB5E-9BB9-471C-87E0-ABE371F601D3}" type="presOf" srcId="{B9EE62F7-2501-4493-BE46-BA71596871C6}" destId="{6C43DB58-4BB0-4B79-98FC-541EFF99FDE8}" srcOrd="0" destOrd="0" presId="urn:microsoft.com/office/officeart/2018/2/layout/IconCircleList"/>
    <dgm:cxn modelId="{73F29A68-BBCB-4EC4-9799-6B5FDB8CB0D3}" type="presOf" srcId="{36B34E8B-7D9E-47A2-ADA5-658B4C6F7DE9}" destId="{B39BA93B-A292-40BE-8D07-1333CA3CDC54}" srcOrd="0" destOrd="0" presId="urn:microsoft.com/office/officeart/2018/2/layout/IconCircleList"/>
    <dgm:cxn modelId="{4504E94B-3F33-422B-B0CE-D6A92E1273F4}" type="presOf" srcId="{6510B392-E06C-45CE-8C57-99D908CB6F67}" destId="{73C45806-5FF8-4912-AC6F-C6939E9B546A}" srcOrd="0" destOrd="0" presId="urn:microsoft.com/office/officeart/2018/2/layout/IconCircleList"/>
    <dgm:cxn modelId="{D0051C52-454C-4E2C-B3B9-580A1ABCBCCF}" type="presOf" srcId="{87491B60-CE87-4964-AA1F-0461FCE315AC}" destId="{A27F5571-84D7-46B0-8CAA-540FD404FDE5}" srcOrd="0" destOrd="0" presId="urn:microsoft.com/office/officeart/2018/2/layout/IconCircleList"/>
    <dgm:cxn modelId="{4B2E748A-BCFB-4DCA-83CD-0DC43625BECB}" srcId="{33945292-3C36-4BD7-B204-EF83858C1F4D}" destId="{36B34E8B-7D9E-47A2-ADA5-658B4C6F7DE9}" srcOrd="0" destOrd="0" parTransId="{D5EBB4A2-BA98-44E5-A568-E711B9F3DD6B}" sibTransId="{B9EE62F7-2501-4493-BE46-BA71596871C6}"/>
    <dgm:cxn modelId="{26B3D4AD-7A83-495A-975B-0DA964367706}" type="presOf" srcId="{BF1B7F1E-C9AE-4E5A-B62E-DFDB1C01195F}" destId="{4DE1D038-1CCF-44BD-98CC-83379A9D1ABA}" srcOrd="0" destOrd="0" presId="urn:microsoft.com/office/officeart/2018/2/layout/IconCircleList"/>
    <dgm:cxn modelId="{5ABEDCAE-F6A0-47BF-9C8D-E33A0D3B982D}" srcId="{33945292-3C36-4BD7-B204-EF83858C1F4D}" destId="{08D572F8-9E66-4E68-9806-0C71A6267138}" srcOrd="1" destOrd="0" parTransId="{91F37ACB-387E-442C-8050-C7A33E07C2BF}" sibTransId="{01D707F6-F06F-4A2C-92DD-58E68F4ABEED}"/>
    <dgm:cxn modelId="{3FA5B8AF-1C85-4AC0-827C-5A5E6156D167}" srcId="{33945292-3C36-4BD7-B204-EF83858C1F4D}" destId="{87491B60-CE87-4964-AA1F-0461FCE315AC}" srcOrd="2" destOrd="0" parTransId="{79E47982-B42A-4DA8-80ED-03FECC82A28D}" sibTransId="{BF1B7F1E-C9AE-4E5A-B62E-DFDB1C01195F}"/>
    <dgm:cxn modelId="{5184A191-7CEB-429E-B2BF-8E1B21D20CE6}" type="presParOf" srcId="{3EBA28EC-5606-4C86-B1EB-5C65C0122EE2}" destId="{BB10DC98-8C53-4C46-8CF1-F75F082C54D0}" srcOrd="0" destOrd="0" presId="urn:microsoft.com/office/officeart/2018/2/layout/IconCircleList"/>
    <dgm:cxn modelId="{A7EA9B1D-D2D8-4FBC-A43A-6890EA2586E8}" type="presParOf" srcId="{BB10DC98-8C53-4C46-8CF1-F75F082C54D0}" destId="{1E8D7B37-E1CE-47C7-9C62-5C874BE81E73}" srcOrd="0" destOrd="0" presId="urn:microsoft.com/office/officeart/2018/2/layout/IconCircleList"/>
    <dgm:cxn modelId="{321A6D73-47E7-4A0B-A1C2-A87D6E009F95}" type="presParOf" srcId="{1E8D7B37-E1CE-47C7-9C62-5C874BE81E73}" destId="{E7104C5C-3F9B-400A-B186-47369747A778}" srcOrd="0" destOrd="0" presId="urn:microsoft.com/office/officeart/2018/2/layout/IconCircleList"/>
    <dgm:cxn modelId="{B1AC9859-EED0-4D34-94ED-9D1C9D3C1F8C}" type="presParOf" srcId="{1E8D7B37-E1CE-47C7-9C62-5C874BE81E73}" destId="{2DD82FE7-9410-48DD-902E-714D5B51B542}" srcOrd="1" destOrd="0" presId="urn:microsoft.com/office/officeart/2018/2/layout/IconCircleList"/>
    <dgm:cxn modelId="{7BB053EE-F771-4F5E-9DC7-8C222D9C06D4}" type="presParOf" srcId="{1E8D7B37-E1CE-47C7-9C62-5C874BE81E73}" destId="{B61039ED-35B6-42A5-AA5D-2494171A23F1}" srcOrd="2" destOrd="0" presId="urn:microsoft.com/office/officeart/2018/2/layout/IconCircleList"/>
    <dgm:cxn modelId="{5A69E961-EB94-4AA9-8512-28324695EA46}" type="presParOf" srcId="{1E8D7B37-E1CE-47C7-9C62-5C874BE81E73}" destId="{B39BA93B-A292-40BE-8D07-1333CA3CDC54}" srcOrd="3" destOrd="0" presId="urn:microsoft.com/office/officeart/2018/2/layout/IconCircleList"/>
    <dgm:cxn modelId="{2A52E47E-7745-4589-AC91-BDD9FA8A30D9}" type="presParOf" srcId="{BB10DC98-8C53-4C46-8CF1-F75F082C54D0}" destId="{6C43DB58-4BB0-4B79-98FC-541EFF99FDE8}" srcOrd="1" destOrd="0" presId="urn:microsoft.com/office/officeart/2018/2/layout/IconCircleList"/>
    <dgm:cxn modelId="{5C18CDEF-E788-436F-9D24-DF976BF1A201}" type="presParOf" srcId="{BB10DC98-8C53-4C46-8CF1-F75F082C54D0}" destId="{7E754E63-F460-4E12-8361-10D62A803FB8}" srcOrd="2" destOrd="0" presId="urn:microsoft.com/office/officeart/2018/2/layout/IconCircleList"/>
    <dgm:cxn modelId="{E640F7B4-6804-43ED-9F90-3F3574D37F13}" type="presParOf" srcId="{7E754E63-F460-4E12-8361-10D62A803FB8}" destId="{68EE4D5E-6996-47D9-870F-064D7903D211}" srcOrd="0" destOrd="0" presId="urn:microsoft.com/office/officeart/2018/2/layout/IconCircleList"/>
    <dgm:cxn modelId="{09B7FAAB-3195-4A6D-BED7-F9C894AA465A}" type="presParOf" srcId="{7E754E63-F460-4E12-8361-10D62A803FB8}" destId="{00FB9E03-D519-4FE5-ABA9-4693974A32AF}" srcOrd="1" destOrd="0" presId="urn:microsoft.com/office/officeart/2018/2/layout/IconCircleList"/>
    <dgm:cxn modelId="{2B521F56-FC3F-4DCE-A665-77439A5C838F}" type="presParOf" srcId="{7E754E63-F460-4E12-8361-10D62A803FB8}" destId="{952BF2E7-BF18-4C8C-89BC-D3C46F249870}" srcOrd="2" destOrd="0" presId="urn:microsoft.com/office/officeart/2018/2/layout/IconCircleList"/>
    <dgm:cxn modelId="{56CC78DC-8B77-4484-AFAB-EAB70F236EAA}" type="presParOf" srcId="{7E754E63-F460-4E12-8361-10D62A803FB8}" destId="{51590E78-F1DD-403D-BF6C-27951A3B6EAB}" srcOrd="3" destOrd="0" presId="urn:microsoft.com/office/officeart/2018/2/layout/IconCircleList"/>
    <dgm:cxn modelId="{C41BACD3-2914-42E9-ABB4-73DC5FFEA11C}" type="presParOf" srcId="{BB10DC98-8C53-4C46-8CF1-F75F082C54D0}" destId="{BC825CFE-9C7A-43D0-9571-21199B3A4CE2}" srcOrd="3" destOrd="0" presId="urn:microsoft.com/office/officeart/2018/2/layout/IconCircleList"/>
    <dgm:cxn modelId="{334B3339-85AB-40AE-9F9E-3B79835E3F64}" type="presParOf" srcId="{BB10DC98-8C53-4C46-8CF1-F75F082C54D0}" destId="{328D1C8D-C142-4640-82BE-55C879503935}" srcOrd="4" destOrd="0" presId="urn:microsoft.com/office/officeart/2018/2/layout/IconCircleList"/>
    <dgm:cxn modelId="{D0346E71-750D-46B3-A834-28F38DFD9826}" type="presParOf" srcId="{328D1C8D-C142-4640-82BE-55C879503935}" destId="{EE77CAB7-3F2F-451E-8617-57F5DE15BBB5}" srcOrd="0" destOrd="0" presId="urn:microsoft.com/office/officeart/2018/2/layout/IconCircleList"/>
    <dgm:cxn modelId="{1E245712-A685-4702-B1B5-94186108A6EA}" type="presParOf" srcId="{328D1C8D-C142-4640-82BE-55C879503935}" destId="{A295EE75-4149-48E9-AA64-D65F5D13115A}" srcOrd="1" destOrd="0" presId="urn:microsoft.com/office/officeart/2018/2/layout/IconCircleList"/>
    <dgm:cxn modelId="{7C417F58-42B0-4EA6-ADCD-DE8B36A0291F}" type="presParOf" srcId="{328D1C8D-C142-4640-82BE-55C879503935}" destId="{00A5FF49-E38A-444E-B1F3-C728208AA75A}" srcOrd="2" destOrd="0" presId="urn:microsoft.com/office/officeart/2018/2/layout/IconCircleList"/>
    <dgm:cxn modelId="{52583462-684A-4031-8866-6EF187E1A822}" type="presParOf" srcId="{328D1C8D-C142-4640-82BE-55C879503935}" destId="{A27F5571-84D7-46B0-8CAA-540FD404FDE5}" srcOrd="3" destOrd="0" presId="urn:microsoft.com/office/officeart/2018/2/layout/IconCircleList"/>
    <dgm:cxn modelId="{64D1873C-D445-405B-BD34-97FB5C4585AF}" type="presParOf" srcId="{BB10DC98-8C53-4C46-8CF1-F75F082C54D0}" destId="{4DE1D038-1CCF-44BD-98CC-83379A9D1ABA}" srcOrd="5" destOrd="0" presId="urn:microsoft.com/office/officeart/2018/2/layout/IconCircleList"/>
    <dgm:cxn modelId="{331F00A9-06BE-4141-A3D7-22988A15CC6C}" type="presParOf" srcId="{BB10DC98-8C53-4C46-8CF1-F75F082C54D0}" destId="{C7CC1EE5-1EFB-4E20-82DD-606F3BB728B3}" srcOrd="6" destOrd="0" presId="urn:microsoft.com/office/officeart/2018/2/layout/IconCircleList"/>
    <dgm:cxn modelId="{20B73159-1259-4D5A-9AB2-2ADC034D8471}" type="presParOf" srcId="{C7CC1EE5-1EFB-4E20-82DD-606F3BB728B3}" destId="{A4FDDF58-A836-476B-AC40-2D4F94D9382E}" srcOrd="0" destOrd="0" presId="urn:microsoft.com/office/officeart/2018/2/layout/IconCircleList"/>
    <dgm:cxn modelId="{0DDFC950-AF0C-4E58-BDA9-0CEAC4BFD605}" type="presParOf" srcId="{C7CC1EE5-1EFB-4E20-82DD-606F3BB728B3}" destId="{F5EE4DD4-FA7C-4889-9803-843F33B27BA5}" srcOrd="1" destOrd="0" presId="urn:microsoft.com/office/officeart/2018/2/layout/IconCircleList"/>
    <dgm:cxn modelId="{2D56AC3C-7AF2-4355-94B8-437FCC11EBEB}" type="presParOf" srcId="{C7CC1EE5-1EFB-4E20-82DD-606F3BB728B3}" destId="{8970E89E-6DCF-4B18-A583-45B54F14BEF4}" srcOrd="2" destOrd="0" presId="urn:microsoft.com/office/officeart/2018/2/layout/IconCircleList"/>
    <dgm:cxn modelId="{E0055C7E-41B8-4C89-85DD-39A4DE8758A7}" type="presParOf" srcId="{C7CC1EE5-1EFB-4E20-82DD-606F3BB728B3}" destId="{73C45806-5FF8-4912-AC6F-C6939E9B546A}" srcOrd="3" destOrd="0" presId="urn:microsoft.com/office/officeart/2018/2/layout/IconCircle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AA65B37E-18B0-4B17-B624-6B19E7071DA2}" type="doc">
      <dgm:prSet loTypeId="urn:microsoft.com/office/officeart/2005/8/layout/hProcess6" loCatId="process" qsTypeId="urn:microsoft.com/office/officeart/2005/8/quickstyle/simple1" qsCatId="simple" csTypeId="urn:microsoft.com/office/officeart/2005/8/colors/colorful5" csCatId="colorful" phldr="1"/>
      <dgm:spPr/>
      <dgm:t>
        <a:bodyPr/>
        <a:lstStyle/>
        <a:p>
          <a:endParaRPr lang="en-US"/>
        </a:p>
      </dgm:t>
    </dgm:pt>
    <dgm:pt modelId="{9B98FB43-D432-4AF3-8609-3AB69C6B3B65}">
      <dgm:prSet phldrT="[Text]" custT="1"/>
      <dgm:spPr/>
      <dgm:t>
        <a:bodyPr/>
        <a:lstStyle/>
        <a:p>
          <a:r>
            <a:rPr lang="en-US" sz="1400" b="0" dirty="0"/>
            <a:t>Working directory</a:t>
          </a:r>
          <a:endParaRPr lang="en-US" sz="1400" b="0" i="0" u="none" strike="noStrike" cap="none" baseline="0" noProof="0" dirty="0">
            <a:solidFill>
              <a:srgbClr val="010000"/>
            </a:solidFill>
            <a:latin typeface="Segoe UI Semibold"/>
            <a:cs typeface="Segoe UI Semibold"/>
          </a:endParaRPr>
        </a:p>
      </dgm:t>
    </dgm:pt>
    <dgm:pt modelId="{5FA347C7-3768-4785-94DB-740AA2BC53AB}" type="parTrans" cxnId="{10075333-C0C2-4908-90E7-604E1ABCFC62}">
      <dgm:prSet/>
      <dgm:spPr/>
      <dgm:t>
        <a:bodyPr/>
        <a:lstStyle/>
        <a:p>
          <a:endParaRPr lang="en-US"/>
        </a:p>
      </dgm:t>
    </dgm:pt>
    <dgm:pt modelId="{BFAC89F3-8412-48AE-A6A6-B1FDE8F439DE}" type="sibTrans" cxnId="{10075333-C0C2-4908-90E7-604E1ABCFC62}">
      <dgm:prSet/>
      <dgm:spPr/>
      <dgm:t>
        <a:bodyPr/>
        <a:lstStyle/>
        <a:p>
          <a:endParaRPr lang="en-US"/>
        </a:p>
      </dgm:t>
    </dgm:pt>
    <dgm:pt modelId="{59396125-F890-44F5-99B1-A7C00B8A5E5F}">
      <dgm:prSet phldrT="[Text]" custT="1"/>
      <dgm:spPr/>
      <dgm:t>
        <a:bodyPr/>
        <a:lstStyle/>
        <a:p>
          <a:pPr>
            <a:buNone/>
          </a:pPr>
          <a:r>
            <a:rPr lang="en-US" sz="2400" b="0" dirty="0"/>
            <a:t>git add</a:t>
          </a:r>
        </a:p>
      </dgm:t>
    </dgm:pt>
    <dgm:pt modelId="{70021AD7-65C1-4F1A-BDBE-469210417448}" type="parTrans" cxnId="{9DEE8F25-352F-4091-9E71-E4EE20DABCE0}">
      <dgm:prSet/>
      <dgm:spPr/>
      <dgm:t>
        <a:bodyPr/>
        <a:lstStyle/>
        <a:p>
          <a:endParaRPr lang="en-US"/>
        </a:p>
      </dgm:t>
    </dgm:pt>
    <dgm:pt modelId="{C64352C0-7AEE-4BFA-9890-1C65CCAD532F}" type="sibTrans" cxnId="{9DEE8F25-352F-4091-9E71-E4EE20DABCE0}">
      <dgm:prSet/>
      <dgm:spPr/>
      <dgm:t>
        <a:bodyPr/>
        <a:lstStyle/>
        <a:p>
          <a:endParaRPr lang="en-US"/>
        </a:p>
      </dgm:t>
    </dgm:pt>
    <dgm:pt modelId="{84C72CF5-219D-4BD5-9C9D-A254C8D89207}">
      <dgm:prSet phldrT="[Text]" custT="1"/>
      <dgm:spPr/>
      <dgm:t>
        <a:bodyPr/>
        <a:lstStyle/>
        <a:p>
          <a:r>
            <a:rPr lang="en-US" sz="1400" b="0" dirty="0"/>
            <a:t>Index/ staging</a:t>
          </a:r>
        </a:p>
      </dgm:t>
    </dgm:pt>
    <dgm:pt modelId="{1ED97603-C875-4459-8DCD-B6030CC31FBC}" type="parTrans" cxnId="{F9062AAB-DF5F-4C89-B395-EAAF59EF4A23}">
      <dgm:prSet/>
      <dgm:spPr/>
      <dgm:t>
        <a:bodyPr/>
        <a:lstStyle/>
        <a:p>
          <a:endParaRPr lang="en-US"/>
        </a:p>
      </dgm:t>
    </dgm:pt>
    <dgm:pt modelId="{81C12626-CAF1-4EA4-B6A4-4B5EBD50AC45}" type="sibTrans" cxnId="{F9062AAB-DF5F-4C89-B395-EAAF59EF4A23}">
      <dgm:prSet/>
      <dgm:spPr/>
      <dgm:t>
        <a:bodyPr/>
        <a:lstStyle/>
        <a:p>
          <a:endParaRPr lang="en-US"/>
        </a:p>
      </dgm:t>
    </dgm:pt>
    <dgm:pt modelId="{9002735A-32CE-48C3-9451-C486880ABB6E}">
      <dgm:prSet phldrT="[Text]" custT="1"/>
      <dgm:spPr/>
      <dgm:t>
        <a:bodyPr/>
        <a:lstStyle/>
        <a:p>
          <a:pPr>
            <a:buNone/>
          </a:pPr>
          <a:r>
            <a:rPr lang="en-US" sz="1600" b="0" dirty="0"/>
            <a:t>git commit</a:t>
          </a:r>
        </a:p>
      </dgm:t>
    </dgm:pt>
    <dgm:pt modelId="{24F453BB-CB2E-46BB-B020-10907A614924}" type="parTrans" cxnId="{7F1C83D9-97AA-4E1D-A4C1-3F0B767CFD95}">
      <dgm:prSet/>
      <dgm:spPr/>
      <dgm:t>
        <a:bodyPr/>
        <a:lstStyle/>
        <a:p>
          <a:endParaRPr lang="en-US"/>
        </a:p>
      </dgm:t>
    </dgm:pt>
    <dgm:pt modelId="{374EB580-3735-498C-83CC-24C18DAAD305}" type="sibTrans" cxnId="{7F1C83D9-97AA-4E1D-A4C1-3F0B767CFD95}">
      <dgm:prSet/>
      <dgm:spPr/>
      <dgm:t>
        <a:bodyPr/>
        <a:lstStyle/>
        <a:p>
          <a:endParaRPr lang="en-US"/>
        </a:p>
      </dgm:t>
    </dgm:pt>
    <dgm:pt modelId="{3AE55F7F-75B1-439E-BA53-B37D664866EE}">
      <dgm:prSet phldrT="[Text]" custT="1"/>
      <dgm:spPr/>
      <dgm:t>
        <a:bodyPr/>
        <a:lstStyle/>
        <a:p>
          <a:r>
            <a:rPr lang="en-US" sz="1400" b="0" dirty="0"/>
            <a:t>HEAD</a:t>
          </a:r>
        </a:p>
      </dgm:t>
    </dgm:pt>
    <dgm:pt modelId="{16E23644-1179-4499-93DF-E7B71AFA7EB3}" type="parTrans" cxnId="{8D846472-97FC-4625-9605-AC24BE35C4CD}">
      <dgm:prSet/>
      <dgm:spPr/>
      <dgm:t>
        <a:bodyPr/>
        <a:lstStyle/>
        <a:p>
          <a:endParaRPr lang="en-US"/>
        </a:p>
      </dgm:t>
    </dgm:pt>
    <dgm:pt modelId="{53F1FAE1-6947-4822-9C91-5AB8522CCD5C}" type="sibTrans" cxnId="{8D846472-97FC-4625-9605-AC24BE35C4CD}">
      <dgm:prSet/>
      <dgm:spPr/>
      <dgm:t>
        <a:bodyPr/>
        <a:lstStyle/>
        <a:p>
          <a:endParaRPr lang="en-US"/>
        </a:p>
      </dgm:t>
    </dgm:pt>
    <dgm:pt modelId="{1D6522C6-665C-435E-8E74-F7C2FF3D9A85}">
      <dgm:prSet phldrT="[Text]" custT="1"/>
      <dgm:spPr/>
      <dgm:t>
        <a:bodyPr/>
        <a:lstStyle/>
        <a:p>
          <a:pPr>
            <a:buNone/>
          </a:pPr>
          <a:r>
            <a:rPr lang="en-US" sz="2000" b="0" dirty="0"/>
            <a:t>git push</a:t>
          </a:r>
        </a:p>
      </dgm:t>
    </dgm:pt>
    <dgm:pt modelId="{45B0C94C-457B-456E-A445-9049441BE68D}" type="parTrans" cxnId="{74B53AA7-DBA3-4562-BD3C-9344B31D18CF}">
      <dgm:prSet/>
      <dgm:spPr/>
      <dgm:t>
        <a:bodyPr/>
        <a:lstStyle/>
        <a:p>
          <a:endParaRPr lang="en-US"/>
        </a:p>
      </dgm:t>
    </dgm:pt>
    <dgm:pt modelId="{2295F34B-96E8-4850-A3C1-E10C726CEEFF}" type="sibTrans" cxnId="{74B53AA7-DBA3-4562-BD3C-9344B31D18CF}">
      <dgm:prSet/>
      <dgm:spPr/>
      <dgm:t>
        <a:bodyPr/>
        <a:lstStyle/>
        <a:p>
          <a:endParaRPr lang="en-US"/>
        </a:p>
      </dgm:t>
    </dgm:pt>
    <dgm:pt modelId="{6B582ED4-C7F0-4AFC-BB88-F7BFD483E930}">
      <dgm:prSet phldrT="[Text]" custT="1"/>
      <dgm:spPr/>
      <dgm:t>
        <a:bodyPr/>
        <a:lstStyle/>
        <a:p>
          <a:pPr>
            <a:buNone/>
          </a:pPr>
          <a:r>
            <a:rPr lang="en-US" sz="1400" b="0" dirty="0"/>
            <a:t>GitHub</a:t>
          </a:r>
        </a:p>
      </dgm:t>
    </dgm:pt>
    <dgm:pt modelId="{20B495B7-F3DA-4CC3-850D-6C5DF39FD2D0}" type="parTrans" cxnId="{8254A09B-D619-4953-9569-2CEF4C5130C5}">
      <dgm:prSet/>
      <dgm:spPr/>
      <dgm:t>
        <a:bodyPr/>
        <a:lstStyle/>
        <a:p>
          <a:endParaRPr lang="en-US"/>
        </a:p>
      </dgm:t>
    </dgm:pt>
    <dgm:pt modelId="{4DCCA12A-7A2D-4395-B061-44E36D67FE94}" type="sibTrans" cxnId="{8254A09B-D619-4953-9569-2CEF4C5130C5}">
      <dgm:prSet/>
      <dgm:spPr/>
      <dgm:t>
        <a:bodyPr/>
        <a:lstStyle/>
        <a:p>
          <a:endParaRPr lang="en-US"/>
        </a:p>
      </dgm:t>
    </dgm:pt>
    <dgm:pt modelId="{9418F1F8-6179-4740-BCE2-5FE6C7EBE402}">
      <dgm:prSet custT="1"/>
      <dgm:spPr/>
      <dgm:t>
        <a:bodyPr/>
        <a:lstStyle/>
        <a:p>
          <a:pPr>
            <a:buNone/>
          </a:pPr>
          <a:r>
            <a:rPr lang="en-US" sz="1600" b="0" dirty="0"/>
            <a:t>git remote add origin </a:t>
          </a:r>
          <a:r>
            <a:rPr lang="en-US" sz="1600" b="0" dirty="0" err="1"/>
            <a:t>ssh_url</a:t>
          </a:r>
          <a:endParaRPr lang="en-US" sz="1600" b="0" dirty="0"/>
        </a:p>
      </dgm:t>
    </dgm:pt>
    <dgm:pt modelId="{9712A8CB-4F9B-493A-B97F-FE4B13476B6F}" type="parTrans" cxnId="{67AB8009-3A8A-4205-9416-027C574D9FB9}">
      <dgm:prSet/>
      <dgm:spPr/>
      <dgm:t>
        <a:bodyPr/>
        <a:lstStyle/>
        <a:p>
          <a:endParaRPr lang="en-US"/>
        </a:p>
      </dgm:t>
    </dgm:pt>
    <dgm:pt modelId="{66A721F1-E074-4870-826A-DF95D5ECD8C9}" type="sibTrans" cxnId="{67AB8009-3A8A-4205-9416-027C574D9FB9}">
      <dgm:prSet/>
      <dgm:spPr/>
      <dgm:t>
        <a:bodyPr/>
        <a:lstStyle/>
        <a:p>
          <a:endParaRPr lang="en-US"/>
        </a:p>
      </dgm:t>
    </dgm:pt>
    <dgm:pt modelId="{05799C90-4AC2-4BB0-AC67-07ACE1B686EB}" type="pres">
      <dgm:prSet presAssocID="{AA65B37E-18B0-4B17-B624-6B19E7071DA2}" presName="theList" presStyleCnt="0">
        <dgm:presLayoutVars>
          <dgm:dir/>
          <dgm:animLvl val="lvl"/>
          <dgm:resizeHandles val="exact"/>
        </dgm:presLayoutVars>
      </dgm:prSet>
      <dgm:spPr/>
    </dgm:pt>
    <dgm:pt modelId="{7C5E65AA-9628-471A-B3A5-FE5D83AB3E4C}" type="pres">
      <dgm:prSet presAssocID="{9B98FB43-D432-4AF3-8609-3AB69C6B3B65}" presName="compNode" presStyleCnt="0"/>
      <dgm:spPr/>
    </dgm:pt>
    <dgm:pt modelId="{D62CEB07-0233-45AA-8BFD-A12AEF7DAFFB}" type="pres">
      <dgm:prSet presAssocID="{9B98FB43-D432-4AF3-8609-3AB69C6B3B65}" presName="noGeometry" presStyleCnt="0"/>
      <dgm:spPr/>
    </dgm:pt>
    <dgm:pt modelId="{3882616B-A82E-474A-BEAD-C7E94A589992}" type="pres">
      <dgm:prSet presAssocID="{9B98FB43-D432-4AF3-8609-3AB69C6B3B65}" presName="childTextVisible" presStyleLbl="bgAccFollowNode1" presStyleIdx="0" presStyleCnt="4">
        <dgm:presLayoutVars>
          <dgm:bulletEnabled val="1"/>
        </dgm:presLayoutVars>
      </dgm:prSet>
      <dgm:spPr/>
    </dgm:pt>
    <dgm:pt modelId="{C517722E-BF8F-4D3C-B7A8-80B66AC64535}" type="pres">
      <dgm:prSet presAssocID="{9B98FB43-D432-4AF3-8609-3AB69C6B3B65}" presName="childTextHidden" presStyleLbl="bgAccFollowNode1" presStyleIdx="0" presStyleCnt="4"/>
      <dgm:spPr/>
    </dgm:pt>
    <dgm:pt modelId="{E1D442E6-50DE-42B6-B90C-5C2C51011D23}" type="pres">
      <dgm:prSet presAssocID="{9B98FB43-D432-4AF3-8609-3AB69C6B3B65}" presName="parentText" presStyleLbl="node1" presStyleIdx="0" presStyleCnt="4">
        <dgm:presLayoutVars>
          <dgm:chMax val="1"/>
          <dgm:bulletEnabled val="1"/>
        </dgm:presLayoutVars>
      </dgm:prSet>
      <dgm:spPr/>
    </dgm:pt>
    <dgm:pt modelId="{04D104A1-B254-4446-B033-8CF435FD54CC}" type="pres">
      <dgm:prSet presAssocID="{9B98FB43-D432-4AF3-8609-3AB69C6B3B65}" presName="aSpace" presStyleCnt="0"/>
      <dgm:spPr/>
    </dgm:pt>
    <dgm:pt modelId="{FF60D303-F73D-46BF-97E7-D18BF366698B}" type="pres">
      <dgm:prSet presAssocID="{84C72CF5-219D-4BD5-9C9D-A254C8D89207}" presName="compNode" presStyleCnt="0"/>
      <dgm:spPr/>
    </dgm:pt>
    <dgm:pt modelId="{1435EA7C-DF15-44A6-B019-2B0B5867FBE5}" type="pres">
      <dgm:prSet presAssocID="{84C72CF5-219D-4BD5-9C9D-A254C8D89207}" presName="noGeometry" presStyleCnt="0"/>
      <dgm:spPr/>
    </dgm:pt>
    <dgm:pt modelId="{10DD6BAD-64EC-4FED-A093-E47B3435FEB8}" type="pres">
      <dgm:prSet presAssocID="{84C72CF5-219D-4BD5-9C9D-A254C8D89207}" presName="childTextVisible" presStyleLbl="bgAccFollowNode1" presStyleIdx="1" presStyleCnt="4">
        <dgm:presLayoutVars>
          <dgm:bulletEnabled val="1"/>
        </dgm:presLayoutVars>
      </dgm:prSet>
      <dgm:spPr/>
    </dgm:pt>
    <dgm:pt modelId="{8412D892-5A7A-4DA4-BF64-D8C9896306CE}" type="pres">
      <dgm:prSet presAssocID="{84C72CF5-219D-4BD5-9C9D-A254C8D89207}" presName="childTextHidden" presStyleLbl="bgAccFollowNode1" presStyleIdx="1" presStyleCnt="4"/>
      <dgm:spPr/>
    </dgm:pt>
    <dgm:pt modelId="{CDB9AC5A-1499-44E3-9A89-B7F7D8C924C1}" type="pres">
      <dgm:prSet presAssocID="{84C72CF5-219D-4BD5-9C9D-A254C8D89207}" presName="parentText" presStyleLbl="node1" presStyleIdx="1" presStyleCnt="4">
        <dgm:presLayoutVars>
          <dgm:chMax val="1"/>
          <dgm:bulletEnabled val="1"/>
        </dgm:presLayoutVars>
      </dgm:prSet>
      <dgm:spPr/>
    </dgm:pt>
    <dgm:pt modelId="{B7D9EBE5-2B61-47A2-BD00-04B2879EB0E4}" type="pres">
      <dgm:prSet presAssocID="{84C72CF5-219D-4BD5-9C9D-A254C8D89207}" presName="aSpace" presStyleCnt="0"/>
      <dgm:spPr/>
    </dgm:pt>
    <dgm:pt modelId="{BA7D5242-3994-41AF-B392-5B8D8DC2D60B}" type="pres">
      <dgm:prSet presAssocID="{3AE55F7F-75B1-439E-BA53-B37D664866EE}" presName="compNode" presStyleCnt="0"/>
      <dgm:spPr/>
    </dgm:pt>
    <dgm:pt modelId="{1F3838E6-83F7-4117-BE6E-DEE043AFACEE}" type="pres">
      <dgm:prSet presAssocID="{3AE55F7F-75B1-439E-BA53-B37D664866EE}" presName="noGeometry" presStyleCnt="0"/>
      <dgm:spPr/>
    </dgm:pt>
    <dgm:pt modelId="{E387BFBC-C63C-4A0A-83FF-5C6BD40FE0AD}" type="pres">
      <dgm:prSet presAssocID="{3AE55F7F-75B1-439E-BA53-B37D664866EE}" presName="childTextVisible" presStyleLbl="bgAccFollowNode1" presStyleIdx="2" presStyleCnt="4">
        <dgm:presLayoutVars>
          <dgm:bulletEnabled val="1"/>
        </dgm:presLayoutVars>
      </dgm:prSet>
      <dgm:spPr/>
    </dgm:pt>
    <dgm:pt modelId="{578EC520-2F4A-4003-918C-24A96C70AEA3}" type="pres">
      <dgm:prSet presAssocID="{3AE55F7F-75B1-439E-BA53-B37D664866EE}" presName="childTextHidden" presStyleLbl="bgAccFollowNode1" presStyleIdx="2" presStyleCnt="4"/>
      <dgm:spPr/>
    </dgm:pt>
    <dgm:pt modelId="{4C1F17AB-C49A-4053-9EDC-615D8389E1F5}" type="pres">
      <dgm:prSet presAssocID="{3AE55F7F-75B1-439E-BA53-B37D664866EE}" presName="parentText" presStyleLbl="node1" presStyleIdx="2" presStyleCnt="4">
        <dgm:presLayoutVars>
          <dgm:chMax val="1"/>
          <dgm:bulletEnabled val="1"/>
        </dgm:presLayoutVars>
      </dgm:prSet>
      <dgm:spPr/>
    </dgm:pt>
    <dgm:pt modelId="{53A5A7C9-676F-43BD-A97A-81A452A02140}" type="pres">
      <dgm:prSet presAssocID="{3AE55F7F-75B1-439E-BA53-B37D664866EE}" presName="aSpace" presStyleCnt="0"/>
      <dgm:spPr/>
    </dgm:pt>
    <dgm:pt modelId="{4E179402-C54E-4246-BA26-A536C745C890}" type="pres">
      <dgm:prSet presAssocID="{6B582ED4-C7F0-4AFC-BB88-F7BFD483E930}" presName="compNode" presStyleCnt="0"/>
      <dgm:spPr/>
    </dgm:pt>
    <dgm:pt modelId="{CB967702-63ED-44B9-9FF6-A81ADAC9DCE0}" type="pres">
      <dgm:prSet presAssocID="{6B582ED4-C7F0-4AFC-BB88-F7BFD483E930}" presName="noGeometry" presStyleCnt="0"/>
      <dgm:spPr/>
    </dgm:pt>
    <dgm:pt modelId="{F8A5E368-4C95-4EC5-860C-BBD97D923610}" type="pres">
      <dgm:prSet presAssocID="{6B582ED4-C7F0-4AFC-BB88-F7BFD483E930}" presName="childTextVisible" presStyleLbl="bgAccFollowNode1" presStyleIdx="3" presStyleCnt="4">
        <dgm:presLayoutVars>
          <dgm:bulletEnabled val="1"/>
        </dgm:presLayoutVars>
      </dgm:prSet>
      <dgm:spPr/>
    </dgm:pt>
    <dgm:pt modelId="{E8EE89CC-6A70-424F-B485-8DDD49E7AEA7}" type="pres">
      <dgm:prSet presAssocID="{6B582ED4-C7F0-4AFC-BB88-F7BFD483E930}" presName="childTextHidden" presStyleLbl="bgAccFollowNode1" presStyleIdx="3" presStyleCnt="4"/>
      <dgm:spPr/>
    </dgm:pt>
    <dgm:pt modelId="{5C44622F-2F88-4BA9-9BB1-D6951CE35127}" type="pres">
      <dgm:prSet presAssocID="{6B582ED4-C7F0-4AFC-BB88-F7BFD483E930}" presName="parentText" presStyleLbl="node1" presStyleIdx="3" presStyleCnt="4" custScaleX="107041">
        <dgm:presLayoutVars>
          <dgm:chMax val="1"/>
          <dgm:bulletEnabled val="1"/>
        </dgm:presLayoutVars>
      </dgm:prSet>
      <dgm:spPr/>
    </dgm:pt>
  </dgm:ptLst>
  <dgm:cxnLst>
    <dgm:cxn modelId="{67AB8009-3A8A-4205-9416-027C574D9FB9}" srcId="{6B582ED4-C7F0-4AFC-BB88-F7BFD483E930}" destId="{9418F1F8-6179-4740-BCE2-5FE6C7EBE402}" srcOrd="0" destOrd="0" parTransId="{9712A8CB-4F9B-493A-B97F-FE4B13476B6F}" sibTransId="{66A721F1-E074-4870-826A-DF95D5ECD8C9}"/>
    <dgm:cxn modelId="{08F0CF1D-7B06-4158-8883-C073B612AB6C}" type="presOf" srcId="{9002735A-32CE-48C3-9451-C486880ABB6E}" destId="{8412D892-5A7A-4DA4-BF64-D8C9896306CE}" srcOrd="1" destOrd="0" presId="urn:microsoft.com/office/officeart/2005/8/layout/hProcess6"/>
    <dgm:cxn modelId="{6795D81D-641B-4206-84C3-379264A5615D}" type="presOf" srcId="{59396125-F890-44F5-99B1-A7C00B8A5E5F}" destId="{C517722E-BF8F-4D3C-B7A8-80B66AC64535}" srcOrd="1" destOrd="0" presId="urn:microsoft.com/office/officeart/2005/8/layout/hProcess6"/>
    <dgm:cxn modelId="{9DEE8F25-352F-4091-9E71-E4EE20DABCE0}" srcId="{9B98FB43-D432-4AF3-8609-3AB69C6B3B65}" destId="{59396125-F890-44F5-99B1-A7C00B8A5E5F}" srcOrd="0" destOrd="0" parTransId="{70021AD7-65C1-4F1A-BDBE-469210417448}" sibTransId="{C64352C0-7AEE-4BFA-9890-1C65CCAD532F}"/>
    <dgm:cxn modelId="{10075333-C0C2-4908-90E7-604E1ABCFC62}" srcId="{AA65B37E-18B0-4B17-B624-6B19E7071DA2}" destId="{9B98FB43-D432-4AF3-8609-3AB69C6B3B65}" srcOrd="0" destOrd="0" parTransId="{5FA347C7-3768-4785-94DB-740AA2BC53AB}" sibTransId="{BFAC89F3-8412-48AE-A6A6-B1FDE8F439DE}"/>
    <dgm:cxn modelId="{B4523C51-C005-463C-A139-0417F86E279C}" type="presOf" srcId="{6B582ED4-C7F0-4AFC-BB88-F7BFD483E930}" destId="{5C44622F-2F88-4BA9-9BB1-D6951CE35127}" srcOrd="0" destOrd="0" presId="urn:microsoft.com/office/officeart/2005/8/layout/hProcess6"/>
    <dgm:cxn modelId="{8D846472-97FC-4625-9605-AC24BE35C4CD}" srcId="{AA65B37E-18B0-4B17-B624-6B19E7071DA2}" destId="{3AE55F7F-75B1-439E-BA53-B37D664866EE}" srcOrd="2" destOrd="0" parTransId="{16E23644-1179-4499-93DF-E7B71AFA7EB3}" sibTransId="{53F1FAE1-6947-4822-9C91-5AB8522CCD5C}"/>
    <dgm:cxn modelId="{05377F53-75B2-4433-B13F-723B444C1B3D}" type="presOf" srcId="{9418F1F8-6179-4740-BCE2-5FE6C7EBE402}" destId="{E8EE89CC-6A70-424F-B485-8DDD49E7AEA7}" srcOrd="1" destOrd="0" presId="urn:microsoft.com/office/officeart/2005/8/layout/hProcess6"/>
    <dgm:cxn modelId="{EE0C0554-8CDF-416A-85E3-C527471ADD86}" type="presOf" srcId="{3AE55F7F-75B1-439E-BA53-B37D664866EE}" destId="{4C1F17AB-C49A-4053-9EDC-615D8389E1F5}" srcOrd="0" destOrd="0" presId="urn:microsoft.com/office/officeart/2005/8/layout/hProcess6"/>
    <dgm:cxn modelId="{622D5458-C380-442B-9F7A-7ACCB394AE3F}" type="presOf" srcId="{9418F1F8-6179-4740-BCE2-5FE6C7EBE402}" destId="{F8A5E368-4C95-4EC5-860C-BBD97D923610}" srcOrd="0" destOrd="0" presId="urn:microsoft.com/office/officeart/2005/8/layout/hProcess6"/>
    <dgm:cxn modelId="{A613918E-92D7-4351-A0B0-53100A41E648}" type="presOf" srcId="{84C72CF5-219D-4BD5-9C9D-A254C8D89207}" destId="{CDB9AC5A-1499-44E3-9A89-B7F7D8C924C1}" srcOrd="0" destOrd="0" presId="urn:microsoft.com/office/officeart/2005/8/layout/hProcess6"/>
    <dgm:cxn modelId="{FCDD4492-A522-47CC-9367-2A77D1322901}" type="presOf" srcId="{AA65B37E-18B0-4B17-B624-6B19E7071DA2}" destId="{05799C90-4AC2-4BB0-AC67-07ACE1B686EB}" srcOrd="0" destOrd="0" presId="urn:microsoft.com/office/officeart/2005/8/layout/hProcess6"/>
    <dgm:cxn modelId="{DF5FE29A-9E9D-42AE-99F8-BCC1009AA96C}" type="presOf" srcId="{9B98FB43-D432-4AF3-8609-3AB69C6B3B65}" destId="{E1D442E6-50DE-42B6-B90C-5C2C51011D23}" srcOrd="0" destOrd="0" presId="urn:microsoft.com/office/officeart/2005/8/layout/hProcess6"/>
    <dgm:cxn modelId="{8254A09B-D619-4953-9569-2CEF4C5130C5}" srcId="{AA65B37E-18B0-4B17-B624-6B19E7071DA2}" destId="{6B582ED4-C7F0-4AFC-BB88-F7BFD483E930}" srcOrd="3" destOrd="0" parTransId="{20B495B7-F3DA-4CC3-850D-6C5DF39FD2D0}" sibTransId="{4DCCA12A-7A2D-4395-B061-44E36D67FE94}"/>
    <dgm:cxn modelId="{51A1B9A3-10DC-449B-8614-1D42B8EF6928}" type="presOf" srcId="{1D6522C6-665C-435E-8E74-F7C2FF3D9A85}" destId="{E387BFBC-C63C-4A0A-83FF-5C6BD40FE0AD}" srcOrd="0" destOrd="0" presId="urn:microsoft.com/office/officeart/2005/8/layout/hProcess6"/>
    <dgm:cxn modelId="{74B53AA7-DBA3-4562-BD3C-9344B31D18CF}" srcId="{3AE55F7F-75B1-439E-BA53-B37D664866EE}" destId="{1D6522C6-665C-435E-8E74-F7C2FF3D9A85}" srcOrd="0" destOrd="0" parTransId="{45B0C94C-457B-456E-A445-9049441BE68D}" sibTransId="{2295F34B-96E8-4850-A3C1-E10C726CEEFF}"/>
    <dgm:cxn modelId="{F9062AAB-DF5F-4C89-B395-EAAF59EF4A23}" srcId="{AA65B37E-18B0-4B17-B624-6B19E7071DA2}" destId="{84C72CF5-219D-4BD5-9C9D-A254C8D89207}" srcOrd="1" destOrd="0" parTransId="{1ED97603-C875-4459-8DCD-B6030CC31FBC}" sibTransId="{81C12626-CAF1-4EA4-B6A4-4B5EBD50AC45}"/>
    <dgm:cxn modelId="{8C7A09D0-10F7-48AA-BA5C-91C9F2C654CE}" type="presOf" srcId="{9002735A-32CE-48C3-9451-C486880ABB6E}" destId="{10DD6BAD-64EC-4FED-A093-E47B3435FEB8}" srcOrd="0" destOrd="0" presId="urn:microsoft.com/office/officeart/2005/8/layout/hProcess6"/>
    <dgm:cxn modelId="{7F1C83D9-97AA-4E1D-A4C1-3F0B767CFD95}" srcId="{84C72CF5-219D-4BD5-9C9D-A254C8D89207}" destId="{9002735A-32CE-48C3-9451-C486880ABB6E}" srcOrd="0" destOrd="0" parTransId="{24F453BB-CB2E-46BB-B020-10907A614924}" sibTransId="{374EB580-3735-498C-83CC-24C18DAAD305}"/>
    <dgm:cxn modelId="{30B0D5DF-B691-4D64-9D3E-6B692E2150C5}" type="presOf" srcId="{1D6522C6-665C-435E-8E74-F7C2FF3D9A85}" destId="{578EC520-2F4A-4003-918C-24A96C70AEA3}" srcOrd="1" destOrd="0" presId="urn:microsoft.com/office/officeart/2005/8/layout/hProcess6"/>
    <dgm:cxn modelId="{533075F2-86EA-4665-86CB-4C9912A7360A}" type="presOf" srcId="{59396125-F890-44F5-99B1-A7C00B8A5E5F}" destId="{3882616B-A82E-474A-BEAD-C7E94A589992}" srcOrd="0" destOrd="0" presId="urn:microsoft.com/office/officeart/2005/8/layout/hProcess6"/>
    <dgm:cxn modelId="{860A91FD-2447-4398-B120-60306A212CA3}" type="presParOf" srcId="{05799C90-4AC2-4BB0-AC67-07ACE1B686EB}" destId="{7C5E65AA-9628-471A-B3A5-FE5D83AB3E4C}" srcOrd="0" destOrd="0" presId="urn:microsoft.com/office/officeart/2005/8/layout/hProcess6"/>
    <dgm:cxn modelId="{9D8EFDD8-0F8D-45F9-AC9F-C371489EF0F8}" type="presParOf" srcId="{7C5E65AA-9628-471A-B3A5-FE5D83AB3E4C}" destId="{D62CEB07-0233-45AA-8BFD-A12AEF7DAFFB}" srcOrd="0" destOrd="0" presId="urn:microsoft.com/office/officeart/2005/8/layout/hProcess6"/>
    <dgm:cxn modelId="{978B6CCF-F6A2-42C9-B5A6-119F6ABCD025}" type="presParOf" srcId="{7C5E65AA-9628-471A-B3A5-FE5D83AB3E4C}" destId="{3882616B-A82E-474A-BEAD-C7E94A589992}" srcOrd="1" destOrd="0" presId="urn:microsoft.com/office/officeart/2005/8/layout/hProcess6"/>
    <dgm:cxn modelId="{B5ABFE04-477C-40B2-93A5-F4FA5014A09D}" type="presParOf" srcId="{7C5E65AA-9628-471A-B3A5-FE5D83AB3E4C}" destId="{C517722E-BF8F-4D3C-B7A8-80B66AC64535}" srcOrd="2" destOrd="0" presId="urn:microsoft.com/office/officeart/2005/8/layout/hProcess6"/>
    <dgm:cxn modelId="{CF7E6191-A670-458A-A665-62004F55B76D}" type="presParOf" srcId="{7C5E65AA-9628-471A-B3A5-FE5D83AB3E4C}" destId="{E1D442E6-50DE-42B6-B90C-5C2C51011D23}" srcOrd="3" destOrd="0" presId="urn:microsoft.com/office/officeart/2005/8/layout/hProcess6"/>
    <dgm:cxn modelId="{F46AD103-79E4-4FE4-AE46-A09F5CF5783F}" type="presParOf" srcId="{05799C90-4AC2-4BB0-AC67-07ACE1B686EB}" destId="{04D104A1-B254-4446-B033-8CF435FD54CC}" srcOrd="1" destOrd="0" presId="urn:microsoft.com/office/officeart/2005/8/layout/hProcess6"/>
    <dgm:cxn modelId="{4F143F23-C5A1-428D-ADF7-DFBD39BB2C4A}" type="presParOf" srcId="{05799C90-4AC2-4BB0-AC67-07ACE1B686EB}" destId="{FF60D303-F73D-46BF-97E7-D18BF366698B}" srcOrd="2" destOrd="0" presId="urn:microsoft.com/office/officeart/2005/8/layout/hProcess6"/>
    <dgm:cxn modelId="{58968BA5-4788-4EDF-860F-3DC1697DF758}" type="presParOf" srcId="{FF60D303-F73D-46BF-97E7-D18BF366698B}" destId="{1435EA7C-DF15-44A6-B019-2B0B5867FBE5}" srcOrd="0" destOrd="0" presId="urn:microsoft.com/office/officeart/2005/8/layout/hProcess6"/>
    <dgm:cxn modelId="{51C4A25D-8CFD-48BF-8C7D-845839AFF04D}" type="presParOf" srcId="{FF60D303-F73D-46BF-97E7-D18BF366698B}" destId="{10DD6BAD-64EC-4FED-A093-E47B3435FEB8}" srcOrd="1" destOrd="0" presId="urn:microsoft.com/office/officeart/2005/8/layout/hProcess6"/>
    <dgm:cxn modelId="{2D05A837-3E95-4AC6-997F-09C1C3B26444}" type="presParOf" srcId="{FF60D303-F73D-46BF-97E7-D18BF366698B}" destId="{8412D892-5A7A-4DA4-BF64-D8C9896306CE}" srcOrd="2" destOrd="0" presId="urn:microsoft.com/office/officeart/2005/8/layout/hProcess6"/>
    <dgm:cxn modelId="{CE446A52-2ECC-4728-B8B6-F7B1FD502F67}" type="presParOf" srcId="{FF60D303-F73D-46BF-97E7-D18BF366698B}" destId="{CDB9AC5A-1499-44E3-9A89-B7F7D8C924C1}" srcOrd="3" destOrd="0" presId="urn:microsoft.com/office/officeart/2005/8/layout/hProcess6"/>
    <dgm:cxn modelId="{A8731FF0-6960-4110-8B8C-763CC68C3EE9}" type="presParOf" srcId="{05799C90-4AC2-4BB0-AC67-07ACE1B686EB}" destId="{B7D9EBE5-2B61-47A2-BD00-04B2879EB0E4}" srcOrd="3" destOrd="0" presId="urn:microsoft.com/office/officeart/2005/8/layout/hProcess6"/>
    <dgm:cxn modelId="{0FCA32EC-C5ED-4B26-8AA7-FEC5A62D77F2}" type="presParOf" srcId="{05799C90-4AC2-4BB0-AC67-07ACE1B686EB}" destId="{BA7D5242-3994-41AF-B392-5B8D8DC2D60B}" srcOrd="4" destOrd="0" presId="urn:microsoft.com/office/officeart/2005/8/layout/hProcess6"/>
    <dgm:cxn modelId="{9E90A1AE-07A4-42C5-B715-F8E706B926D0}" type="presParOf" srcId="{BA7D5242-3994-41AF-B392-5B8D8DC2D60B}" destId="{1F3838E6-83F7-4117-BE6E-DEE043AFACEE}" srcOrd="0" destOrd="0" presId="urn:microsoft.com/office/officeart/2005/8/layout/hProcess6"/>
    <dgm:cxn modelId="{2DA17DD5-3F0D-4915-A5C3-AC66C5334C1A}" type="presParOf" srcId="{BA7D5242-3994-41AF-B392-5B8D8DC2D60B}" destId="{E387BFBC-C63C-4A0A-83FF-5C6BD40FE0AD}" srcOrd="1" destOrd="0" presId="urn:microsoft.com/office/officeart/2005/8/layout/hProcess6"/>
    <dgm:cxn modelId="{07F23219-84FD-48F3-B913-3E9B1420853C}" type="presParOf" srcId="{BA7D5242-3994-41AF-B392-5B8D8DC2D60B}" destId="{578EC520-2F4A-4003-918C-24A96C70AEA3}" srcOrd="2" destOrd="0" presId="urn:microsoft.com/office/officeart/2005/8/layout/hProcess6"/>
    <dgm:cxn modelId="{470D3D1A-5093-4766-9898-AF714E2F7A4D}" type="presParOf" srcId="{BA7D5242-3994-41AF-B392-5B8D8DC2D60B}" destId="{4C1F17AB-C49A-4053-9EDC-615D8389E1F5}" srcOrd="3" destOrd="0" presId="urn:microsoft.com/office/officeart/2005/8/layout/hProcess6"/>
    <dgm:cxn modelId="{A857FD50-D809-42CC-B441-FE7C3F930521}" type="presParOf" srcId="{05799C90-4AC2-4BB0-AC67-07ACE1B686EB}" destId="{53A5A7C9-676F-43BD-A97A-81A452A02140}" srcOrd="5" destOrd="0" presId="urn:microsoft.com/office/officeart/2005/8/layout/hProcess6"/>
    <dgm:cxn modelId="{69B7F410-0978-4232-8079-9536909AAE2E}" type="presParOf" srcId="{05799C90-4AC2-4BB0-AC67-07ACE1B686EB}" destId="{4E179402-C54E-4246-BA26-A536C745C890}" srcOrd="6" destOrd="0" presId="urn:microsoft.com/office/officeart/2005/8/layout/hProcess6"/>
    <dgm:cxn modelId="{A342893C-5A26-463D-9B36-AA80A2A7C249}" type="presParOf" srcId="{4E179402-C54E-4246-BA26-A536C745C890}" destId="{CB967702-63ED-44B9-9FF6-A81ADAC9DCE0}" srcOrd="0" destOrd="0" presId="urn:microsoft.com/office/officeart/2005/8/layout/hProcess6"/>
    <dgm:cxn modelId="{8A79BA94-875A-4878-945D-3EE34B38E457}" type="presParOf" srcId="{4E179402-C54E-4246-BA26-A536C745C890}" destId="{F8A5E368-4C95-4EC5-860C-BBD97D923610}" srcOrd="1" destOrd="0" presId="urn:microsoft.com/office/officeart/2005/8/layout/hProcess6"/>
    <dgm:cxn modelId="{E38CEBAA-91D9-4E34-B92B-9635FE968368}" type="presParOf" srcId="{4E179402-C54E-4246-BA26-A536C745C890}" destId="{E8EE89CC-6A70-424F-B485-8DDD49E7AEA7}" srcOrd="2" destOrd="0" presId="urn:microsoft.com/office/officeart/2005/8/layout/hProcess6"/>
    <dgm:cxn modelId="{85172700-1339-475C-AFA8-7DF726B39222}" type="presParOf" srcId="{4E179402-C54E-4246-BA26-A536C745C890}" destId="{5C44622F-2F88-4BA9-9BB1-D6951CE35127}" srcOrd="3" destOrd="0" presId="urn:microsoft.com/office/officeart/2005/8/layout/hProcess6"/>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0046BC35-C90C-4C26-ADB1-3D8D2F623AC9}"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194E8726-9974-4906-B63B-5D1A2B0D2597}">
      <dgm:prSet/>
      <dgm:spPr/>
      <dgm:t>
        <a:bodyPr/>
        <a:lstStyle/>
        <a:p>
          <a:r>
            <a:rPr lang="en-US"/>
            <a:t>Can be either hosted online or local (GitHub, GitHub Enterprise)</a:t>
          </a:r>
        </a:p>
      </dgm:t>
    </dgm:pt>
    <dgm:pt modelId="{3C1EE5E5-06A9-4E49-AF53-CEFDB4EF81F9}" type="parTrans" cxnId="{39F01202-B2FF-46A1-BD23-789AFF6456D7}">
      <dgm:prSet/>
      <dgm:spPr/>
      <dgm:t>
        <a:bodyPr/>
        <a:lstStyle/>
        <a:p>
          <a:endParaRPr lang="en-US"/>
        </a:p>
      </dgm:t>
    </dgm:pt>
    <dgm:pt modelId="{09D55B1F-87D4-42BE-A5DC-AEB03E88FDB0}" type="sibTrans" cxnId="{39F01202-B2FF-46A1-BD23-789AFF6456D7}">
      <dgm:prSet/>
      <dgm:spPr/>
      <dgm:t>
        <a:bodyPr/>
        <a:lstStyle/>
        <a:p>
          <a:endParaRPr lang="en-US"/>
        </a:p>
      </dgm:t>
    </dgm:pt>
    <dgm:pt modelId="{7CF10A24-5472-4F6A-A832-5A679B258C80}">
      <dgm:prSet/>
      <dgm:spPr/>
      <dgm:t>
        <a:bodyPr/>
        <a:lstStyle/>
        <a:p>
          <a:r>
            <a:rPr lang="en-US"/>
            <a:t>Represents the main project</a:t>
          </a:r>
        </a:p>
      </dgm:t>
    </dgm:pt>
    <dgm:pt modelId="{7F6D6008-6B02-4E7A-8AA6-0C76F243E89D}" type="parTrans" cxnId="{672449AE-E00C-4971-9118-4EF1EE0EA785}">
      <dgm:prSet/>
      <dgm:spPr/>
      <dgm:t>
        <a:bodyPr/>
        <a:lstStyle/>
        <a:p>
          <a:endParaRPr lang="en-US"/>
        </a:p>
      </dgm:t>
    </dgm:pt>
    <dgm:pt modelId="{DD141008-E762-4654-A131-7C55F6ED08FC}" type="sibTrans" cxnId="{672449AE-E00C-4971-9118-4EF1EE0EA785}">
      <dgm:prSet/>
      <dgm:spPr/>
      <dgm:t>
        <a:bodyPr/>
        <a:lstStyle/>
        <a:p>
          <a:endParaRPr lang="en-US"/>
        </a:p>
      </dgm:t>
    </dgm:pt>
    <dgm:pt modelId="{7D43AC71-F1DB-4B12-8E46-D7291136FD05}">
      <dgm:prSet/>
      <dgm:spPr/>
      <dgm:t>
        <a:bodyPr/>
        <a:lstStyle/>
        <a:p>
          <a:r>
            <a:rPr lang="en-US"/>
            <a:t>Contains: files, commits, branches, and history for the entire project</a:t>
          </a:r>
        </a:p>
      </dgm:t>
    </dgm:pt>
    <dgm:pt modelId="{76121C61-39E8-495B-AE94-E67256ED8C45}" type="parTrans" cxnId="{14A06A69-2297-4478-B366-EEFBB2B4E79C}">
      <dgm:prSet/>
      <dgm:spPr/>
      <dgm:t>
        <a:bodyPr/>
        <a:lstStyle/>
        <a:p>
          <a:endParaRPr lang="en-US"/>
        </a:p>
      </dgm:t>
    </dgm:pt>
    <dgm:pt modelId="{32D3CEC1-7004-4C60-9BC6-318CA6D8763E}" type="sibTrans" cxnId="{14A06A69-2297-4478-B366-EEFBB2B4E79C}">
      <dgm:prSet/>
      <dgm:spPr/>
      <dgm:t>
        <a:bodyPr/>
        <a:lstStyle/>
        <a:p>
          <a:endParaRPr lang="en-US"/>
        </a:p>
      </dgm:t>
    </dgm:pt>
    <dgm:pt modelId="{523181A2-6335-4E4E-806B-4B5BBCA890A6}">
      <dgm:prSet/>
      <dgm:spPr/>
      <dgm:t>
        <a:bodyPr/>
        <a:lstStyle/>
        <a:p>
          <a:r>
            <a:rPr lang="en-US"/>
            <a:t>Best practices: </a:t>
          </a:r>
        </a:p>
      </dgm:t>
    </dgm:pt>
    <dgm:pt modelId="{1F2DF36C-CEAE-47B3-9160-585558D156CF}" type="parTrans" cxnId="{B1ABF63F-50B5-4CF2-BB07-C8512C589A43}">
      <dgm:prSet/>
      <dgm:spPr/>
      <dgm:t>
        <a:bodyPr/>
        <a:lstStyle/>
        <a:p>
          <a:endParaRPr lang="en-US"/>
        </a:p>
      </dgm:t>
    </dgm:pt>
    <dgm:pt modelId="{8BB49CBD-8379-46DE-A5A9-E182222803C3}" type="sibTrans" cxnId="{B1ABF63F-50B5-4CF2-BB07-C8512C589A43}">
      <dgm:prSet/>
      <dgm:spPr/>
      <dgm:t>
        <a:bodyPr/>
        <a:lstStyle/>
        <a:p>
          <a:endParaRPr lang="en-US"/>
        </a:p>
      </dgm:t>
    </dgm:pt>
    <dgm:pt modelId="{40EA2A8C-F841-4C6C-877F-77D100AB2AE0}">
      <dgm:prSet/>
      <dgm:spPr/>
      <dgm:t>
        <a:bodyPr/>
        <a:lstStyle/>
        <a:p>
          <a:pPr>
            <a:buFontTx/>
            <a:buNone/>
          </a:pPr>
          <a:r>
            <a:rPr lang="en-US"/>
            <a:t>Maintain a single source repository </a:t>
          </a:r>
        </a:p>
      </dgm:t>
    </dgm:pt>
    <dgm:pt modelId="{E2BB7BCE-99D5-4DB4-B2EE-113608BE718A}" type="parTrans" cxnId="{AC93FEED-036C-43B0-BDAB-30D9B85BEBDB}">
      <dgm:prSet/>
      <dgm:spPr/>
      <dgm:t>
        <a:bodyPr/>
        <a:lstStyle/>
        <a:p>
          <a:endParaRPr lang="en-US"/>
        </a:p>
      </dgm:t>
    </dgm:pt>
    <dgm:pt modelId="{BED87BAF-C71C-4C62-8C47-A6E9706FB252}" type="sibTrans" cxnId="{AC93FEED-036C-43B0-BDAB-30D9B85BEBDB}">
      <dgm:prSet/>
      <dgm:spPr/>
      <dgm:t>
        <a:bodyPr/>
        <a:lstStyle/>
        <a:p>
          <a:endParaRPr lang="en-US"/>
        </a:p>
      </dgm:t>
    </dgm:pt>
    <dgm:pt modelId="{49EA2DC8-7299-48E4-9ACE-008897799CE8}">
      <dgm:prSet/>
      <dgm:spPr/>
      <dgm:t>
        <a:bodyPr/>
        <a:lstStyle/>
        <a:p>
          <a:pPr>
            <a:buFontTx/>
            <a:buNone/>
          </a:pPr>
          <a:r>
            <a:rPr lang="en-US"/>
            <a:t>Place all needed content for a project in a single repository</a:t>
          </a:r>
        </a:p>
      </dgm:t>
    </dgm:pt>
    <dgm:pt modelId="{74CE1247-05B7-40D9-B4F0-C4D18E9B14A5}" type="parTrans" cxnId="{701689E5-AD7C-43F7-BC96-DC7E49D4F13D}">
      <dgm:prSet/>
      <dgm:spPr/>
      <dgm:t>
        <a:bodyPr/>
        <a:lstStyle/>
        <a:p>
          <a:endParaRPr lang="en-US"/>
        </a:p>
      </dgm:t>
    </dgm:pt>
    <dgm:pt modelId="{22572390-648A-4962-86AC-D0729481E1E9}" type="sibTrans" cxnId="{701689E5-AD7C-43F7-BC96-DC7E49D4F13D}">
      <dgm:prSet/>
      <dgm:spPr/>
      <dgm:t>
        <a:bodyPr/>
        <a:lstStyle/>
        <a:p>
          <a:endParaRPr lang="en-US"/>
        </a:p>
      </dgm:t>
    </dgm:pt>
    <dgm:pt modelId="{5790D276-D506-4EF5-BAB5-0198FA2E7D80}">
      <dgm:prSet/>
      <dgm:spPr/>
      <dgm:t>
        <a:bodyPr/>
        <a:lstStyle/>
        <a:p>
          <a:pPr>
            <a:buFontTx/>
            <a:buNone/>
          </a:pPr>
          <a:r>
            <a:rPr lang="en-US"/>
            <a:t>Minimize branches</a:t>
          </a:r>
        </a:p>
      </dgm:t>
    </dgm:pt>
    <dgm:pt modelId="{53BD36B5-EF83-463A-9F7E-FF99B334267F}" type="parTrans" cxnId="{8F406F58-404C-4D48-9740-18CA17A000B0}">
      <dgm:prSet/>
      <dgm:spPr/>
      <dgm:t>
        <a:bodyPr/>
        <a:lstStyle/>
        <a:p>
          <a:endParaRPr lang="en-US"/>
        </a:p>
      </dgm:t>
    </dgm:pt>
    <dgm:pt modelId="{CA0237F1-757A-48D4-BE61-18B2857C4C3F}" type="sibTrans" cxnId="{8F406F58-404C-4D48-9740-18CA17A000B0}">
      <dgm:prSet/>
      <dgm:spPr/>
      <dgm:t>
        <a:bodyPr/>
        <a:lstStyle/>
        <a:p>
          <a:endParaRPr lang="en-US"/>
        </a:p>
      </dgm:t>
    </dgm:pt>
    <dgm:pt modelId="{01C25ACE-EF3C-4589-81A7-437145DABC24}" type="pres">
      <dgm:prSet presAssocID="{0046BC35-C90C-4C26-ADB1-3D8D2F623AC9}" presName="root" presStyleCnt="0">
        <dgm:presLayoutVars>
          <dgm:dir/>
          <dgm:resizeHandles val="exact"/>
        </dgm:presLayoutVars>
      </dgm:prSet>
      <dgm:spPr/>
    </dgm:pt>
    <dgm:pt modelId="{F0549EA5-853C-47AC-83CB-E3D5081A6CA0}" type="pres">
      <dgm:prSet presAssocID="{194E8726-9974-4906-B63B-5D1A2B0D2597}" presName="compNode" presStyleCnt="0"/>
      <dgm:spPr/>
    </dgm:pt>
    <dgm:pt modelId="{9EC693E2-3110-4855-8EE9-E66F1E233C20}" type="pres">
      <dgm:prSet presAssocID="{194E8726-9974-4906-B63B-5D1A2B0D2597}" presName="bgRect" presStyleLbl="bgShp" presStyleIdx="0" presStyleCnt="4"/>
      <dgm:spPr/>
    </dgm:pt>
    <dgm:pt modelId="{F685725B-FCD5-46E6-854E-B057DAA3DF04}" type="pres">
      <dgm:prSet presAssocID="{194E8726-9974-4906-B63B-5D1A2B0D2597}"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itcoin"/>
        </a:ext>
      </dgm:extLst>
    </dgm:pt>
    <dgm:pt modelId="{70477956-E4FA-4E6B-8E70-F215A1C7C9A2}" type="pres">
      <dgm:prSet presAssocID="{194E8726-9974-4906-B63B-5D1A2B0D2597}" presName="spaceRect" presStyleCnt="0"/>
      <dgm:spPr/>
    </dgm:pt>
    <dgm:pt modelId="{90365817-AC47-4315-A8D0-15DBBF0FB1DD}" type="pres">
      <dgm:prSet presAssocID="{194E8726-9974-4906-B63B-5D1A2B0D2597}" presName="parTx" presStyleLbl="revTx" presStyleIdx="0" presStyleCnt="5">
        <dgm:presLayoutVars>
          <dgm:chMax val="0"/>
          <dgm:chPref val="0"/>
        </dgm:presLayoutVars>
      </dgm:prSet>
      <dgm:spPr/>
    </dgm:pt>
    <dgm:pt modelId="{0522C5A7-8E44-4848-A890-86514462D6B1}" type="pres">
      <dgm:prSet presAssocID="{09D55B1F-87D4-42BE-A5DC-AEB03E88FDB0}" presName="sibTrans" presStyleCnt="0"/>
      <dgm:spPr/>
    </dgm:pt>
    <dgm:pt modelId="{D1B1F4A5-2017-4D99-A5E5-18F8F4A11C5C}" type="pres">
      <dgm:prSet presAssocID="{7CF10A24-5472-4F6A-A832-5A679B258C80}" presName="compNode" presStyleCnt="0"/>
      <dgm:spPr/>
    </dgm:pt>
    <dgm:pt modelId="{5239E68A-B36B-476B-92AA-97944AD35F97}" type="pres">
      <dgm:prSet presAssocID="{7CF10A24-5472-4F6A-A832-5A679B258C80}" presName="bgRect" presStyleLbl="bgShp" presStyleIdx="1" presStyleCnt="4"/>
      <dgm:spPr/>
    </dgm:pt>
    <dgm:pt modelId="{3562714A-43B9-44F6-BE34-B059FE4B5A44}" type="pres">
      <dgm:prSet presAssocID="{7CF10A24-5472-4F6A-A832-5A679B258C80}"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InternetOfThings"/>
        </a:ext>
      </dgm:extLst>
    </dgm:pt>
    <dgm:pt modelId="{073E3A87-A83F-4503-872B-2A4F144734E2}" type="pres">
      <dgm:prSet presAssocID="{7CF10A24-5472-4F6A-A832-5A679B258C80}" presName="spaceRect" presStyleCnt="0"/>
      <dgm:spPr/>
    </dgm:pt>
    <dgm:pt modelId="{191F9D8D-B710-46A1-B96D-564AF93FA67E}" type="pres">
      <dgm:prSet presAssocID="{7CF10A24-5472-4F6A-A832-5A679B258C80}" presName="parTx" presStyleLbl="revTx" presStyleIdx="1" presStyleCnt="5">
        <dgm:presLayoutVars>
          <dgm:chMax val="0"/>
          <dgm:chPref val="0"/>
        </dgm:presLayoutVars>
      </dgm:prSet>
      <dgm:spPr/>
    </dgm:pt>
    <dgm:pt modelId="{B3E89147-317D-4DCF-973A-A68F0157DDFE}" type="pres">
      <dgm:prSet presAssocID="{DD141008-E762-4654-A131-7C55F6ED08FC}" presName="sibTrans" presStyleCnt="0"/>
      <dgm:spPr/>
    </dgm:pt>
    <dgm:pt modelId="{014072E4-858B-4F6E-BBF5-3530DC957274}" type="pres">
      <dgm:prSet presAssocID="{7D43AC71-F1DB-4B12-8E46-D7291136FD05}" presName="compNode" presStyleCnt="0"/>
      <dgm:spPr/>
    </dgm:pt>
    <dgm:pt modelId="{BCFABE3B-A32B-428D-B324-E4E1052F855C}" type="pres">
      <dgm:prSet presAssocID="{7D43AC71-F1DB-4B12-8E46-D7291136FD05}" presName="bgRect" presStyleLbl="bgShp" presStyleIdx="2" presStyleCnt="4"/>
      <dgm:spPr/>
    </dgm:pt>
    <dgm:pt modelId="{F13015CC-6270-4A34-BB6A-AE213D570A48}" type="pres">
      <dgm:prSet presAssocID="{7D43AC71-F1DB-4B12-8E46-D7291136FD05}"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isconnected"/>
        </a:ext>
      </dgm:extLst>
    </dgm:pt>
    <dgm:pt modelId="{26A3528D-58EC-482A-A6AE-CFE299BFBAB4}" type="pres">
      <dgm:prSet presAssocID="{7D43AC71-F1DB-4B12-8E46-D7291136FD05}" presName="spaceRect" presStyleCnt="0"/>
      <dgm:spPr/>
    </dgm:pt>
    <dgm:pt modelId="{7F6C3A86-4641-4818-9D63-71DB1DC087DA}" type="pres">
      <dgm:prSet presAssocID="{7D43AC71-F1DB-4B12-8E46-D7291136FD05}" presName="parTx" presStyleLbl="revTx" presStyleIdx="2" presStyleCnt="5">
        <dgm:presLayoutVars>
          <dgm:chMax val="0"/>
          <dgm:chPref val="0"/>
        </dgm:presLayoutVars>
      </dgm:prSet>
      <dgm:spPr/>
    </dgm:pt>
    <dgm:pt modelId="{0C2F5A43-5A2F-4493-8CF1-D090AC2C903D}" type="pres">
      <dgm:prSet presAssocID="{32D3CEC1-7004-4C60-9BC6-318CA6D8763E}" presName="sibTrans" presStyleCnt="0"/>
      <dgm:spPr/>
    </dgm:pt>
    <dgm:pt modelId="{9D78EAA9-4162-40E8-9D34-01912F0355BB}" type="pres">
      <dgm:prSet presAssocID="{523181A2-6335-4E4E-806B-4B5BBCA890A6}" presName="compNode" presStyleCnt="0"/>
      <dgm:spPr/>
    </dgm:pt>
    <dgm:pt modelId="{105B2545-8AC3-433D-BDE1-6E6FFA9E49E4}" type="pres">
      <dgm:prSet presAssocID="{523181A2-6335-4E4E-806B-4B5BBCA890A6}" presName="bgRect" presStyleLbl="bgShp" presStyleIdx="3" presStyleCnt="4"/>
      <dgm:spPr/>
    </dgm:pt>
    <dgm:pt modelId="{606DBA74-1497-4A53-B8A8-47309FF99FB9}" type="pres">
      <dgm:prSet presAssocID="{523181A2-6335-4E4E-806B-4B5BBCA890A6}"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Database"/>
        </a:ext>
      </dgm:extLst>
    </dgm:pt>
    <dgm:pt modelId="{27B6FAFC-D3A8-4C4E-9365-E10FBA49B3B8}" type="pres">
      <dgm:prSet presAssocID="{523181A2-6335-4E4E-806B-4B5BBCA890A6}" presName="spaceRect" presStyleCnt="0"/>
      <dgm:spPr/>
    </dgm:pt>
    <dgm:pt modelId="{64E074FD-3198-4894-8E0B-D759AC8BB666}" type="pres">
      <dgm:prSet presAssocID="{523181A2-6335-4E4E-806B-4B5BBCA890A6}" presName="parTx" presStyleLbl="revTx" presStyleIdx="3" presStyleCnt="5">
        <dgm:presLayoutVars>
          <dgm:chMax val="0"/>
          <dgm:chPref val="0"/>
        </dgm:presLayoutVars>
      </dgm:prSet>
      <dgm:spPr/>
    </dgm:pt>
    <dgm:pt modelId="{B7648562-62EA-4B2B-BD90-FDBB5F7206C8}" type="pres">
      <dgm:prSet presAssocID="{523181A2-6335-4E4E-806B-4B5BBCA890A6}" presName="desTx" presStyleLbl="revTx" presStyleIdx="4" presStyleCnt="5" custLinFactNeighborX="-58934">
        <dgm:presLayoutVars/>
      </dgm:prSet>
      <dgm:spPr/>
    </dgm:pt>
  </dgm:ptLst>
  <dgm:cxnLst>
    <dgm:cxn modelId="{39F01202-B2FF-46A1-BD23-789AFF6456D7}" srcId="{0046BC35-C90C-4C26-ADB1-3D8D2F623AC9}" destId="{194E8726-9974-4906-B63B-5D1A2B0D2597}" srcOrd="0" destOrd="0" parTransId="{3C1EE5E5-06A9-4E49-AF53-CEFDB4EF81F9}" sibTransId="{09D55B1F-87D4-42BE-A5DC-AEB03E88FDB0}"/>
    <dgm:cxn modelId="{B0349C05-AB9F-41FB-91F3-F3E2C3FB4DBE}" type="presOf" srcId="{523181A2-6335-4E4E-806B-4B5BBCA890A6}" destId="{64E074FD-3198-4894-8E0B-D759AC8BB666}" srcOrd="0" destOrd="0" presId="urn:microsoft.com/office/officeart/2018/2/layout/IconVerticalSolidList"/>
    <dgm:cxn modelId="{09642415-5D56-46C2-872D-0C11E87AB840}" type="presOf" srcId="{194E8726-9974-4906-B63B-5D1A2B0D2597}" destId="{90365817-AC47-4315-A8D0-15DBBF0FB1DD}" srcOrd="0" destOrd="0" presId="urn:microsoft.com/office/officeart/2018/2/layout/IconVerticalSolidList"/>
    <dgm:cxn modelId="{B1ABF63F-50B5-4CF2-BB07-C8512C589A43}" srcId="{0046BC35-C90C-4C26-ADB1-3D8D2F623AC9}" destId="{523181A2-6335-4E4E-806B-4B5BBCA890A6}" srcOrd="3" destOrd="0" parTransId="{1F2DF36C-CEAE-47B3-9160-585558D156CF}" sibTransId="{8BB49CBD-8379-46DE-A5A9-E182222803C3}"/>
    <dgm:cxn modelId="{14A06A69-2297-4478-B366-EEFBB2B4E79C}" srcId="{0046BC35-C90C-4C26-ADB1-3D8D2F623AC9}" destId="{7D43AC71-F1DB-4B12-8E46-D7291136FD05}" srcOrd="2" destOrd="0" parTransId="{76121C61-39E8-495B-AE94-E67256ED8C45}" sibTransId="{32D3CEC1-7004-4C60-9BC6-318CA6D8763E}"/>
    <dgm:cxn modelId="{8F406F58-404C-4D48-9740-18CA17A000B0}" srcId="{523181A2-6335-4E4E-806B-4B5BBCA890A6}" destId="{5790D276-D506-4EF5-BAB5-0198FA2E7D80}" srcOrd="2" destOrd="0" parTransId="{53BD36B5-EF83-463A-9F7E-FF99B334267F}" sibTransId="{CA0237F1-757A-48D4-BE61-18B2857C4C3F}"/>
    <dgm:cxn modelId="{F9238D7B-23B8-4C7F-B3B7-447626BD9983}" type="presOf" srcId="{0046BC35-C90C-4C26-ADB1-3D8D2F623AC9}" destId="{01C25ACE-EF3C-4589-81A7-437145DABC24}" srcOrd="0" destOrd="0" presId="urn:microsoft.com/office/officeart/2018/2/layout/IconVerticalSolidList"/>
    <dgm:cxn modelId="{326E9F9C-AD57-4F91-9233-FBF38E6F17AE}" type="presOf" srcId="{5790D276-D506-4EF5-BAB5-0198FA2E7D80}" destId="{B7648562-62EA-4B2B-BD90-FDBB5F7206C8}" srcOrd="0" destOrd="2" presId="urn:microsoft.com/office/officeart/2018/2/layout/IconVerticalSolidList"/>
    <dgm:cxn modelId="{672449AE-E00C-4971-9118-4EF1EE0EA785}" srcId="{0046BC35-C90C-4C26-ADB1-3D8D2F623AC9}" destId="{7CF10A24-5472-4F6A-A832-5A679B258C80}" srcOrd="1" destOrd="0" parTransId="{7F6D6008-6B02-4E7A-8AA6-0C76F243E89D}" sibTransId="{DD141008-E762-4654-A131-7C55F6ED08FC}"/>
    <dgm:cxn modelId="{D3ABE7B0-FC81-4786-ADD0-940804612F9F}" type="presOf" srcId="{40EA2A8C-F841-4C6C-877F-77D100AB2AE0}" destId="{B7648562-62EA-4B2B-BD90-FDBB5F7206C8}" srcOrd="0" destOrd="0" presId="urn:microsoft.com/office/officeart/2018/2/layout/IconVerticalSolidList"/>
    <dgm:cxn modelId="{2F05BFB3-3744-4A65-B5A2-6B1CC4044F9B}" type="presOf" srcId="{7D43AC71-F1DB-4B12-8E46-D7291136FD05}" destId="{7F6C3A86-4641-4818-9D63-71DB1DC087DA}" srcOrd="0" destOrd="0" presId="urn:microsoft.com/office/officeart/2018/2/layout/IconVerticalSolidList"/>
    <dgm:cxn modelId="{500EABCF-56B6-498E-93D2-1F63C0CF5735}" type="presOf" srcId="{7CF10A24-5472-4F6A-A832-5A679B258C80}" destId="{191F9D8D-B710-46A1-B96D-564AF93FA67E}" srcOrd="0" destOrd="0" presId="urn:microsoft.com/office/officeart/2018/2/layout/IconVerticalSolidList"/>
    <dgm:cxn modelId="{701689E5-AD7C-43F7-BC96-DC7E49D4F13D}" srcId="{523181A2-6335-4E4E-806B-4B5BBCA890A6}" destId="{49EA2DC8-7299-48E4-9ACE-008897799CE8}" srcOrd="1" destOrd="0" parTransId="{74CE1247-05B7-40D9-B4F0-C4D18E9B14A5}" sibTransId="{22572390-648A-4962-86AC-D0729481E1E9}"/>
    <dgm:cxn modelId="{AC93FEED-036C-43B0-BDAB-30D9B85BEBDB}" srcId="{523181A2-6335-4E4E-806B-4B5BBCA890A6}" destId="{40EA2A8C-F841-4C6C-877F-77D100AB2AE0}" srcOrd="0" destOrd="0" parTransId="{E2BB7BCE-99D5-4DB4-B2EE-113608BE718A}" sibTransId="{BED87BAF-C71C-4C62-8C47-A6E9706FB252}"/>
    <dgm:cxn modelId="{93A81EF5-D850-449B-A06A-37F412621FBD}" type="presOf" srcId="{49EA2DC8-7299-48E4-9ACE-008897799CE8}" destId="{B7648562-62EA-4B2B-BD90-FDBB5F7206C8}" srcOrd="0" destOrd="1" presId="urn:microsoft.com/office/officeart/2018/2/layout/IconVerticalSolidList"/>
    <dgm:cxn modelId="{2B6D7180-4C67-4059-AED0-D5DFED8D2D17}" type="presParOf" srcId="{01C25ACE-EF3C-4589-81A7-437145DABC24}" destId="{F0549EA5-853C-47AC-83CB-E3D5081A6CA0}" srcOrd="0" destOrd="0" presId="urn:microsoft.com/office/officeart/2018/2/layout/IconVerticalSolidList"/>
    <dgm:cxn modelId="{4C34B071-533A-4929-9379-CE12499BCC84}" type="presParOf" srcId="{F0549EA5-853C-47AC-83CB-E3D5081A6CA0}" destId="{9EC693E2-3110-4855-8EE9-E66F1E233C20}" srcOrd="0" destOrd="0" presId="urn:microsoft.com/office/officeart/2018/2/layout/IconVerticalSolidList"/>
    <dgm:cxn modelId="{C5411985-9ED5-4ADD-B457-2A640280C871}" type="presParOf" srcId="{F0549EA5-853C-47AC-83CB-E3D5081A6CA0}" destId="{F685725B-FCD5-46E6-854E-B057DAA3DF04}" srcOrd="1" destOrd="0" presId="urn:microsoft.com/office/officeart/2018/2/layout/IconVerticalSolidList"/>
    <dgm:cxn modelId="{A238F448-E069-4778-BBD8-EAA4975D8D7A}" type="presParOf" srcId="{F0549EA5-853C-47AC-83CB-E3D5081A6CA0}" destId="{70477956-E4FA-4E6B-8E70-F215A1C7C9A2}" srcOrd="2" destOrd="0" presId="urn:microsoft.com/office/officeart/2018/2/layout/IconVerticalSolidList"/>
    <dgm:cxn modelId="{2F442977-CF90-4C53-9A8C-41DA0E840A21}" type="presParOf" srcId="{F0549EA5-853C-47AC-83CB-E3D5081A6CA0}" destId="{90365817-AC47-4315-A8D0-15DBBF0FB1DD}" srcOrd="3" destOrd="0" presId="urn:microsoft.com/office/officeart/2018/2/layout/IconVerticalSolidList"/>
    <dgm:cxn modelId="{4D2D6E46-0E45-41BA-BB67-A4BD4566D9FA}" type="presParOf" srcId="{01C25ACE-EF3C-4589-81A7-437145DABC24}" destId="{0522C5A7-8E44-4848-A890-86514462D6B1}" srcOrd="1" destOrd="0" presId="urn:microsoft.com/office/officeart/2018/2/layout/IconVerticalSolidList"/>
    <dgm:cxn modelId="{F0B3F637-C4C5-405E-B322-2E04FE96DBD5}" type="presParOf" srcId="{01C25ACE-EF3C-4589-81A7-437145DABC24}" destId="{D1B1F4A5-2017-4D99-A5E5-18F8F4A11C5C}" srcOrd="2" destOrd="0" presId="urn:microsoft.com/office/officeart/2018/2/layout/IconVerticalSolidList"/>
    <dgm:cxn modelId="{7B4E3A71-1238-4EAC-9F87-8B656B174AA6}" type="presParOf" srcId="{D1B1F4A5-2017-4D99-A5E5-18F8F4A11C5C}" destId="{5239E68A-B36B-476B-92AA-97944AD35F97}" srcOrd="0" destOrd="0" presId="urn:microsoft.com/office/officeart/2018/2/layout/IconVerticalSolidList"/>
    <dgm:cxn modelId="{500E37E8-D5C9-4EB4-9F09-F6ED872872CE}" type="presParOf" srcId="{D1B1F4A5-2017-4D99-A5E5-18F8F4A11C5C}" destId="{3562714A-43B9-44F6-BE34-B059FE4B5A44}" srcOrd="1" destOrd="0" presId="urn:microsoft.com/office/officeart/2018/2/layout/IconVerticalSolidList"/>
    <dgm:cxn modelId="{1FCA8B2F-4A21-42C6-8A5E-0D8DA93D00D6}" type="presParOf" srcId="{D1B1F4A5-2017-4D99-A5E5-18F8F4A11C5C}" destId="{073E3A87-A83F-4503-872B-2A4F144734E2}" srcOrd="2" destOrd="0" presId="urn:microsoft.com/office/officeart/2018/2/layout/IconVerticalSolidList"/>
    <dgm:cxn modelId="{BA367373-DF6B-4735-8730-D7A5A72D7502}" type="presParOf" srcId="{D1B1F4A5-2017-4D99-A5E5-18F8F4A11C5C}" destId="{191F9D8D-B710-46A1-B96D-564AF93FA67E}" srcOrd="3" destOrd="0" presId="urn:microsoft.com/office/officeart/2018/2/layout/IconVerticalSolidList"/>
    <dgm:cxn modelId="{99DAE60D-66A6-477D-BFAF-CD52C4FCBA55}" type="presParOf" srcId="{01C25ACE-EF3C-4589-81A7-437145DABC24}" destId="{B3E89147-317D-4DCF-973A-A68F0157DDFE}" srcOrd="3" destOrd="0" presId="urn:microsoft.com/office/officeart/2018/2/layout/IconVerticalSolidList"/>
    <dgm:cxn modelId="{4F2CAF7B-3F03-42EF-91E9-0F962A321504}" type="presParOf" srcId="{01C25ACE-EF3C-4589-81A7-437145DABC24}" destId="{014072E4-858B-4F6E-BBF5-3530DC957274}" srcOrd="4" destOrd="0" presId="urn:microsoft.com/office/officeart/2018/2/layout/IconVerticalSolidList"/>
    <dgm:cxn modelId="{C410069D-5DF6-4215-AB01-592E17415D56}" type="presParOf" srcId="{014072E4-858B-4F6E-BBF5-3530DC957274}" destId="{BCFABE3B-A32B-428D-B324-E4E1052F855C}" srcOrd="0" destOrd="0" presId="urn:microsoft.com/office/officeart/2018/2/layout/IconVerticalSolidList"/>
    <dgm:cxn modelId="{D06CDD20-CFA0-43F1-8F67-9907FE46B2A2}" type="presParOf" srcId="{014072E4-858B-4F6E-BBF5-3530DC957274}" destId="{F13015CC-6270-4A34-BB6A-AE213D570A48}" srcOrd="1" destOrd="0" presId="urn:microsoft.com/office/officeart/2018/2/layout/IconVerticalSolidList"/>
    <dgm:cxn modelId="{A8B4EFAF-AC89-46C2-A62F-E193AF55B5A8}" type="presParOf" srcId="{014072E4-858B-4F6E-BBF5-3530DC957274}" destId="{26A3528D-58EC-482A-A6AE-CFE299BFBAB4}" srcOrd="2" destOrd="0" presId="urn:microsoft.com/office/officeart/2018/2/layout/IconVerticalSolidList"/>
    <dgm:cxn modelId="{3FD5351E-0977-4AD5-9335-C154CA2EF7A2}" type="presParOf" srcId="{014072E4-858B-4F6E-BBF5-3530DC957274}" destId="{7F6C3A86-4641-4818-9D63-71DB1DC087DA}" srcOrd="3" destOrd="0" presId="urn:microsoft.com/office/officeart/2018/2/layout/IconVerticalSolidList"/>
    <dgm:cxn modelId="{DBF95739-5F23-4A61-9C44-727A89FABFEA}" type="presParOf" srcId="{01C25ACE-EF3C-4589-81A7-437145DABC24}" destId="{0C2F5A43-5A2F-4493-8CF1-D090AC2C903D}" srcOrd="5" destOrd="0" presId="urn:microsoft.com/office/officeart/2018/2/layout/IconVerticalSolidList"/>
    <dgm:cxn modelId="{9388D50D-71C0-4CEA-89C8-A543365DD08F}" type="presParOf" srcId="{01C25ACE-EF3C-4589-81A7-437145DABC24}" destId="{9D78EAA9-4162-40E8-9D34-01912F0355BB}" srcOrd="6" destOrd="0" presId="urn:microsoft.com/office/officeart/2018/2/layout/IconVerticalSolidList"/>
    <dgm:cxn modelId="{8863B84F-9640-480A-B593-211CB379BA79}" type="presParOf" srcId="{9D78EAA9-4162-40E8-9D34-01912F0355BB}" destId="{105B2545-8AC3-433D-BDE1-6E6FFA9E49E4}" srcOrd="0" destOrd="0" presId="urn:microsoft.com/office/officeart/2018/2/layout/IconVerticalSolidList"/>
    <dgm:cxn modelId="{A35297B4-AB1B-42E0-A34F-47A2E9CD4F49}" type="presParOf" srcId="{9D78EAA9-4162-40E8-9D34-01912F0355BB}" destId="{606DBA74-1497-4A53-B8A8-47309FF99FB9}" srcOrd="1" destOrd="0" presId="urn:microsoft.com/office/officeart/2018/2/layout/IconVerticalSolidList"/>
    <dgm:cxn modelId="{2B14784E-E85E-4DD2-8B80-EED7BC423206}" type="presParOf" srcId="{9D78EAA9-4162-40E8-9D34-01912F0355BB}" destId="{27B6FAFC-D3A8-4C4E-9365-E10FBA49B3B8}" srcOrd="2" destOrd="0" presId="urn:microsoft.com/office/officeart/2018/2/layout/IconVerticalSolidList"/>
    <dgm:cxn modelId="{168A2F87-5937-4F1C-8479-132B366D5648}" type="presParOf" srcId="{9D78EAA9-4162-40E8-9D34-01912F0355BB}" destId="{64E074FD-3198-4894-8E0B-D759AC8BB666}" srcOrd="3" destOrd="0" presId="urn:microsoft.com/office/officeart/2018/2/layout/IconVerticalSolidList"/>
    <dgm:cxn modelId="{D29A57AF-1C57-40C1-84C3-836529931B69}" type="presParOf" srcId="{9D78EAA9-4162-40E8-9D34-01912F0355BB}" destId="{B7648562-62EA-4B2B-BD90-FDBB5F7206C8}" srcOrd="4"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85D29B14-239F-437B-836D-7E62B6F8E15B}" type="doc">
      <dgm:prSet loTypeId="urn:microsoft.com/office/officeart/2005/8/layout/process1" loCatId="process" qsTypeId="urn:microsoft.com/office/officeart/2005/8/quickstyle/simple1" qsCatId="simple" csTypeId="urn:microsoft.com/office/officeart/2005/8/colors/colorful1" csCatId="colorful" phldr="1"/>
      <dgm:spPr/>
    </dgm:pt>
    <dgm:pt modelId="{A0F70BC0-4EB0-4BBC-879F-02065621DA02}">
      <dgm:prSet phldrT="[Text]"/>
      <dgm:spPr/>
      <dgm:t>
        <a:bodyPr/>
        <a:lstStyle/>
        <a:p>
          <a:r>
            <a:rPr lang="en-US"/>
            <a:t>Create </a:t>
          </a:r>
          <a:r>
            <a:rPr lang="en-US">
              <a:latin typeface="Segoe UI Semibold"/>
            </a:rPr>
            <a:t>New</a:t>
          </a:r>
          <a:r>
            <a:rPr lang="en-US"/>
            <a:t> </a:t>
          </a:r>
          <a:r>
            <a:rPr lang="en-US">
              <a:latin typeface="Segoe UI Semibold"/>
            </a:rPr>
            <a:t>File</a:t>
          </a:r>
          <a:r>
            <a:rPr lang="en-US"/>
            <a:t>(s)</a:t>
          </a:r>
        </a:p>
      </dgm:t>
    </dgm:pt>
    <dgm:pt modelId="{38C1A4D5-4CF5-49A6-8A33-F23F396C93DB}" type="parTrans" cxnId="{851C21FB-78FC-497D-815D-5BD4A53FCFB6}">
      <dgm:prSet/>
      <dgm:spPr/>
      <dgm:t>
        <a:bodyPr/>
        <a:lstStyle/>
        <a:p>
          <a:endParaRPr lang="en-US"/>
        </a:p>
      </dgm:t>
    </dgm:pt>
    <dgm:pt modelId="{EE74A1C0-E68A-4C58-AC04-CF9D594BF023}" type="sibTrans" cxnId="{851C21FB-78FC-497D-815D-5BD4A53FCFB6}">
      <dgm:prSet/>
      <dgm:spPr/>
      <dgm:t>
        <a:bodyPr/>
        <a:lstStyle/>
        <a:p>
          <a:endParaRPr lang="en-US"/>
        </a:p>
      </dgm:t>
    </dgm:pt>
    <dgm:pt modelId="{D84CB310-203E-413B-B27D-56B1AF933A73}">
      <dgm:prSet phldrT="[Text]"/>
      <dgm:spPr/>
      <dgm:t>
        <a:bodyPr/>
        <a:lstStyle/>
        <a:p>
          <a:pPr rtl="0"/>
          <a:r>
            <a:rPr lang="en-US"/>
            <a:t>Add to </a:t>
          </a:r>
          <a:r>
            <a:rPr lang="en-US">
              <a:latin typeface="Segoe UI Semibold"/>
            </a:rPr>
            <a:t>Staging Area</a:t>
          </a:r>
          <a:endParaRPr lang="en-US"/>
        </a:p>
      </dgm:t>
    </dgm:pt>
    <dgm:pt modelId="{94A88172-4F4B-4482-AC15-0F52137F9B83}" type="parTrans" cxnId="{9328E9A4-9916-400B-A1CC-023453B561BD}">
      <dgm:prSet/>
      <dgm:spPr/>
      <dgm:t>
        <a:bodyPr/>
        <a:lstStyle/>
        <a:p>
          <a:endParaRPr lang="en-US"/>
        </a:p>
      </dgm:t>
    </dgm:pt>
    <dgm:pt modelId="{B6AD36AA-FECE-4C5F-8614-3E903858AD61}" type="sibTrans" cxnId="{9328E9A4-9916-400B-A1CC-023453B561BD}">
      <dgm:prSet/>
      <dgm:spPr/>
      <dgm:t>
        <a:bodyPr/>
        <a:lstStyle/>
        <a:p>
          <a:endParaRPr lang="en-US"/>
        </a:p>
      </dgm:t>
    </dgm:pt>
    <dgm:pt modelId="{EF0F0401-F492-443C-89A9-03BF64E35EA6}">
      <dgm:prSet phldrT="[Text]"/>
      <dgm:spPr/>
      <dgm:t>
        <a:bodyPr/>
        <a:lstStyle/>
        <a:p>
          <a:r>
            <a:rPr lang="en-US"/>
            <a:t>Commit </a:t>
          </a:r>
          <a:r>
            <a:rPr lang="en-US">
              <a:latin typeface="Segoe UI Semibold"/>
            </a:rPr>
            <a:t>File</a:t>
          </a:r>
          <a:r>
            <a:rPr lang="en-US"/>
            <a:t>(s)</a:t>
          </a:r>
        </a:p>
      </dgm:t>
    </dgm:pt>
    <dgm:pt modelId="{0E925E63-41C1-4D64-9AF8-1F36F6D343A1}" type="parTrans" cxnId="{D314FD4A-ACDC-46ED-93B0-25F8CC714DC9}">
      <dgm:prSet/>
      <dgm:spPr/>
      <dgm:t>
        <a:bodyPr/>
        <a:lstStyle/>
        <a:p>
          <a:endParaRPr lang="en-US"/>
        </a:p>
      </dgm:t>
    </dgm:pt>
    <dgm:pt modelId="{8CD7218E-4FA7-4C4E-949B-10D2EE880ABE}" type="sibTrans" cxnId="{D314FD4A-ACDC-46ED-93B0-25F8CC714DC9}">
      <dgm:prSet/>
      <dgm:spPr/>
      <dgm:t>
        <a:bodyPr/>
        <a:lstStyle/>
        <a:p>
          <a:endParaRPr lang="en-US"/>
        </a:p>
      </dgm:t>
    </dgm:pt>
    <dgm:pt modelId="{4B153761-6BE5-4702-A6FC-616D3D7A9A05}" type="pres">
      <dgm:prSet presAssocID="{85D29B14-239F-437B-836D-7E62B6F8E15B}" presName="Name0" presStyleCnt="0">
        <dgm:presLayoutVars>
          <dgm:dir/>
          <dgm:resizeHandles val="exact"/>
        </dgm:presLayoutVars>
      </dgm:prSet>
      <dgm:spPr/>
    </dgm:pt>
    <dgm:pt modelId="{3DA3C455-0C51-4FA5-8833-BD397111587A}" type="pres">
      <dgm:prSet presAssocID="{A0F70BC0-4EB0-4BBC-879F-02065621DA02}" presName="node" presStyleLbl="node1" presStyleIdx="0" presStyleCnt="3">
        <dgm:presLayoutVars>
          <dgm:bulletEnabled val="1"/>
        </dgm:presLayoutVars>
      </dgm:prSet>
      <dgm:spPr/>
    </dgm:pt>
    <dgm:pt modelId="{40913C26-632B-4A25-981B-387191125A46}" type="pres">
      <dgm:prSet presAssocID="{EE74A1C0-E68A-4C58-AC04-CF9D594BF023}" presName="sibTrans" presStyleLbl="sibTrans2D1" presStyleIdx="0" presStyleCnt="2"/>
      <dgm:spPr/>
    </dgm:pt>
    <dgm:pt modelId="{BA8C8970-4F59-4F48-80A1-8A8F7087478A}" type="pres">
      <dgm:prSet presAssocID="{EE74A1C0-E68A-4C58-AC04-CF9D594BF023}" presName="connectorText" presStyleLbl="sibTrans2D1" presStyleIdx="0" presStyleCnt="2"/>
      <dgm:spPr/>
    </dgm:pt>
    <dgm:pt modelId="{CC40913B-418D-45F5-AE88-A3B036D2545E}" type="pres">
      <dgm:prSet presAssocID="{D84CB310-203E-413B-B27D-56B1AF933A73}" presName="node" presStyleLbl="node1" presStyleIdx="1" presStyleCnt="3">
        <dgm:presLayoutVars>
          <dgm:bulletEnabled val="1"/>
        </dgm:presLayoutVars>
      </dgm:prSet>
      <dgm:spPr/>
    </dgm:pt>
    <dgm:pt modelId="{8B255428-0C07-474A-A566-F4F096D1CB3D}" type="pres">
      <dgm:prSet presAssocID="{B6AD36AA-FECE-4C5F-8614-3E903858AD61}" presName="sibTrans" presStyleLbl="sibTrans2D1" presStyleIdx="1" presStyleCnt="2"/>
      <dgm:spPr/>
    </dgm:pt>
    <dgm:pt modelId="{E3396EA5-F3A9-4797-9CA0-0D4DE98BEE16}" type="pres">
      <dgm:prSet presAssocID="{B6AD36AA-FECE-4C5F-8614-3E903858AD61}" presName="connectorText" presStyleLbl="sibTrans2D1" presStyleIdx="1" presStyleCnt="2"/>
      <dgm:spPr/>
    </dgm:pt>
    <dgm:pt modelId="{D8EA56C5-56B4-465D-A56A-5924490CF1FD}" type="pres">
      <dgm:prSet presAssocID="{EF0F0401-F492-443C-89A9-03BF64E35EA6}" presName="node" presStyleLbl="node1" presStyleIdx="2" presStyleCnt="3" custLinFactNeighborX="1343" custLinFactNeighborY="3133">
        <dgm:presLayoutVars>
          <dgm:bulletEnabled val="1"/>
        </dgm:presLayoutVars>
      </dgm:prSet>
      <dgm:spPr/>
    </dgm:pt>
  </dgm:ptLst>
  <dgm:cxnLst>
    <dgm:cxn modelId="{45141864-D2E0-490A-8156-BB61D407DD89}" type="presOf" srcId="{B6AD36AA-FECE-4C5F-8614-3E903858AD61}" destId="{E3396EA5-F3A9-4797-9CA0-0D4DE98BEE16}" srcOrd="1" destOrd="0" presId="urn:microsoft.com/office/officeart/2005/8/layout/process1"/>
    <dgm:cxn modelId="{8DB8AE46-174A-489D-9BCB-A070FE41CB63}" type="presOf" srcId="{D84CB310-203E-413B-B27D-56B1AF933A73}" destId="{CC40913B-418D-45F5-AE88-A3B036D2545E}" srcOrd="0" destOrd="0" presId="urn:microsoft.com/office/officeart/2005/8/layout/process1"/>
    <dgm:cxn modelId="{D314FD4A-ACDC-46ED-93B0-25F8CC714DC9}" srcId="{85D29B14-239F-437B-836D-7E62B6F8E15B}" destId="{EF0F0401-F492-443C-89A9-03BF64E35EA6}" srcOrd="2" destOrd="0" parTransId="{0E925E63-41C1-4D64-9AF8-1F36F6D343A1}" sibTransId="{8CD7218E-4FA7-4C4E-949B-10D2EE880ABE}"/>
    <dgm:cxn modelId="{CE55E74D-B98E-40DB-8723-EF80A9D3D3F2}" type="presOf" srcId="{A0F70BC0-4EB0-4BBC-879F-02065621DA02}" destId="{3DA3C455-0C51-4FA5-8833-BD397111587A}" srcOrd="0" destOrd="0" presId="urn:microsoft.com/office/officeart/2005/8/layout/process1"/>
    <dgm:cxn modelId="{2924B054-1170-4691-A2F9-C8B82381AB7B}" type="presOf" srcId="{B6AD36AA-FECE-4C5F-8614-3E903858AD61}" destId="{8B255428-0C07-474A-A566-F4F096D1CB3D}" srcOrd="0" destOrd="0" presId="urn:microsoft.com/office/officeart/2005/8/layout/process1"/>
    <dgm:cxn modelId="{6DCCE883-3CA3-4B88-8006-E43B47C57C77}" type="presOf" srcId="{85D29B14-239F-437B-836D-7E62B6F8E15B}" destId="{4B153761-6BE5-4702-A6FC-616D3D7A9A05}" srcOrd="0" destOrd="0" presId="urn:microsoft.com/office/officeart/2005/8/layout/process1"/>
    <dgm:cxn modelId="{9328E9A4-9916-400B-A1CC-023453B561BD}" srcId="{85D29B14-239F-437B-836D-7E62B6F8E15B}" destId="{D84CB310-203E-413B-B27D-56B1AF933A73}" srcOrd="1" destOrd="0" parTransId="{94A88172-4F4B-4482-AC15-0F52137F9B83}" sibTransId="{B6AD36AA-FECE-4C5F-8614-3E903858AD61}"/>
    <dgm:cxn modelId="{96342FB4-3C1C-484E-BDED-5CF0F6840F79}" type="presOf" srcId="{EE74A1C0-E68A-4C58-AC04-CF9D594BF023}" destId="{BA8C8970-4F59-4F48-80A1-8A8F7087478A}" srcOrd="1" destOrd="0" presId="urn:microsoft.com/office/officeart/2005/8/layout/process1"/>
    <dgm:cxn modelId="{6E37B0C7-B070-4DF5-B4DD-C686D593DF9A}" type="presOf" srcId="{EE74A1C0-E68A-4C58-AC04-CF9D594BF023}" destId="{40913C26-632B-4A25-981B-387191125A46}" srcOrd="0" destOrd="0" presId="urn:microsoft.com/office/officeart/2005/8/layout/process1"/>
    <dgm:cxn modelId="{8657DED1-90DC-452F-BD6B-EE6A0DE8BEA6}" type="presOf" srcId="{EF0F0401-F492-443C-89A9-03BF64E35EA6}" destId="{D8EA56C5-56B4-465D-A56A-5924490CF1FD}" srcOrd="0" destOrd="0" presId="urn:microsoft.com/office/officeart/2005/8/layout/process1"/>
    <dgm:cxn modelId="{851C21FB-78FC-497D-815D-5BD4A53FCFB6}" srcId="{85D29B14-239F-437B-836D-7E62B6F8E15B}" destId="{A0F70BC0-4EB0-4BBC-879F-02065621DA02}" srcOrd="0" destOrd="0" parTransId="{38C1A4D5-4CF5-49A6-8A33-F23F396C93DB}" sibTransId="{EE74A1C0-E68A-4C58-AC04-CF9D594BF023}"/>
    <dgm:cxn modelId="{B12C21DB-D2DA-4465-9DB5-A08352460A19}" type="presParOf" srcId="{4B153761-6BE5-4702-A6FC-616D3D7A9A05}" destId="{3DA3C455-0C51-4FA5-8833-BD397111587A}" srcOrd="0" destOrd="0" presId="urn:microsoft.com/office/officeart/2005/8/layout/process1"/>
    <dgm:cxn modelId="{F3F7BA97-C670-4717-80AB-84DB5493B843}" type="presParOf" srcId="{4B153761-6BE5-4702-A6FC-616D3D7A9A05}" destId="{40913C26-632B-4A25-981B-387191125A46}" srcOrd="1" destOrd="0" presId="urn:microsoft.com/office/officeart/2005/8/layout/process1"/>
    <dgm:cxn modelId="{3B0E5059-364C-413F-B353-BE36027607E6}" type="presParOf" srcId="{40913C26-632B-4A25-981B-387191125A46}" destId="{BA8C8970-4F59-4F48-80A1-8A8F7087478A}" srcOrd="0" destOrd="0" presId="urn:microsoft.com/office/officeart/2005/8/layout/process1"/>
    <dgm:cxn modelId="{736016D7-9DC1-4E2A-B34F-B89B338D7FBA}" type="presParOf" srcId="{4B153761-6BE5-4702-A6FC-616D3D7A9A05}" destId="{CC40913B-418D-45F5-AE88-A3B036D2545E}" srcOrd="2" destOrd="0" presId="urn:microsoft.com/office/officeart/2005/8/layout/process1"/>
    <dgm:cxn modelId="{88627CA4-2A17-4FE5-BDB1-872694440B19}" type="presParOf" srcId="{4B153761-6BE5-4702-A6FC-616D3D7A9A05}" destId="{8B255428-0C07-474A-A566-F4F096D1CB3D}" srcOrd="3" destOrd="0" presId="urn:microsoft.com/office/officeart/2005/8/layout/process1"/>
    <dgm:cxn modelId="{53EDE46B-E9E6-400E-84A7-92CA59AE3DB8}" type="presParOf" srcId="{8B255428-0C07-474A-A566-F4F096D1CB3D}" destId="{E3396EA5-F3A9-4797-9CA0-0D4DE98BEE16}" srcOrd="0" destOrd="0" presId="urn:microsoft.com/office/officeart/2005/8/layout/process1"/>
    <dgm:cxn modelId="{E90F2234-C21B-4050-B50E-06B11F3D7AFE}" type="presParOf" srcId="{4B153761-6BE5-4702-A6FC-616D3D7A9A05}" destId="{D8EA56C5-56B4-465D-A56A-5924490CF1FD}" srcOrd="4" destOrd="0" presId="urn:microsoft.com/office/officeart/2005/8/layout/process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CA2798E3-CFC7-4FCA-83D1-1DBA866AE865}"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DC5A00CB-9D49-4145-8220-685834498099}">
      <dgm:prSet/>
      <dgm:spPr/>
      <dgm:t>
        <a:bodyPr/>
        <a:lstStyle/>
        <a:p>
          <a:r>
            <a:rPr lang="en-GB" b="1" baseline="0"/>
            <a:t>Check Changes: </a:t>
          </a:r>
          <a:r>
            <a:rPr lang="en-GB" baseline="0"/>
            <a:t>The </a:t>
          </a:r>
          <a:r>
            <a:rPr lang="en-GB" b="1" i="1" baseline="0"/>
            <a:t>git status </a:t>
          </a:r>
          <a:r>
            <a:rPr lang="en-GB" baseline="0"/>
            <a:t>command shows what changes have been made in your project since the last commit.</a:t>
          </a:r>
          <a:endParaRPr lang="en-US"/>
        </a:p>
      </dgm:t>
    </dgm:pt>
    <dgm:pt modelId="{26D69FA5-FEE2-442C-8819-C0D6CDDB8E33}" type="parTrans" cxnId="{D0F2E474-E33F-4B40-8667-DE7243BCB85B}">
      <dgm:prSet/>
      <dgm:spPr/>
      <dgm:t>
        <a:bodyPr/>
        <a:lstStyle/>
        <a:p>
          <a:endParaRPr lang="en-US"/>
        </a:p>
      </dgm:t>
    </dgm:pt>
    <dgm:pt modelId="{D5238A29-DD96-436E-A754-73061C9A460C}" type="sibTrans" cxnId="{D0F2E474-E33F-4B40-8667-DE7243BCB85B}">
      <dgm:prSet/>
      <dgm:spPr/>
      <dgm:t>
        <a:bodyPr/>
        <a:lstStyle/>
        <a:p>
          <a:endParaRPr lang="en-US"/>
        </a:p>
      </dgm:t>
    </dgm:pt>
    <dgm:pt modelId="{C103B1CF-65A7-4CF3-8B6C-7501FE94A11B}">
      <dgm:prSet/>
      <dgm:spPr/>
      <dgm:t>
        <a:bodyPr/>
        <a:lstStyle/>
        <a:p>
          <a:r>
            <a:rPr lang="en-GB" b="1" baseline="0"/>
            <a:t>File Status: </a:t>
          </a:r>
          <a:r>
            <a:rPr lang="en-GB" baseline="0"/>
            <a:t>It lists each changed file and indicates whether the changes are staged for commit or not.</a:t>
          </a:r>
          <a:endParaRPr lang="en-US"/>
        </a:p>
      </dgm:t>
    </dgm:pt>
    <dgm:pt modelId="{64C35079-2448-408C-9DC4-B6CCACDCD204}" type="parTrans" cxnId="{48042136-4579-4BD0-9BDD-89355C5F104B}">
      <dgm:prSet/>
      <dgm:spPr/>
      <dgm:t>
        <a:bodyPr/>
        <a:lstStyle/>
        <a:p>
          <a:endParaRPr lang="en-US"/>
        </a:p>
      </dgm:t>
    </dgm:pt>
    <dgm:pt modelId="{BC30DB20-02A3-447E-A266-66FA7B3E660C}" type="sibTrans" cxnId="{48042136-4579-4BD0-9BDD-89355C5F104B}">
      <dgm:prSet/>
      <dgm:spPr/>
      <dgm:t>
        <a:bodyPr/>
        <a:lstStyle/>
        <a:p>
          <a:endParaRPr lang="en-US"/>
        </a:p>
      </dgm:t>
    </dgm:pt>
    <dgm:pt modelId="{E8125008-18DC-46FF-A016-2712B569ACD0}">
      <dgm:prSet/>
      <dgm:spPr/>
      <dgm:t>
        <a:bodyPr/>
        <a:lstStyle/>
        <a:p>
          <a:r>
            <a:rPr lang="en-GB" b="1" baseline="0"/>
            <a:t>Project Snapshot: </a:t>
          </a:r>
          <a:r>
            <a:rPr lang="en-GB" baseline="0"/>
            <a:t>Running </a:t>
          </a:r>
          <a:r>
            <a:rPr lang="en-GB" b="1" i="1" baseline="0"/>
            <a:t>git status </a:t>
          </a:r>
          <a:r>
            <a:rPr lang="en-GB" baseline="0"/>
            <a:t>provides a snapshot of the current state of your project, helping you understand what needs to be committed or further modified.</a:t>
          </a:r>
          <a:endParaRPr lang="en-US"/>
        </a:p>
      </dgm:t>
    </dgm:pt>
    <dgm:pt modelId="{3F057483-629A-46DB-9A1D-AA286287679A}" type="parTrans" cxnId="{29966FC4-4ECC-4934-92FA-904BA482F7BD}">
      <dgm:prSet/>
      <dgm:spPr/>
      <dgm:t>
        <a:bodyPr/>
        <a:lstStyle/>
        <a:p>
          <a:endParaRPr lang="en-US"/>
        </a:p>
      </dgm:t>
    </dgm:pt>
    <dgm:pt modelId="{47DFF331-3278-4998-B481-5D361AF05598}" type="sibTrans" cxnId="{29966FC4-4ECC-4934-92FA-904BA482F7BD}">
      <dgm:prSet/>
      <dgm:spPr/>
      <dgm:t>
        <a:bodyPr/>
        <a:lstStyle/>
        <a:p>
          <a:endParaRPr lang="en-US"/>
        </a:p>
      </dgm:t>
    </dgm:pt>
    <dgm:pt modelId="{76CDAEAF-1A12-4D08-B773-93C7D098FF8E}" type="pres">
      <dgm:prSet presAssocID="{CA2798E3-CFC7-4FCA-83D1-1DBA866AE865}" presName="root" presStyleCnt="0">
        <dgm:presLayoutVars>
          <dgm:dir/>
          <dgm:resizeHandles val="exact"/>
        </dgm:presLayoutVars>
      </dgm:prSet>
      <dgm:spPr/>
    </dgm:pt>
    <dgm:pt modelId="{550DB5FD-8A70-49BA-96D4-DFB5F1F4B8A3}" type="pres">
      <dgm:prSet presAssocID="{DC5A00CB-9D49-4145-8220-685834498099}" presName="compNode" presStyleCnt="0"/>
      <dgm:spPr/>
    </dgm:pt>
    <dgm:pt modelId="{9BDA3540-27F1-446F-9B35-446CA0F39C5A}" type="pres">
      <dgm:prSet presAssocID="{DC5A00CB-9D49-4145-8220-685834498099}" presName="bgRect" presStyleLbl="bgShp" presStyleIdx="0" presStyleCnt="3"/>
      <dgm:spPr/>
    </dgm:pt>
    <dgm:pt modelId="{922F9A46-2C09-4741-AFA0-BB04E092E583}" type="pres">
      <dgm:prSet presAssocID="{DC5A00CB-9D49-4145-8220-685834498099}"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able"/>
        </a:ext>
      </dgm:extLst>
    </dgm:pt>
    <dgm:pt modelId="{9823D728-BA90-44AE-9885-8BB486CC1DEA}" type="pres">
      <dgm:prSet presAssocID="{DC5A00CB-9D49-4145-8220-685834498099}" presName="spaceRect" presStyleCnt="0"/>
      <dgm:spPr/>
    </dgm:pt>
    <dgm:pt modelId="{25AB9156-9F83-4324-A36A-9CEF0685D320}" type="pres">
      <dgm:prSet presAssocID="{DC5A00CB-9D49-4145-8220-685834498099}" presName="parTx" presStyleLbl="revTx" presStyleIdx="0" presStyleCnt="3">
        <dgm:presLayoutVars>
          <dgm:chMax val="0"/>
          <dgm:chPref val="0"/>
        </dgm:presLayoutVars>
      </dgm:prSet>
      <dgm:spPr/>
    </dgm:pt>
    <dgm:pt modelId="{40BD7F18-CB12-461E-921A-BA791FA70ABF}" type="pres">
      <dgm:prSet presAssocID="{D5238A29-DD96-436E-A754-73061C9A460C}" presName="sibTrans" presStyleCnt="0"/>
      <dgm:spPr/>
    </dgm:pt>
    <dgm:pt modelId="{3522739D-47E8-43C5-8637-0DE5389BCA39}" type="pres">
      <dgm:prSet presAssocID="{C103B1CF-65A7-4CF3-8B6C-7501FE94A11B}" presName="compNode" presStyleCnt="0"/>
      <dgm:spPr/>
    </dgm:pt>
    <dgm:pt modelId="{E4929440-6632-4C3D-A470-413CDD27018B}" type="pres">
      <dgm:prSet presAssocID="{C103B1CF-65A7-4CF3-8B6C-7501FE94A11B}" presName="bgRect" presStyleLbl="bgShp" presStyleIdx="1" presStyleCnt="3"/>
      <dgm:spPr/>
    </dgm:pt>
    <dgm:pt modelId="{6AFFDB4D-95F5-4C42-BED3-8F2F058E3F73}" type="pres">
      <dgm:prSet presAssocID="{C103B1CF-65A7-4CF3-8B6C-7501FE94A11B}"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Open Folder"/>
        </a:ext>
      </dgm:extLst>
    </dgm:pt>
    <dgm:pt modelId="{1A2E810D-10EF-4DE6-911A-A7FB00847293}" type="pres">
      <dgm:prSet presAssocID="{C103B1CF-65A7-4CF3-8B6C-7501FE94A11B}" presName="spaceRect" presStyleCnt="0"/>
      <dgm:spPr/>
    </dgm:pt>
    <dgm:pt modelId="{46861EF4-7547-46C7-9539-BC4CFDD862A6}" type="pres">
      <dgm:prSet presAssocID="{C103B1CF-65A7-4CF3-8B6C-7501FE94A11B}" presName="parTx" presStyleLbl="revTx" presStyleIdx="1" presStyleCnt="3">
        <dgm:presLayoutVars>
          <dgm:chMax val="0"/>
          <dgm:chPref val="0"/>
        </dgm:presLayoutVars>
      </dgm:prSet>
      <dgm:spPr/>
    </dgm:pt>
    <dgm:pt modelId="{DDAB2EB3-E9AE-47F6-AC7B-435B183F0AE7}" type="pres">
      <dgm:prSet presAssocID="{BC30DB20-02A3-447E-A266-66FA7B3E660C}" presName="sibTrans" presStyleCnt="0"/>
      <dgm:spPr/>
    </dgm:pt>
    <dgm:pt modelId="{3B3BEF11-9F19-468C-AA19-A248591EA411}" type="pres">
      <dgm:prSet presAssocID="{E8125008-18DC-46FF-A016-2712B569ACD0}" presName="compNode" presStyleCnt="0"/>
      <dgm:spPr/>
    </dgm:pt>
    <dgm:pt modelId="{893DBECC-8E2F-47F0-A995-05B5F4AEFB63}" type="pres">
      <dgm:prSet presAssocID="{E8125008-18DC-46FF-A016-2712B569ACD0}" presName="bgRect" presStyleLbl="bgShp" presStyleIdx="2" presStyleCnt="3"/>
      <dgm:spPr/>
    </dgm:pt>
    <dgm:pt modelId="{DA8D32CA-B8BC-4AEE-986E-F9B510D9C7F4}" type="pres">
      <dgm:prSet presAssocID="{E8125008-18DC-46FF-A016-2712B569ACD0}"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Marker"/>
        </a:ext>
      </dgm:extLst>
    </dgm:pt>
    <dgm:pt modelId="{29BE6AFD-D07F-42FA-9BAE-A3EBED71DFA6}" type="pres">
      <dgm:prSet presAssocID="{E8125008-18DC-46FF-A016-2712B569ACD0}" presName="spaceRect" presStyleCnt="0"/>
      <dgm:spPr/>
    </dgm:pt>
    <dgm:pt modelId="{C79A6097-2C92-4351-8A5B-21005ABF6917}" type="pres">
      <dgm:prSet presAssocID="{E8125008-18DC-46FF-A016-2712B569ACD0}" presName="parTx" presStyleLbl="revTx" presStyleIdx="2" presStyleCnt="3">
        <dgm:presLayoutVars>
          <dgm:chMax val="0"/>
          <dgm:chPref val="0"/>
        </dgm:presLayoutVars>
      </dgm:prSet>
      <dgm:spPr/>
    </dgm:pt>
  </dgm:ptLst>
  <dgm:cxnLst>
    <dgm:cxn modelId="{48042136-4579-4BD0-9BDD-89355C5F104B}" srcId="{CA2798E3-CFC7-4FCA-83D1-1DBA866AE865}" destId="{C103B1CF-65A7-4CF3-8B6C-7501FE94A11B}" srcOrd="1" destOrd="0" parTransId="{64C35079-2448-408C-9DC4-B6CCACDCD204}" sibTransId="{BC30DB20-02A3-447E-A266-66FA7B3E660C}"/>
    <dgm:cxn modelId="{D0F2E474-E33F-4B40-8667-DE7243BCB85B}" srcId="{CA2798E3-CFC7-4FCA-83D1-1DBA866AE865}" destId="{DC5A00CB-9D49-4145-8220-685834498099}" srcOrd="0" destOrd="0" parTransId="{26D69FA5-FEE2-442C-8819-C0D6CDDB8E33}" sibTransId="{D5238A29-DD96-436E-A754-73061C9A460C}"/>
    <dgm:cxn modelId="{EB33C755-06B4-4ECB-B961-7F6A8546558C}" type="presOf" srcId="{C103B1CF-65A7-4CF3-8B6C-7501FE94A11B}" destId="{46861EF4-7547-46C7-9539-BC4CFDD862A6}" srcOrd="0" destOrd="0" presId="urn:microsoft.com/office/officeart/2018/2/layout/IconVerticalSolidList"/>
    <dgm:cxn modelId="{79B8D389-A86D-49F7-A40D-9B9C63457788}" type="presOf" srcId="{E8125008-18DC-46FF-A016-2712B569ACD0}" destId="{C79A6097-2C92-4351-8A5B-21005ABF6917}" srcOrd="0" destOrd="0" presId="urn:microsoft.com/office/officeart/2018/2/layout/IconVerticalSolidList"/>
    <dgm:cxn modelId="{29966FC4-4ECC-4934-92FA-904BA482F7BD}" srcId="{CA2798E3-CFC7-4FCA-83D1-1DBA866AE865}" destId="{E8125008-18DC-46FF-A016-2712B569ACD0}" srcOrd="2" destOrd="0" parTransId="{3F057483-629A-46DB-9A1D-AA286287679A}" sibTransId="{47DFF331-3278-4998-B481-5D361AF05598}"/>
    <dgm:cxn modelId="{801348D0-5D1F-4033-AD2B-8D257AE343FF}" type="presOf" srcId="{DC5A00CB-9D49-4145-8220-685834498099}" destId="{25AB9156-9F83-4324-A36A-9CEF0685D320}" srcOrd="0" destOrd="0" presId="urn:microsoft.com/office/officeart/2018/2/layout/IconVerticalSolidList"/>
    <dgm:cxn modelId="{DBEC72E6-FA9F-44CD-BC35-82BB525F1927}" type="presOf" srcId="{CA2798E3-CFC7-4FCA-83D1-1DBA866AE865}" destId="{76CDAEAF-1A12-4D08-B773-93C7D098FF8E}" srcOrd="0" destOrd="0" presId="urn:microsoft.com/office/officeart/2018/2/layout/IconVerticalSolidList"/>
    <dgm:cxn modelId="{60E48800-A1CD-4D05-8310-1BB0FAF6B8E3}" type="presParOf" srcId="{76CDAEAF-1A12-4D08-B773-93C7D098FF8E}" destId="{550DB5FD-8A70-49BA-96D4-DFB5F1F4B8A3}" srcOrd="0" destOrd="0" presId="urn:microsoft.com/office/officeart/2018/2/layout/IconVerticalSolidList"/>
    <dgm:cxn modelId="{316CBC0F-3481-4F36-8544-95FA9EE507A3}" type="presParOf" srcId="{550DB5FD-8A70-49BA-96D4-DFB5F1F4B8A3}" destId="{9BDA3540-27F1-446F-9B35-446CA0F39C5A}" srcOrd="0" destOrd="0" presId="urn:microsoft.com/office/officeart/2018/2/layout/IconVerticalSolidList"/>
    <dgm:cxn modelId="{00F288A3-8A68-4326-9856-A0424F6ADEE3}" type="presParOf" srcId="{550DB5FD-8A70-49BA-96D4-DFB5F1F4B8A3}" destId="{922F9A46-2C09-4741-AFA0-BB04E092E583}" srcOrd="1" destOrd="0" presId="urn:microsoft.com/office/officeart/2018/2/layout/IconVerticalSolidList"/>
    <dgm:cxn modelId="{A1533059-4CCC-4E5F-99E8-890B2D782C98}" type="presParOf" srcId="{550DB5FD-8A70-49BA-96D4-DFB5F1F4B8A3}" destId="{9823D728-BA90-44AE-9885-8BB486CC1DEA}" srcOrd="2" destOrd="0" presId="urn:microsoft.com/office/officeart/2018/2/layout/IconVerticalSolidList"/>
    <dgm:cxn modelId="{2CBAE02A-2A95-49C8-8213-5872D52C9C26}" type="presParOf" srcId="{550DB5FD-8A70-49BA-96D4-DFB5F1F4B8A3}" destId="{25AB9156-9F83-4324-A36A-9CEF0685D320}" srcOrd="3" destOrd="0" presId="urn:microsoft.com/office/officeart/2018/2/layout/IconVerticalSolidList"/>
    <dgm:cxn modelId="{F29AA6A8-5A69-49CF-9A33-6517EC3D5667}" type="presParOf" srcId="{76CDAEAF-1A12-4D08-B773-93C7D098FF8E}" destId="{40BD7F18-CB12-461E-921A-BA791FA70ABF}" srcOrd="1" destOrd="0" presId="urn:microsoft.com/office/officeart/2018/2/layout/IconVerticalSolidList"/>
    <dgm:cxn modelId="{7FBB9135-B170-4E0E-96ED-FF442ABD282F}" type="presParOf" srcId="{76CDAEAF-1A12-4D08-B773-93C7D098FF8E}" destId="{3522739D-47E8-43C5-8637-0DE5389BCA39}" srcOrd="2" destOrd="0" presId="urn:microsoft.com/office/officeart/2018/2/layout/IconVerticalSolidList"/>
    <dgm:cxn modelId="{5CC91032-A8EA-429F-8F03-22AFCD697D56}" type="presParOf" srcId="{3522739D-47E8-43C5-8637-0DE5389BCA39}" destId="{E4929440-6632-4C3D-A470-413CDD27018B}" srcOrd="0" destOrd="0" presId="urn:microsoft.com/office/officeart/2018/2/layout/IconVerticalSolidList"/>
    <dgm:cxn modelId="{275803A7-9225-4878-9CD5-D51C9B3BF02A}" type="presParOf" srcId="{3522739D-47E8-43C5-8637-0DE5389BCA39}" destId="{6AFFDB4D-95F5-4C42-BED3-8F2F058E3F73}" srcOrd="1" destOrd="0" presId="urn:microsoft.com/office/officeart/2018/2/layout/IconVerticalSolidList"/>
    <dgm:cxn modelId="{D10921AF-06C4-4E37-9678-62845CBF42C6}" type="presParOf" srcId="{3522739D-47E8-43C5-8637-0DE5389BCA39}" destId="{1A2E810D-10EF-4DE6-911A-A7FB00847293}" srcOrd="2" destOrd="0" presId="urn:microsoft.com/office/officeart/2018/2/layout/IconVerticalSolidList"/>
    <dgm:cxn modelId="{7AADBE34-FD27-44A7-80E7-81BC1A161F49}" type="presParOf" srcId="{3522739D-47E8-43C5-8637-0DE5389BCA39}" destId="{46861EF4-7547-46C7-9539-BC4CFDD862A6}" srcOrd="3" destOrd="0" presId="urn:microsoft.com/office/officeart/2018/2/layout/IconVerticalSolidList"/>
    <dgm:cxn modelId="{D9B4A6C9-B2D1-4A88-98F4-5A261C5FA1D6}" type="presParOf" srcId="{76CDAEAF-1A12-4D08-B773-93C7D098FF8E}" destId="{DDAB2EB3-E9AE-47F6-AC7B-435B183F0AE7}" srcOrd="3" destOrd="0" presId="urn:microsoft.com/office/officeart/2018/2/layout/IconVerticalSolidList"/>
    <dgm:cxn modelId="{CA1D90EA-898E-4DD2-ABA2-2605D67CC59D}" type="presParOf" srcId="{76CDAEAF-1A12-4D08-B773-93C7D098FF8E}" destId="{3B3BEF11-9F19-468C-AA19-A248591EA411}" srcOrd="4" destOrd="0" presId="urn:microsoft.com/office/officeart/2018/2/layout/IconVerticalSolidList"/>
    <dgm:cxn modelId="{282410FE-804F-47E7-ADCF-DB86214B3D3E}" type="presParOf" srcId="{3B3BEF11-9F19-468C-AA19-A248591EA411}" destId="{893DBECC-8E2F-47F0-A995-05B5F4AEFB63}" srcOrd="0" destOrd="0" presId="urn:microsoft.com/office/officeart/2018/2/layout/IconVerticalSolidList"/>
    <dgm:cxn modelId="{7C97AD0F-2084-46B3-8242-4742C1E1FF02}" type="presParOf" srcId="{3B3BEF11-9F19-468C-AA19-A248591EA411}" destId="{DA8D32CA-B8BC-4AEE-986E-F9B510D9C7F4}" srcOrd="1" destOrd="0" presId="urn:microsoft.com/office/officeart/2018/2/layout/IconVerticalSolidList"/>
    <dgm:cxn modelId="{AEB62F52-4F7C-4DE3-AB90-8C33FB8F1A1E}" type="presParOf" srcId="{3B3BEF11-9F19-468C-AA19-A248591EA411}" destId="{29BE6AFD-D07F-42FA-9BAE-A3EBED71DFA6}" srcOrd="2" destOrd="0" presId="urn:microsoft.com/office/officeart/2018/2/layout/IconVerticalSolidList"/>
    <dgm:cxn modelId="{CEE2C4E8-642E-4E02-8620-E01AC39A17B0}" type="presParOf" srcId="{3B3BEF11-9F19-468C-AA19-A248591EA411}" destId="{C79A6097-2C92-4351-8A5B-21005ABF6917}"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2D794843-D3AB-454C-96A4-72B516C74ADB}"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AAD3E986-6692-4214-9732-2155BDA2B51D}">
      <dgm:prSet/>
      <dgm:spPr/>
      <dgm:t>
        <a:bodyPr/>
        <a:lstStyle/>
        <a:p>
          <a:r>
            <a:rPr lang="en-GB" b="1" baseline="0"/>
            <a:t>Branches as Alternate Timelines: </a:t>
          </a:r>
          <a:r>
            <a:rPr lang="en-GB" baseline="0"/>
            <a:t>Branches in Git allow you to create alternate timelines for your project, enabling you to develop new features or experiment without affecting the main codebase.</a:t>
          </a:r>
          <a:endParaRPr lang="en-US"/>
        </a:p>
      </dgm:t>
    </dgm:pt>
    <dgm:pt modelId="{A89F69D2-DD5B-47FB-ADE0-20F31825B1ED}" type="parTrans" cxnId="{E49B4E8B-5A5E-4CE6-B4A6-EF3E08CDAC1E}">
      <dgm:prSet/>
      <dgm:spPr/>
      <dgm:t>
        <a:bodyPr/>
        <a:lstStyle/>
        <a:p>
          <a:endParaRPr lang="en-US"/>
        </a:p>
      </dgm:t>
    </dgm:pt>
    <dgm:pt modelId="{55D243C7-FA47-49BE-B246-2273A757C701}" type="sibTrans" cxnId="{E49B4E8B-5A5E-4CE6-B4A6-EF3E08CDAC1E}">
      <dgm:prSet/>
      <dgm:spPr/>
      <dgm:t>
        <a:bodyPr/>
        <a:lstStyle/>
        <a:p>
          <a:endParaRPr lang="en-US"/>
        </a:p>
      </dgm:t>
    </dgm:pt>
    <dgm:pt modelId="{C460A141-C312-4EC4-AAE4-5DDACC30FA54}">
      <dgm:prSet/>
      <dgm:spPr/>
      <dgm:t>
        <a:bodyPr/>
        <a:lstStyle/>
        <a:p>
          <a:r>
            <a:rPr lang="en-GB" b="1" baseline="0"/>
            <a:t>Parallel Development: </a:t>
          </a:r>
          <a:r>
            <a:rPr lang="en-GB" baseline="0"/>
            <a:t>You can switch between branches to work on different versions of your code in parallel, maintaining a stable main branch while developing experimental features in separate branches.</a:t>
          </a:r>
          <a:endParaRPr lang="en-US"/>
        </a:p>
      </dgm:t>
    </dgm:pt>
    <dgm:pt modelId="{6D5482AB-E598-4545-9C5C-D3820C8C77EF}" type="parTrans" cxnId="{EEDDDFA0-1AC7-47A4-B087-23E910B78149}">
      <dgm:prSet/>
      <dgm:spPr/>
      <dgm:t>
        <a:bodyPr/>
        <a:lstStyle/>
        <a:p>
          <a:endParaRPr lang="en-US"/>
        </a:p>
      </dgm:t>
    </dgm:pt>
    <dgm:pt modelId="{249289FE-AB35-4011-BDE6-916C739FE0D1}" type="sibTrans" cxnId="{EEDDDFA0-1AC7-47A4-B087-23E910B78149}">
      <dgm:prSet/>
      <dgm:spPr/>
      <dgm:t>
        <a:bodyPr/>
        <a:lstStyle/>
        <a:p>
          <a:endParaRPr lang="en-US"/>
        </a:p>
      </dgm:t>
    </dgm:pt>
    <dgm:pt modelId="{1D45A9C9-69A0-419A-B4A7-CC9FC94B9FBA}">
      <dgm:prSet/>
      <dgm:spPr/>
      <dgm:t>
        <a:bodyPr/>
        <a:lstStyle/>
        <a:p>
          <a:r>
            <a:rPr lang="en-GB" b="1" baseline="0"/>
            <a:t>Team Collaboration: </a:t>
          </a:r>
          <a:r>
            <a:rPr lang="en-GB" baseline="0"/>
            <a:t>Different team members can work on their own branches, creating multiple timelines that can later be merged back into the main branch seamlessly.</a:t>
          </a:r>
          <a:endParaRPr lang="en-US"/>
        </a:p>
      </dgm:t>
    </dgm:pt>
    <dgm:pt modelId="{9FA05754-7B76-40B6-8709-7DF9561782C7}" type="parTrans" cxnId="{F79BDC34-A8D5-4785-AFE6-3B41964D89F3}">
      <dgm:prSet/>
      <dgm:spPr/>
      <dgm:t>
        <a:bodyPr/>
        <a:lstStyle/>
        <a:p>
          <a:endParaRPr lang="en-US"/>
        </a:p>
      </dgm:t>
    </dgm:pt>
    <dgm:pt modelId="{CA729948-4BD3-4A00-8D4F-926E2AECB822}" type="sibTrans" cxnId="{F79BDC34-A8D5-4785-AFE6-3B41964D89F3}">
      <dgm:prSet/>
      <dgm:spPr/>
      <dgm:t>
        <a:bodyPr/>
        <a:lstStyle/>
        <a:p>
          <a:endParaRPr lang="en-US"/>
        </a:p>
      </dgm:t>
    </dgm:pt>
    <dgm:pt modelId="{BFB2D04C-5658-41E5-B962-C8BA62EC99EB}">
      <dgm:prSet/>
      <dgm:spPr/>
      <dgm:t>
        <a:bodyPr/>
        <a:lstStyle/>
        <a:p>
          <a:r>
            <a:rPr lang="en-GB" b="1" baseline="0"/>
            <a:t>GUI to visualize all branches</a:t>
          </a:r>
          <a:r>
            <a:rPr lang="en-GB" baseline="0"/>
            <a:t>: gitk --all</a:t>
          </a:r>
          <a:endParaRPr lang="en-US"/>
        </a:p>
      </dgm:t>
    </dgm:pt>
    <dgm:pt modelId="{D143F22F-BB52-4311-84E8-5D7FBCCF802B}" type="parTrans" cxnId="{F7F1D8DE-2EA0-452B-88E6-65C0530A3DD2}">
      <dgm:prSet/>
      <dgm:spPr/>
      <dgm:t>
        <a:bodyPr/>
        <a:lstStyle/>
        <a:p>
          <a:endParaRPr lang="en-US"/>
        </a:p>
      </dgm:t>
    </dgm:pt>
    <dgm:pt modelId="{58DF1FD4-A3AA-453F-A268-F933BB3A9C72}" type="sibTrans" cxnId="{F7F1D8DE-2EA0-452B-88E6-65C0530A3DD2}">
      <dgm:prSet/>
      <dgm:spPr/>
      <dgm:t>
        <a:bodyPr/>
        <a:lstStyle/>
        <a:p>
          <a:endParaRPr lang="en-US"/>
        </a:p>
      </dgm:t>
    </dgm:pt>
    <dgm:pt modelId="{AD3892DB-6DE7-45FA-9668-B940B484B129}" type="pres">
      <dgm:prSet presAssocID="{2D794843-D3AB-454C-96A4-72B516C74ADB}" presName="root" presStyleCnt="0">
        <dgm:presLayoutVars>
          <dgm:dir/>
          <dgm:resizeHandles val="exact"/>
        </dgm:presLayoutVars>
      </dgm:prSet>
      <dgm:spPr/>
    </dgm:pt>
    <dgm:pt modelId="{B0A30911-61D7-4C53-841D-7254536E2995}" type="pres">
      <dgm:prSet presAssocID="{AAD3E986-6692-4214-9732-2155BDA2B51D}" presName="compNode" presStyleCnt="0"/>
      <dgm:spPr/>
    </dgm:pt>
    <dgm:pt modelId="{D7CC001A-0F8A-41BE-9EFA-B9DFB7E9A332}" type="pres">
      <dgm:prSet presAssocID="{AAD3E986-6692-4214-9732-2155BDA2B51D}" presName="bgRect" presStyleLbl="bgShp" presStyleIdx="0" presStyleCnt="4"/>
      <dgm:spPr/>
    </dgm:pt>
    <dgm:pt modelId="{563EDCCE-1AB8-4AD7-8AD8-416980C43EC6}" type="pres">
      <dgm:prSet presAssocID="{AAD3E986-6692-4214-9732-2155BDA2B51D}"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topwatch"/>
        </a:ext>
      </dgm:extLst>
    </dgm:pt>
    <dgm:pt modelId="{6FDE8350-DF76-49F0-AE10-35E8BFB1A8E8}" type="pres">
      <dgm:prSet presAssocID="{AAD3E986-6692-4214-9732-2155BDA2B51D}" presName="spaceRect" presStyleCnt="0"/>
      <dgm:spPr/>
    </dgm:pt>
    <dgm:pt modelId="{6B2E3632-E3AB-4505-933C-BF58656F6F22}" type="pres">
      <dgm:prSet presAssocID="{AAD3E986-6692-4214-9732-2155BDA2B51D}" presName="parTx" presStyleLbl="revTx" presStyleIdx="0" presStyleCnt="4">
        <dgm:presLayoutVars>
          <dgm:chMax val="0"/>
          <dgm:chPref val="0"/>
        </dgm:presLayoutVars>
      </dgm:prSet>
      <dgm:spPr/>
    </dgm:pt>
    <dgm:pt modelId="{93753EBB-8A9C-4FAD-B03A-5863B4B9649A}" type="pres">
      <dgm:prSet presAssocID="{55D243C7-FA47-49BE-B246-2273A757C701}" presName="sibTrans" presStyleCnt="0"/>
      <dgm:spPr/>
    </dgm:pt>
    <dgm:pt modelId="{B7C66748-B753-401C-8C2E-7C146DB21695}" type="pres">
      <dgm:prSet presAssocID="{C460A141-C312-4EC4-AAE4-5DDACC30FA54}" presName="compNode" presStyleCnt="0"/>
      <dgm:spPr/>
    </dgm:pt>
    <dgm:pt modelId="{E21E55BB-289E-44FF-A26F-F363E71FB475}" type="pres">
      <dgm:prSet presAssocID="{C460A141-C312-4EC4-AAE4-5DDACC30FA54}" presName="bgRect" presStyleLbl="bgShp" presStyleIdx="1" presStyleCnt="4"/>
      <dgm:spPr/>
    </dgm:pt>
    <dgm:pt modelId="{04132C2B-E6A7-4EBA-9E50-C2874E2D1AC5}" type="pres">
      <dgm:prSet presAssocID="{C460A141-C312-4EC4-AAE4-5DDACC30FA54}"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Flowchart"/>
        </a:ext>
      </dgm:extLst>
    </dgm:pt>
    <dgm:pt modelId="{D815BBD3-09DD-47A4-A9E1-DE24DD66C4EE}" type="pres">
      <dgm:prSet presAssocID="{C460A141-C312-4EC4-AAE4-5DDACC30FA54}" presName="spaceRect" presStyleCnt="0"/>
      <dgm:spPr/>
    </dgm:pt>
    <dgm:pt modelId="{524DB5A7-3D88-4073-97E3-B4F1AE2C8D4D}" type="pres">
      <dgm:prSet presAssocID="{C460A141-C312-4EC4-AAE4-5DDACC30FA54}" presName="parTx" presStyleLbl="revTx" presStyleIdx="1" presStyleCnt="4">
        <dgm:presLayoutVars>
          <dgm:chMax val="0"/>
          <dgm:chPref val="0"/>
        </dgm:presLayoutVars>
      </dgm:prSet>
      <dgm:spPr/>
    </dgm:pt>
    <dgm:pt modelId="{9438B6A1-B15D-4FF3-90A2-38AFB17B913E}" type="pres">
      <dgm:prSet presAssocID="{249289FE-AB35-4011-BDE6-916C739FE0D1}" presName="sibTrans" presStyleCnt="0"/>
      <dgm:spPr/>
    </dgm:pt>
    <dgm:pt modelId="{9F461474-A7BF-4D34-9464-FDEBAAC62753}" type="pres">
      <dgm:prSet presAssocID="{1D45A9C9-69A0-419A-B4A7-CC9FC94B9FBA}" presName="compNode" presStyleCnt="0"/>
      <dgm:spPr/>
    </dgm:pt>
    <dgm:pt modelId="{9AFA9184-6ED9-43CC-BE6B-31B63D6140B2}" type="pres">
      <dgm:prSet presAssocID="{1D45A9C9-69A0-419A-B4A7-CC9FC94B9FBA}" presName="bgRect" presStyleLbl="bgShp" presStyleIdx="2" presStyleCnt="4"/>
      <dgm:spPr/>
    </dgm:pt>
    <dgm:pt modelId="{C2800C3A-BBA8-46AE-9458-D822A48E7EC8}" type="pres">
      <dgm:prSet presAssocID="{1D45A9C9-69A0-419A-B4A7-CC9FC94B9FBA}"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ranching Diagram"/>
        </a:ext>
      </dgm:extLst>
    </dgm:pt>
    <dgm:pt modelId="{28D5D09E-F896-4A78-9A61-2E11817A586F}" type="pres">
      <dgm:prSet presAssocID="{1D45A9C9-69A0-419A-B4A7-CC9FC94B9FBA}" presName="spaceRect" presStyleCnt="0"/>
      <dgm:spPr/>
    </dgm:pt>
    <dgm:pt modelId="{E6A2790A-06D6-4065-9583-21F4795B19FD}" type="pres">
      <dgm:prSet presAssocID="{1D45A9C9-69A0-419A-B4A7-CC9FC94B9FBA}" presName="parTx" presStyleLbl="revTx" presStyleIdx="2" presStyleCnt="4">
        <dgm:presLayoutVars>
          <dgm:chMax val="0"/>
          <dgm:chPref val="0"/>
        </dgm:presLayoutVars>
      </dgm:prSet>
      <dgm:spPr/>
    </dgm:pt>
    <dgm:pt modelId="{F2895AB1-28A8-4461-B5FC-4CCBF9587D74}" type="pres">
      <dgm:prSet presAssocID="{CA729948-4BD3-4A00-8D4F-926E2AECB822}" presName="sibTrans" presStyleCnt="0"/>
      <dgm:spPr/>
    </dgm:pt>
    <dgm:pt modelId="{36537C7A-EB21-4C25-9842-15781EED218A}" type="pres">
      <dgm:prSet presAssocID="{BFB2D04C-5658-41E5-B962-C8BA62EC99EB}" presName="compNode" presStyleCnt="0"/>
      <dgm:spPr/>
    </dgm:pt>
    <dgm:pt modelId="{F6846B10-2ACC-46CC-83A8-980C64289FDD}" type="pres">
      <dgm:prSet presAssocID="{BFB2D04C-5658-41E5-B962-C8BA62EC99EB}" presName="bgRect" presStyleLbl="bgShp" presStyleIdx="3" presStyleCnt="4"/>
      <dgm:spPr/>
    </dgm:pt>
    <dgm:pt modelId="{A7E6D9DF-C67F-451F-9B9C-D679AC2935B0}" type="pres">
      <dgm:prSet presAssocID="{BFB2D04C-5658-41E5-B962-C8BA62EC99EB}"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Web Design"/>
        </a:ext>
      </dgm:extLst>
    </dgm:pt>
    <dgm:pt modelId="{B06CEDA1-5DBE-452A-BE78-31A3FF2735E2}" type="pres">
      <dgm:prSet presAssocID="{BFB2D04C-5658-41E5-B962-C8BA62EC99EB}" presName="spaceRect" presStyleCnt="0"/>
      <dgm:spPr/>
    </dgm:pt>
    <dgm:pt modelId="{624BA39C-5BF8-4EA4-9671-A5D4DAF9FAFA}" type="pres">
      <dgm:prSet presAssocID="{BFB2D04C-5658-41E5-B962-C8BA62EC99EB}" presName="parTx" presStyleLbl="revTx" presStyleIdx="3" presStyleCnt="4">
        <dgm:presLayoutVars>
          <dgm:chMax val="0"/>
          <dgm:chPref val="0"/>
        </dgm:presLayoutVars>
      </dgm:prSet>
      <dgm:spPr/>
    </dgm:pt>
  </dgm:ptLst>
  <dgm:cxnLst>
    <dgm:cxn modelId="{859E0B14-697E-42BC-A657-9F09FEF2A9F6}" type="presOf" srcId="{BFB2D04C-5658-41E5-B962-C8BA62EC99EB}" destId="{624BA39C-5BF8-4EA4-9671-A5D4DAF9FAFA}" srcOrd="0" destOrd="0" presId="urn:microsoft.com/office/officeart/2018/2/layout/IconVerticalSolidList"/>
    <dgm:cxn modelId="{F79BDC34-A8D5-4785-AFE6-3B41964D89F3}" srcId="{2D794843-D3AB-454C-96A4-72B516C74ADB}" destId="{1D45A9C9-69A0-419A-B4A7-CC9FC94B9FBA}" srcOrd="2" destOrd="0" parTransId="{9FA05754-7B76-40B6-8709-7DF9561782C7}" sibTransId="{CA729948-4BD3-4A00-8D4F-926E2AECB822}"/>
    <dgm:cxn modelId="{E49B4E8B-5A5E-4CE6-B4A6-EF3E08CDAC1E}" srcId="{2D794843-D3AB-454C-96A4-72B516C74ADB}" destId="{AAD3E986-6692-4214-9732-2155BDA2B51D}" srcOrd="0" destOrd="0" parTransId="{A89F69D2-DD5B-47FB-ADE0-20F31825B1ED}" sibTransId="{55D243C7-FA47-49BE-B246-2273A757C701}"/>
    <dgm:cxn modelId="{EEDDDFA0-1AC7-47A4-B087-23E910B78149}" srcId="{2D794843-D3AB-454C-96A4-72B516C74ADB}" destId="{C460A141-C312-4EC4-AAE4-5DDACC30FA54}" srcOrd="1" destOrd="0" parTransId="{6D5482AB-E598-4545-9C5C-D3820C8C77EF}" sibTransId="{249289FE-AB35-4011-BDE6-916C739FE0D1}"/>
    <dgm:cxn modelId="{EBE357A6-D752-491B-9304-9C875B9FF0EC}" type="presOf" srcId="{2D794843-D3AB-454C-96A4-72B516C74ADB}" destId="{AD3892DB-6DE7-45FA-9668-B940B484B129}" srcOrd="0" destOrd="0" presId="urn:microsoft.com/office/officeart/2018/2/layout/IconVerticalSolidList"/>
    <dgm:cxn modelId="{B6B146D4-C283-429B-86C4-5801E1BFD3CE}" type="presOf" srcId="{1D45A9C9-69A0-419A-B4A7-CC9FC94B9FBA}" destId="{E6A2790A-06D6-4065-9583-21F4795B19FD}" srcOrd="0" destOrd="0" presId="urn:microsoft.com/office/officeart/2018/2/layout/IconVerticalSolidList"/>
    <dgm:cxn modelId="{F7F1D8DE-2EA0-452B-88E6-65C0530A3DD2}" srcId="{2D794843-D3AB-454C-96A4-72B516C74ADB}" destId="{BFB2D04C-5658-41E5-B962-C8BA62EC99EB}" srcOrd="3" destOrd="0" parTransId="{D143F22F-BB52-4311-84E8-5D7FBCCF802B}" sibTransId="{58DF1FD4-A3AA-453F-A268-F933BB3A9C72}"/>
    <dgm:cxn modelId="{DF3EFAE3-805D-4A8A-A193-3CF79AF83D1C}" type="presOf" srcId="{C460A141-C312-4EC4-AAE4-5DDACC30FA54}" destId="{524DB5A7-3D88-4073-97E3-B4F1AE2C8D4D}" srcOrd="0" destOrd="0" presId="urn:microsoft.com/office/officeart/2018/2/layout/IconVerticalSolidList"/>
    <dgm:cxn modelId="{23C7F5FB-7509-47B2-8CC0-4B7D111BFCBA}" type="presOf" srcId="{AAD3E986-6692-4214-9732-2155BDA2B51D}" destId="{6B2E3632-E3AB-4505-933C-BF58656F6F22}" srcOrd="0" destOrd="0" presId="urn:microsoft.com/office/officeart/2018/2/layout/IconVerticalSolidList"/>
    <dgm:cxn modelId="{9D1289B2-7DDF-45BE-90DB-31C572588DC1}" type="presParOf" srcId="{AD3892DB-6DE7-45FA-9668-B940B484B129}" destId="{B0A30911-61D7-4C53-841D-7254536E2995}" srcOrd="0" destOrd="0" presId="urn:microsoft.com/office/officeart/2018/2/layout/IconVerticalSolidList"/>
    <dgm:cxn modelId="{8C325AD1-E17D-47AF-8D2B-A8DB22220C1A}" type="presParOf" srcId="{B0A30911-61D7-4C53-841D-7254536E2995}" destId="{D7CC001A-0F8A-41BE-9EFA-B9DFB7E9A332}" srcOrd="0" destOrd="0" presId="urn:microsoft.com/office/officeart/2018/2/layout/IconVerticalSolidList"/>
    <dgm:cxn modelId="{297C6D9D-DC31-404F-A955-C530557B8F8B}" type="presParOf" srcId="{B0A30911-61D7-4C53-841D-7254536E2995}" destId="{563EDCCE-1AB8-4AD7-8AD8-416980C43EC6}" srcOrd="1" destOrd="0" presId="urn:microsoft.com/office/officeart/2018/2/layout/IconVerticalSolidList"/>
    <dgm:cxn modelId="{D47C6BA9-5397-42EF-A0B9-0AD0D9D45979}" type="presParOf" srcId="{B0A30911-61D7-4C53-841D-7254536E2995}" destId="{6FDE8350-DF76-49F0-AE10-35E8BFB1A8E8}" srcOrd="2" destOrd="0" presId="urn:microsoft.com/office/officeart/2018/2/layout/IconVerticalSolidList"/>
    <dgm:cxn modelId="{0836117A-FA66-44EC-B245-37ED0C3325E9}" type="presParOf" srcId="{B0A30911-61D7-4C53-841D-7254536E2995}" destId="{6B2E3632-E3AB-4505-933C-BF58656F6F22}" srcOrd="3" destOrd="0" presId="urn:microsoft.com/office/officeart/2018/2/layout/IconVerticalSolidList"/>
    <dgm:cxn modelId="{9FBF1899-4C22-434B-B980-785A09050B2D}" type="presParOf" srcId="{AD3892DB-6DE7-45FA-9668-B940B484B129}" destId="{93753EBB-8A9C-4FAD-B03A-5863B4B9649A}" srcOrd="1" destOrd="0" presId="urn:microsoft.com/office/officeart/2018/2/layout/IconVerticalSolidList"/>
    <dgm:cxn modelId="{D4E9D15C-76BB-454B-A894-A5E560112DEB}" type="presParOf" srcId="{AD3892DB-6DE7-45FA-9668-B940B484B129}" destId="{B7C66748-B753-401C-8C2E-7C146DB21695}" srcOrd="2" destOrd="0" presId="urn:microsoft.com/office/officeart/2018/2/layout/IconVerticalSolidList"/>
    <dgm:cxn modelId="{75D4CDC8-0D05-403E-929C-BBCAF18F163F}" type="presParOf" srcId="{B7C66748-B753-401C-8C2E-7C146DB21695}" destId="{E21E55BB-289E-44FF-A26F-F363E71FB475}" srcOrd="0" destOrd="0" presId="urn:microsoft.com/office/officeart/2018/2/layout/IconVerticalSolidList"/>
    <dgm:cxn modelId="{78421576-82EE-42BD-8485-F06D629647BD}" type="presParOf" srcId="{B7C66748-B753-401C-8C2E-7C146DB21695}" destId="{04132C2B-E6A7-4EBA-9E50-C2874E2D1AC5}" srcOrd="1" destOrd="0" presId="urn:microsoft.com/office/officeart/2018/2/layout/IconVerticalSolidList"/>
    <dgm:cxn modelId="{B5C3DA68-0141-4044-8102-C0D6D716FDFD}" type="presParOf" srcId="{B7C66748-B753-401C-8C2E-7C146DB21695}" destId="{D815BBD3-09DD-47A4-A9E1-DE24DD66C4EE}" srcOrd="2" destOrd="0" presId="urn:microsoft.com/office/officeart/2018/2/layout/IconVerticalSolidList"/>
    <dgm:cxn modelId="{2C264241-73BE-4CC2-8287-297393E0DCD7}" type="presParOf" srcId="{B7C66748-B753-401C-8C2E-7C146DB21695}" destId="{524DB5A7-3D88-4073-97E3-B4F1AE2C8D4D}" srcOrd="3" destOrd="0" presId="urn:microsoft.com/office/officeart/2018/2/layout/IconVerticalSolidList"/>
    <dgm:cxn modelId="{2C378245-C400-4150-ACE6-A64A255C103C}" type="presParOf" srcId="{AD3892DB-6DE7-45FA-9668-B940B484B129}" destId="{9438B6A1-B15D-4FF3-90A2-38AFB17B913E}" srcOrd="3" destOrd="0" presId="urn:microsoft.com/office/officeart/2018/2/layout/IconVerticalSolidList"/>
    <dgm:cxn modelId="{9BEC309A-2883-4CFB-BD71-60F042B19AEA}" type="presParOf" srcId="{AD3892DB-6DE7-45FA-9668-B940B484B129}" destId="{9F461474-A7BF-4D34-9464-FDEBAAC62753}" srcOrd="4" destOrd="0" presId="urn:microsoft.com/office/officeart/2018/2/layout/IconVerticalSolidList"/>
    <dgm:cxn modelId="{DD95F762-162B-4FF5-8706-8EAA41009B97}" type="presParOf" srcId="{9F461474-A7BF-4D34-9464-FDEBAAC62753}" destId="{9AFA9184-6ED9-43CC-BE6B-31B63D6140B2}" srcOrd="0" destOrd="0" presId="urn:microsoft.com/office/officeart/2018/2/layout/IconVerticalSolidList"/>
    <dgm:cxn modelId="{2B8CCB8B-7D63-40C2-8D85-30C799A585E6}" type="presParOf" srcId="{9F461474-A7BF-4D34-9464-FDEBAAC62753}" destId="{C2800C3A-BBA8-46AE-9458-D822A48E7EC8}" srcOrd="1" destOrd="0" presId="urn:microsoft.com/office/officeart/2018/2/layout/IconVerticalSolidList"/>
    <dgm:cxn modelId="{946FF449-61D1-434F-B1F5-56397EC5218E}" type="presParOf" srcId="{9F461474-A7BF-4D34-9464-FDEBAAC62753}" destId="{28D5D09E-F896-4A78-9A61-2E11817A586F}" srcOrd="2" destOrd="0" presId="urn:microsoft.com/office/officeart/2018/2/layout/IconVerticalSolidList"/>
    <dgm:cxn modelId="{2EE6D7EF-F54A-4F0A-B704-53F100CE4714}" type="presParOf" srcId="{9F461474-A7BF-4D34-9464-FDEBAAC62753}" destId="{E6A2790A-06D6-4065-9583-21F4795B19FD}" srcOrd="3" destOrd="0" presId="urn:microsoft.com/office/officeart/2018/2/layout/IconVerticalSolidList"/>
    <dgm:cxn modelId="{12499A42-4E90-4B8C-9E7B-0D79F4FB73E8}" type="presParOf" srcId="{AD3892DB-6DE7-45FA-9668-B940B484B129}" destId="{F2895AB1-28A8-4461-B5FC-4CCBF9587D74}" srcOrd="5" destOrd="0" presId="urn:microsoft.com/office/officeart/2018/2/layout/IconVerticalSolidList"/>
    <dgm:cxn modelId="{C074F5A5-1B70-4B8E-A13B-99DF61AF44CB}" type="presParOf" srcId="{AD3892DB-6DE7-45FA-9668-B940B484B129}" destId="{36537C7A-EB21-4C25-9842-15781EED218A}" srcOrd="6" destOrd="0" presId="urn:microsoft.com/office/officeart/2018/2/layout/IconVerticalSolidList"/>
    <dgm:cxn modelId="{D57B4CE2-7ED1-4645-9384-EC2DC3A2F576}" type="presParOf" srcId="{36537C7A-EB21-4C25-9842-15781EED218A}" destId="{F6846B10-2ACC-46CC-83A8-980C64289FDD}" srcOrd="0" destOrd="0" presId="urn:microsoft.com/office/officeart/2018/2/layout/IconVerticalSolidList"/>
    <dgm:cxn modelId="{AA905B1D-D3BD-4CC0-A26D-AA407C92AC0B}" type="presParOf" srcId="{36537C7A-EB21-4C25-9842-15781EED218A}" destId="{A7E6D9DF-C67F-451F-9B9C-D679AC2935B0}" srcOrd="1" destOrd="0" presId="urn:microsoft.com/office/officeart/2018/2/layout/IconVerticalSolidList"/>
    <dgm:cxn modelId="{88C3D64F-F3AC-418F-BA9E-632763D0B11B}" type="presParOf" srcId="{36537C7A-EB21-4C25-9842-15781EED218A}" destId="{B06CEDA1-5DBE-452A-BE78-31A3FF2735E2}" srcOrd="2" destOrd="0" presId="urn:microsoft.com/office/officeart/2018/2/layout/IconVerticalSolidList"/>
    <dgm:cxn modelId="{97DE874D-251C-4D40-955B-B70A587F9F6E}" type="presParOf" srcId="{36537C7A-EB21-4C25-9842-15781EED218A}" destId="{624BA39C-5BF8-4EA4-9671-A5D4DAF9FAFA}"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DB64594E-4B14-4C5C-BF18-C051E49FC912}"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B0AC2355-EC24-49F8-8931-CEB0F4FE938E}">
      <dgm:prSet/>
      <dgm:spPr/>
      <dgm:t>
        <a:bodyPr/>
        <a:lstStyle/>
        <a:p>
          <a:r>
            <a:rPr lang="en-GB" b="1" baseline="0"/>
            <a:t>HEAD Pointer: </a:t>
          </a:r>
          <a:r>
            <a:rPr lang="en-GB" baseline="0"/>
            <a:t>The </a:t>
          </a:r>
          <a:r>
            <a:rPr lang="en-GB" b="1" i="1" baseline="0"/>
            <a:t>HEAD</a:t>
          </a:r>
          <a:r>
            <a:rPr lang="en-GB" baseline="0"/>
            <a:t> pointer in Git indicates your current position in the project's history, pointing to the latest commit on the active branch.</a:t>
          </a:r>
          <a:endParaRPr lang="en-US"/>
        </a:p>
      </dgm:t>
    </dgm:pt>
    <dgm:pt modelId="{C4DF2FF9-E7C6-4756-8EFC-F72CD533B4E5}" type="parTrans" cxnId="{0D3E1A64-9C71-426B-8414-9FC14094E363}">
      <dgm:prSet/>
      <dgm:spPr/>
      <dgm:t>
        <a:bodyPr/>
        <a:lstStyle/>
        <a:p>
          <a:endParaRPr lang="en-US"/>
        </a:p>
      </dgm:t>
    </dgm:pt>
    <dgm:pt modelId="{DE9A8E93-5001-4B01-87F5-1638B955F2A8}" type="sibTrans" cxnId="{0D3E1A64-9C71-426B-8414-9FC14094E363}">
      <dgm:prSet/>
      <dgm:spPr/>
      <dgm:t>
        <a:bodyPr/>
        <a:lstStyle/>
        <a:p>
          <a:endParaRPr lang="en-US"/>
        </a:p>
      </dgm:t>
    </dgm:pt>
    <dgm:pt modelId="{CB6786E1-5190-4664-B46A-5D1AD5187B66}">
      <dgm:prSet/>
      <dgm:spPr/>
      <dgm:t>
        <a:bodyPr/>
        <a:lstStyle/>
        <a:p>
          <a:r>
            <a:rPr lang="en-GB" b="1" baseline="0"/>
            <a:t>Branch Navigation: </a:t>
          </a:r>
          <a:r>
            <a:rPr lang="en-GB" baseline="0"/>
            <a:t>When working with multiple branches, the </a:t>
          </a:r>
          <a:r>
            <a:rPr lang="en-GB" b="1" i="1" baseline="0"/>
            <a:t>HEAD</a:t>
          </a:r>
          <a:r>
            <a:rPr lang="en-GB" baseline="0"/>
            <a:t> pointer moves to the latest commit of the branch you're currently working on.</a:t>
          </a:r>
          <a:endParaRPr lang="en-US"/>
        </a:p>
      </dgm:t>
    </dgm:pt>
    <dgm:pt modelId="{4E8812C9-EC88-4EFA-93BD-9BB024D510F1}" type="parTrans" cxnId="{1724404D-DA83-44A0-B6AD-4D1E430A7847}">
      <dgm:prSet/>
      <dgm:spPr/>
      <dgm:t>
        <a:bodyPr/>
        <a:lstStyle/>
        <a:p>
          <a:endParaRPr lang="en-US"/>
        </a:p>
      </dgm:t>
    </dgm:pt>
    <dgm:pt modelId="{29B125EE-C6BF-42D9-BEEB-CDA911A7D370}" type="sibTrans" cxnId="{1724404D-DA83-44A0-B6AD-4D1E430A7847}">
      <dgm:prSet/>
      <dgm:spPr/>
      <dgm:t>
        <a:bodyPr/>
        <a:lstStyle/>
        <a:p>
          <a:endParaRPr lang="en-US"/>
        </a:p>
      </dgm:t>
    </dgm:pt>
    <dgm:pt modelId="{4DBD16AC-434F-4694-83DB-625B1619C8B8}">
      <dgm:prSet/>
      <dgm:spPr/>
      <dgm:t>
        <a:bodyPr/>
        <a:lstStyle/>
        <a:p>
          <a:r>
            <a:rPr lang="en-GB" b="1" baseline="0"/>
            <a:t>Time Machine Concept: </a:t>
          </a:r>
          <a:r>
            <a:rPr lang="en-GB" baseline="0"/>
            <a:t>Think of the </a:t>
          </a:r>
          <a:r>
            <a:rPr lang="en-GB" b="1" i="1" baseline="0"/>
            <a:t>HEAD</a:t>
          </a:r>
          <a:r>
            <a:rPr lang="en-GB" baseline="0"/>
            <a:t> pointer as a time machine that allows you to navigate and work within different points in your project's timeline.</a:t>
          </a:r>
          <a:endParaRPr lang="en-US"/>
        </a:p>
      </dgm:t>
    </dgm:pt>
    <dgm:pt modelId="{ACB5F999-5875-4D99-9173-56E9E5933D8A}" type="parTrans" cxnId="{139C26E8-D272-4F72-8382-426BEDDD0621}">
      <dgm:prSet/>
      <dgm:spPr/>
      <dgm:t>
        <a:bodyPr/>
        <a:lstStyle/>
        <a:p>
          <a:endParaRPr lang="en-US"/>
        </a:p>
      </dgm:t>
    </dgm:pt>
    <dgm:pt modelId="{B1D499C3-3B18-44A4-88D6-442046CA7BBF}" type="sibTrans" cxnId="{139C26E8-D272-4F72-8382-426BEDDD0621}">
      <dgm:prSet/>
      <dgm:spPr/>
      <dgm:t>
        <a:bodyPr/>
        <a:lstStyle/>
        <a:p>
          <a:endParaRPr lang="en-US"/>
        </a:p>
      </dgm:t>
    </dgm:pt>
    <dgm:pt modelId="{AB3F7762-6A7A-479A-A2F7-55481C7AD0C3}" type="pres">
      <dgm:prSet presAssocID="{DB64594E-4B14-4C5C-BF18-C051E49FC912}" presName="root" presStyleCnt="0">
        <dgm:presLayoutVars>
          <dgm:dir/>
          <dgm:resizeHandles val="exact"/>
        </dgm:presLayoutVars>
      </dgm:prSet>
      <dgm:spPr/>
    </dgm:pt>
    <dgm:pt modelId="{502F17DE-2022-4D46-8B79-234C6D5AC76C}" type="pres">
      <dgm:prSet presAssocID="{B0AC2355-EC24-49F8-8931-CEB0F4FE938E}" presName="compNode" presStyleCnt="0"/>
      <dgm:spPr/>
    </dgm:pt>
    <dgm:pt modelId="{F53DB938-1BFF-4266-B8E0-DBF27842E8E0}" type="pres">
      <dgm:prSet presAssocID="{B0AC2355-EC24-49F8-8931-CEB0F4FE938E}" presName="bgRect" presStyleLbl="bgShp" presStyleIdx="0" presStyleCnt="3"/>
      <dgm:spPr/>
    </dgm:pt>
    <dgm:pt modelId="{D48DB661-5E8F-4F05-AD8D-D69FBB68078F}" type="pres">
      <dgm:prSet presAssocID="{B0AC2355-EC24-49F8-8931-CEB0F4FE938E}"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ursor"/>
        </a:ext>
      </dgm:extLst>
    </dgm:pt>
    <dgm:pt modelId="{528B1B5C-1DA8-47C4-9BF1-55B96EBFC36A}" type="pres">
      <dgm:prSet presAssocID="{B0AC2355-EC24-49F8-8931-CEB0F4FE938E}" presName="spaceRect" presStyleCnt="0"/>
      <dgm:spPr/>
    </dgm:pt>
    <dgm:pt modelId="{389A3B4E-A0D3-46B0-8550-D2A9CE51EE1E}" type="pres">
      <dgm:prSet presAssocID="{B0AC2355-EC24-49F8-8931-CEB0F4FE938E}" presName="parTx" presStyleLbl="revTx" presStyleIdx="0" presStyleCnt="3">
        <dgm:presLayoutVars>
          <dgm:chMax val="0"/>
          <dgm:chPref val="0"/>
        </dgm:presLayoutVars>
      </dgm:prSet>
      <dgm:spPr/>
    </dgm:pt>
    <dgm:pt modelId="{9D28ADA3-4BC1-486F-B69D-DFCF40C45F65}" type="pres">
      <dgm:prSet presAssocID="{DE9A8E93-5001-4B01-87F5-1638B955F2A8}" presName="sibTrans" presStyleCnt="0"/>
      <dgm:spPr/>
    </dgm:pt>
    <dgm:pt modelId="{CA3F3EDF-BA02-4842-8489-C2A0BD7861FA}" type="pres">
      <dgm:prSet presAssocID="{CB6786E1-5190-4664-B46A-5D1AD5187B66}" presName="compNode" presStyleCnt="0"/>
      <dgm:spPr/>
    </dgm:pt>
    <dgm:pt modelId="{8024AB01-EBD4-453A-B2F2-264F5835BE5C}" type="pres">
      <dgm:prSet presAssocID="{CB6786E1-5190-4664-B46A-5D1AD5187B66}" presName="bgRect" presStyleLbl="bgShp" presStyleIdx="1" presStyleCnt="3"/>
      <dgm:spPr/>
    </dgm:pt>
    <dgm:pt modelId="{EA6B63A2-6706-4A42-A2F1-9616AE88DD2B}" type="pres">
      <dgm:prSet presAssocID="{CB6786E1-5190-4664-B46A-5D1AD5187B66}"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Flowchart"/>
        </a:ext>
      </dgm:extLst>
    </dgm:pt>
    <dgm:pt modelId="{98EA18AE-1724-4C2D-9CF3-F16B39464222}" type="pres">
      <dgm:prSet presAssocID="{CB6786E1-5190-4664-B46A-5D1AD5187B66}" presName="spaceRect" presStyleCnt="0"/>
      <dgm:spPr/>
    </dgm:pt>
    <dgm:pt modelId="{B11A4C2A-20BE-4308-81A0-8DF7D2AD5CAC}" type="pres">
      <dgm:prSet presAssocID="{CB6786E1-5190-4664-B46A-5D1AD5187B66}" presName="parTx" presStyleLbl="revTx" presStyleIdx="1" presStyleCnt="3">
        <dgm:presLayoutVars>
          <dgm:chMax val="0"/>
          <dgm:chPref val="0"/>
        </dgm:presLayoutVars>
      </dgm:prSet>
      <dgm:spPr/>
    </dgm:pt>
    <dgm:pt modelId="{FDB7C9F7-FDA0-4A48-A75A-31CCB556254B}" type="pres">
      <dgm:prSet presAssocID="{29B125EE-C6BF-42D9-BEEB-CDA911A7D370}" presName="sibTrans" presStyleCnt="0"/>
      <dgm:spPr/>
    </dgm:pt>
    <dgm:pt modelId="{47DF7B1A-0A4A-45E8-87AE-F900D095E970}" type="pres">
      <dgm:prSet presAssocID="{4DBD16AC-434F-4694-83DB-625B1619C8B8}" presName="compNode" presStyleCnt="0"/>
      <dgm:spPr/>
    </dgm:pt>
    <dgm:pt modelId="{A1DE1C2A-A359-4DE5-BC87-36B82A323ACC}" type="pres">
      <dgm:prSet presAssocID="{4DBD16AC-434F-4694-83DB-625B1619C8B8}" presName="bgRect" presStyleLbl="bgShp" presStyleIdx="2" presStyleCnt="3"/>
      <dgm:spPr/>
    </dgm:pt>
    <dgm:pt modelId="{090CF8E8-1900-4767-AD93-43F9C413D7BD}" type="pres">
      <dgm:prSet presAssocID="{4DBD16AC-434F-4694-83DB-625B1619C8B8}"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topwatch"/>
        </a:ext>
      </dgm:extLst>
    </dgm:pt>
    <dgm:pt modelId="{D5D46E67-9FF1-43B1-8663-34F76D164BF2}" type="pres">
      <dgm:prSet presAssocID="{4DBD16AC-434F-4694-83DB-625B1619C8B8}" presName="spaceRect" presStyleCnt="0"/>
      <dgm:spPr/>
    </dgm:pt>
    <dgm:pt modelId="{852F0EFF-FBA3-402F-91F0-D789BF6E8A25}" type="pres">
      <dgm:prSet presAssocID="{4DBD16AC-434F-4694-83DB-625B1619C8B8}" presName="parTx" presStyleLbl="revTx" presStyleIdx="2" presStyleCnt="3">
        <dgm:presLayoutVars>
          <dgm:chMax val="0"/>
          <dgm:chPref val="0"/>
        </dgm:presLayoutVars>
      </dgm:prSet>
      <dgm:spPr/>
    </dgm:pt>
  </dgm:ptLst>
  <dgm:cxnLst>
    <dgm:cxn modelId="{78B87101-5006-4C48-8F2A-A3752E47A1E1}" type="presOf" srcId="{B0AC2355-EC24-49F8-8931-CEB0F4FE938E}" destId="{389A3B4E-A0D3-46B0-8550-D2A9CE51EE1E}" srcOrd="0" destOrd="0" presId="urn:microsoft.com/office/officeart/2018/2/layout/IconVerticalSolidList"/>
    <dgm:cxn modelId="{549B9B23-1DD5-4FB7-849F-966AF353D555}" type="presOf" srcId="{DB64594E-4B14-4C5C-BF18-C051E49FC912}" destId="{AB3F7762-6A7A-479A-A2F7-55481C7AD0C3}" srcOrd="0" destOrd="0" presId="urn:microsoft.com/office/officeart/2018/2/layout/IconVerticalSolidList"/>
    <dgm:cxn modelId="{3D960B2F-3845-40C6-8023-E5FCFCF288EE}" type="presOf" srcId="{4DBD16AC-434F-4694-83DB-625B1619C8B8}" destId="{852F0EFF-FBA3-402F-91F0-D789BF6E8A25}" srcOrd="0" destOrd="0" presId="urn:microsoft.com/office/officeart/2018/2/layout/IconVerticalSolidList"/>
    <dgm:cxn modelId="{0D3E1A64-9C71-426B-8414-9FC14094E363}" srcId="{DB64594E-4B14-4C5C-BF18-C051E49FC912}" destId="{B0AC2355-EC24-49F8-8931-CEB0F4FE938E}" srcOrd="0" destOrd="0" parTransId="{C4DF2FF9-E7C6-4756-8EFC-F72CD533B4E5}" sibTransId="{DE9A8E93-5001-4B01-87F5-1638B955F2A8}"/>
    <dgm:cxn modelId="{1724404D-DA83-44A0-B6AD-4D1E430A7847}" srcId="{DB64594E-4B14-4C5C-BF18-C051E49FC912}" destId="{CB6786E1-5190-4664-B46A-5D1AD5187B66}" srcOrd="1" destOrd="0" parTransId="{4E8812C9-EC88-4EFA-93BD-9BB024D510F1}" sibTransId="{29B125EE-C6BF-42D9-BEEB-CDA911A7D370}"/>
    <dgm:cxn modelId="{F8D11CB1-BE80-4FD8-83CC-2FB934518CC5}" type="presOf" srcId="{CB6786E1-5190-4664-B46A-5D1AD5187B66}" destId="{B11A4C2A-20BE-4308-81A0-8DF7D2AD5CAC}" srcOrd="0" destOrd="0" presId="urn:microsoft.com/office/officeart/2018/2/layout/IconVerticalSolidList"/>
    <dgm:cxn modelId="{139C26E8-D272-4F72-8382-426BEDDD0621}" srcId="{DB64594E-4B14-4C5C-BF18-C051E49FC912}" destId="{4DBD16AC-434F-4694-83DB-625B1619C8B8}" srcOrd="2" destOrd="0" parTransId="{ACB5F999-5875-4D99-9173-56E9E5933D8A}" sibTransId="{B1D499C3-3B18-44A4-88D6-442046CA7BBF}"/>
    <dgm:cxn modelId="{F2855D3D-6537-4714-B62C-7A7639E14B67}" type="presParOf" srcId="{AB3F7762-6A7A-479A-A2F7-55481C7AD0C3}" destId="{502F17DE-2022-4D46-8B79-234C6D5AC76C}" srcOrd="0" destOrd="0" presId="urn:microsoft.com/office/officeart/2018/2/layout/IconVerticalSolidList"/>
    <dgm:cxn modelId="{5553B02C-1CC5-42F6-8184-F3DD50655121}" type="presParOf" srcId="{502F17DE-2022-4D46-8B79-234C6D5AC76C}" destId="{F53DB938-1BFF-4266-B8E0-DBF27842E8E0}" srcOrd="0" destOrd="0" presId="urn:microsoft.com/office/officeart/2018/2/layout/IconVerticalSolidList"/>
    <dgm:cxn modelId="{3F176C73-1DE2-4D4E-8409-B92A9EF55C28}" type="presParOf" srcId="{502F17DE-2022-4D46-8B79-234C6D5AC76C}" destId="{D48DB661-5E8F-4F05-AD8D-D69FBB68078F}" srcOrd="1" destOrd="0" presId="urn:microsoft.com/office/officeart/2018/2/layout/IconVerticalSolidList"/>
    <dgm:cxn modelId="{32910C1A-83F0-4713-8D99-244F7DE22087}" type="presParOf" srcId="{502F17DE-2022-4D46-8B79-234C6D5AC76C}" destId="{528B1B5C-1DA8-47C4-9BF1-55B96EBFC36A}" srcOrd="2" destOrd="0" presId="urn:microsoft.com/office/officeart/2018/2/layout/IconVerticalSolidList"/>
    <dgm:cxn modelId="{B6547C49-921F-4A31-A1E0-4167C21D0421}" type="presParOf" srcId="{502F17DE-2022-4D46-8B79-234C6D5AC76C}" destId="{389A3B4E-A0D3-46B0-8550-D2A9CE51EE1E}" srcOrd="3" destOrd="0" presId="urn:microsoft.com/office/officeart/2018/2/layout/IconVerticalSolidList"/>
    <dgm:cxn modelId="{6769860A-C06D-45B0-B907-80C72F056722}" type="presParOf" srcId="{AB3F7762-6A7A-479A-A2F7-55481C7AD0C3}" destId="{9D28ADA3-4BC1-486F-B69D-DFCF40C45F65}" srcOrd="1" destOrd="0" presId="urn:microsoft.com/office/officeart/2018/2/layout/IconVerticalSolidList"/>
    <dgm:cxn modelId="{7F8E9C1C-4D05-42F4-B2FC-70934D301FA8}" type="presParOf" srcId="{AB3F7762-6A7A-479A-A2F7-55481C7AD0C3}" destId="{CA3F3EDF-BA02-4842-8489-C2A0BD7861FA}" srcOrd="2" destOrd="0" presId="urn:microsoft.com/office/officeart/2018/2/layout/IconVerticalSolidList"/>
    <dgm:cxn modelId="{438CEDEC-9696-43A5-806E-869807A1E62C}" type="presParOf" srcId="{CA3F3EDF-BA02-4842-8489-C2A0BD7861FA}" destId="{8024AB01-EBD4-453A-B2F2-264F5835BE5C}" srcOrd="0" destOrd="0" presId="urn:microsoft.com/office/officeart/2018/2/layout/IconVerticalSolidList"/>
    <dgm:cxn modelId="{FA58A043-C08B-4676-AF34-1003770271FB}" type="presParOf" srcId="{CA3F3EDF-BA02-4842-8489-C2A0BD7861FA}" destId="{EA6B63A2-6706-4A42-A2F1-9616AE88DD2B}" srcOrd="1" destOrd="0" presId="urn:microsoft.com/office/officeart/2018/2/layout/IconVerticalSolidList"/>
    <dgm:cxn modelId="{E03B26F8-6E85-479A-A53E-C80C4CC59388}" type="presParOf" srcId="{CA3F3EDF-BA02-4842-8489-C2A0BD7861FA}" destId="{98EA18AE-1724-4C2D-9CF3-F16B39464222}" srcOrd="2" destOrd="0" presId="urn:microsoft.com/office/officeart/2018/2/layout/IconVerticalSolidList"/>
    <dgm:cxn modelId="{78D6D6C2-6458-4654-91D1-54D926B7A275}" type="presParOf" srcId="{CA3F3EDF-BA02-4842-8489-C2A0BD7861FA}" destId="{B11A4C2A-20BE-4308-81A0-8DF7D2AD5CAC}" srcOrd="3" destOrd="0" presId="urn:microsoft.com/office/officeart/2018/2/layout/IconVerticalSolidList"/>
    <dgm:cxn modelId="{5766168C-A14D-42ED-89D0-11B889B2E79F}" type="presParOf" srcId="{AB3F7762-6A7A-479A-A2F7-55481C7AD0C3}" destId="{FDB7C9F7-FDA0-4A48-A75A-31CCB556254B}" srcOrd="3" destOrd="0" presId="urn:microsoft.com/office/officeart/2018/2/layout/IconVerticalSolidList"/>
    <dgm:cxn modelId="{55385947-8A35-44CD-9596-48217700F6EB}" type="presParOf" srcId="{AB3F7762-6A7A-479A-A2F7-55481C7AD0C3}" destId="{47DF7B1A-0A4A-45E8-87AE-F900D095E970}" srcOrd="4" destOrd="0" presId="urn:microsoft.com/office/officeart/2018/2/layout/IconVerticalSolidList"/>
    <dgm:cxn modelId="{46B1D5DB-D88E-40B9-9986-B1154D89AD48}" type="presParOf" srcId="{47DF7B1A-0A4A-45E8-87AE-F900D095E970}" destId="{A1DE1C2A-A359-4DE5-BC87-36B82A323ACC}" srcOrd="0" destOrd="0" presId="urn:microsoft.com/office/officeart/2018/2/layout/IconVerticalSolidList"/>
    <dgm:cxn modelId="{0916C725-59DB-4F08-9211-8A62C82AE940}" type="presParOf" srcId="{47DF7B1A-0A4A-45E8-87AE-F900D095E970}" destId="{090CF8E8-1900-4767-AD93-43F9C413D7BD}" srcOrd="1" destOrd="0" presId="urn:microsoft.com/office/officeart/2018/2/layout/IconVerticalSolidList"/>
    <dgm:cxn modelId="{8AD0996C-5D37-45D4-A14F-B527A0ADB70B}" type="presParOf" srcId="{47DF7B1A-0A4A-45E8-87AE-F900D095E970}" destId="{D5D46E67-9FF1-43B1-8663-34F76D164BF2}" srcOrd="2" destOrd="0" presId="urn:microsoft.com/office/officeart/2018/2/layout/IconVerticalSolidList"/>
    <dgm:cxn modelId="{26ACE42E-1536-44E7-A3E5-ECAC438F9A9B}" type="presParOf" srcId="{47DF7B1A-0A4A-45E8-87AE-F900D095E970}" destId="{852F0EFF-FBA3-402F-91F0-D789BF6E8A25}"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4B2425E4-F0CA-438D-9A92-1BF5572C524A}"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0D99B1D5-4C07-42D9-9A77-E9AA1D8D3248}">
      <dgm:prSet/>
      <dgm:spPr/>
      <dgm:t>
        <a:bodyPr/>
        <a:lstStyle/>
        <a:p>
          <a:r>
            <a:rPr lang="en-GB" b="1" baseline="0"/>
            <a:t>Branch Switching: </a:t>
          </a:r>
          <a:r>
            <a:rPr lang="en-GB" baseline="0"/>
            <a:t>The </a:t>
          </a:r>
          <a:r>
            <a:rPr lang="en-GB" b="1" i="1" baseline="0"/>
            <a:t>git checkout </a:t>
          </a:r>
          <a:r>
            <a:rPr lang="en-GB" baseline="0"/>
            <a:t>command can be used to switch between branches, similar to the git switch command.</a:t>
          </a:r>
          <a:endParaRPr lang="en-US"/>
        </a:p>
      </dgm:t>
    </dgm:pt>
    <dgm:pt modelId="{07AB8C49-37C2-4C0F-BD0A-E3D4BC365441}" type="parTrans" cxnId="{86BC4725-1755-4F9B-B532-D04DA1252863}">
      <dgm:prSet/>
      <dgm:spPr/>
      <dgm:t>
        <a:bodyPr/>
        <a:lstStyle/>
        <a:p>
          <a:endParaRPr lang="en-US"/>
        </a:p>
      </dgm:t>
    </dgm:pt>
    <dgm:pt modelId="{E9FADC65-C919-418D-8AE3-214C2C1F3DC0}" type="sibTrans" cxnId="{86BC4725-1755-4F9B-B532-D04DA1252863}">
      <dgm:prSet/>
      <dgm:spPr/>
      <dgm:t>
        <a:bodyPr/>
        <a:lstStyle/>
        <a:p>
          <a:endParaRPr lang="en-US"/>
        </a:p>
      </dgm:t>
    </dgm:pt>
    <dgm:pt modelId="{88B94B87-5090-4B74-AA71-5CAD262C22A1}">
      <dgm:prSet/>
      <dgm:spPr/>
      <dgm:t>
        <a:bodyPr/>
        <a:lstStyle/>
        <a:p>
          <a:r>
            <a:rPr lang="en-GB" b="1" baseline="0"/>
            <a:t>Commit Navigation: </a:t>
          </a:r>
          <a:r>
            <a:rPr lang="en-GB" baseline="0"/>
            <a:t>You can use </a:t>
          </a:r>
          <a:r>
            <a:rPr lang="en-GB" b="1" i="1" baseline="0"/>
            <a:t>git checkout </a:t>
          </a:r>
          <a:r>
            <a:rPr lang="en-GB" baseline="0"/>
            <a:t>to navigate to any specific commit by providing its commit ID, allowing you to work on code from a previous point in time.</a:t>
          </a:r>
          <a:endParaRPr lang="en-US"/>
        </a:p>
      </dgm:t>
    </dgm:pt>
    <dgm:pt modelId="{C613A793-E61A-4858-ACCA-0F71E3ADA160}" type="parTrans" cxnId="{E16F37D8-EDDB-47A1-B9BA-1C6D428956E8}">
      <dgm:prSet/>
      <dgm:spPr/>
      <dgm:t>
        <a:bodyPr/>
        <a:lstStyle/>
        <a:p>
          <a:endParaRPr lang="en-US"/>
        </a:p>
      </dgm:t>
    </dgm:pt>
    <dgm:pt modelId="{C4C337CA-7C0B-462C-8485-31FB8AE7D064}" type="sibTrans" cxnId="{E16F37D8-EDDB-47A1-B9BA-1C6D428956E8}">
      <dgm:prSet/>
      <dgm:spPr/>
      <dgm:t>
        <a:bodyPr/>
        <a:lstStyle/>
        <a:p>
          <a:endParaRPr lang="en-US"/>
        </a:p>
      </dgm:t>
    </dgm:pt>
    <dgm:pt modelId="{4D23216D-A604-4F8C-8BC0-10D383DF994A}">
      <dgm:prSet/>
      <dgm:spPr/>
      <dgm:t>
        <a:bodyPr/>
        <a:lstStyle/>
        <a:p>
          <a:r>
            <a:rPr lang="en-GB" b="1" baseline="0"/>
            <a:t>Interchangeability: </a:t>
          </a:r>
          <a:r>
            <a:rPr lang="en-GB" baseline="0"/>
            <a:t>While </a:t>
          </a:r>
          <a:r>
            <a:rPr lang="en-GB" b="1" i="1" baseline="0"/>
            <a:t>git switch </a:t>
          </a:r>
          <a:r>
            <a:rPr lang="en-GB" baseline="0"/>
            <a:t>is a newer command, </a:t>
          </a:r>
          <a:r>
            <a:rPr lang="en-GB" b="1" i="1" baseline="0"/>
            <a:t>git checkout </a:t>
          </a:r>
          <a:r>
            <a:rPr lang="en-GB" baseline="0"/>
            <a:t>is still commonly used in documentation and tutorials for branch switching, and both commands are interchangeable for this purpose.</a:t>
          </a:r>
          <a:endParaRPr lang="en-US"/>
        </a:p>
      </dgm:t>
    </dgm:pt>
    <dgm:pt modelId="{6839C82D-5142-42B1-A49D-2DAD09F508F1}" type="parTrans" cxnId="{20242278-04A9-4B8A-AF9A-2E32A8750DFB}">
      <dgm:prSet/>
      <dgm:spPr/>
      <dgm:t>
        <a:bodyPr/>
        <a:lstStyle/>
        <a:p>
          <a:endParaRPr lang="en-US"/>
        </a:p>
      </dgm:t>
    </dgm:pt>
    <dgm:pt modelId="{E412D07C-AD8C-4A24-83DB-7A586EFBDD3A}" type="sibTrans" cxnId="{20242278-04A9-4B8A-AF9A-2E32A8750DFB}">
      <dgm:prSet/>
      <dgm:spPr/>
      <dgm:t>
        <a:bodyPr/>
        <a:lstStyle/>
        <a:p>
          <a:endParaRPr lang="en-US"/>
        </a:p>
      </dgm:t>
    </dgm:pt>
    <dgm:pt modelId="{D0C946F1-62D9-4375-A2D0-7801E30FBA5F}" type="pres">
      <dgm:prSet presAssocID="{4B2425E4-F0CA-438D-9A92-1BF5572C524A}" presName="root" presStyleCnt="0">
        <dgm:presLayoutVars>
          <dgm:dir/>
          <dgm:resizeHandles val="exact"/>
        </dgm:presLayoutVars>
      </dgm:prSet>
      <dgm:spPr/>
    </dgm:pt>
    <dgm:pt modelId="{564FE94E-4792-41CC-8FAF-1B7D720F3ADB}" type="pres">
      <dgm:prSet presAssocID="{0D99B1D5-4C07-42D9-9A77-E9AA1D8D3248}" presName="compNode" presStyleCnt="0"/>
      <dgm:spPr/>
    </dgm:pt>
    <dgm:pt modelId="{D6C69310-E6FB-49B6-BCB4-987E9D6AA9BB}" type="pres">
      <dgm:prSet presAssocID="{0D99B1D5-4C07-42D9-9A77-E9AA1D8D3248}" presName="bgRect" presStyleLbl="bgShp" presStyleIdx="0" presStyleCnt="3"/>
      <dgm:spPr/>
    </dgm:pt>
    <dgm:pt modelId="{6B630B8F-F8AB-489D-9D80-2F30C6F106C8}" type="pres">
      <dgm:prSet presAssocID="{0D99B1D5-4C07-42D9-9A77-E9AA1D8D3248}"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Flowchart"/>
        </a:ext>
      </dgm:extLst>
    </dgm:pt>
    <dgm:pt modelId="{34C5A5FE-EBCD-4F65-95D9-2195CD1F28FF}" type="pres">
      <dgm:prSet presAssocID="{0D99B1D5-4C07-42D9-9A77-E9AA1D8D3248}" presName="spaceRect" presStyleCnt="0"/>
      <dgm:spPr/>
    </dgm:pt>
    <dgm:pt modelId="{913FBE21-6805-4B7F-9768-379E7B0776DA}" type="pres">
      <dgm:prSet presAssocID="{0D99B1D5-4C07-42D9-9A77-E9AA1D8D3248}" presName="parTx" presStyleLbl="revTx" presStyleIdx="0" presStyleCnt="3">
        <dgm:presLayoutVars>
          <dgm:chMax val="0"/>
          <dgm:chPref val="0"/>
        </dgm:presLayoutVars>
      </dgm:prSet>
      <dgm:spPr/>
    </dgm:pt>
    <dgm:pt modelId="{CDF76E1E-6F48-4AA1-8791-5656E65E9AB2}" type="pres">
      <dgm:prSet presAssocID="{E9FADC65-C919-418D-8AE3-214C2C1F3DC0}" presName="sibTrans" presStyleCnt="0"/>
      <dgm:spPr/>
    </dgm:pt>
    <dgm:pt modelId="{DA68E4AC-A34D-4494-A3FB-F47825FC9F36}" type="pres">
      <dgm:prSet presAssocID="{88B94B87-5090-4B74-AA71-5CAD262C22A1}" presName="compNode" presStyleCnt="0"/>
      <dgm:spPr/>
    </dgm:pt>
    <dgm:pt modelId="{FD3A3BF4-0313-41AB-B6BE-D1F9143569F7}" type="pres">
      <dgm:prSet presAssocID="{88B94B87-5090-4B74-AA71-5CAD262C22A1}" presName="bgRect" presStyleLbl="bgShp" presStyleIdx="1" presStyleCnt="3"/>
      <dgm:spPr/>
    </dgm:pt>
    <dgm:pt modelId="{E7CF8760-4C5E-47BE-A59E-C8D0DBEF6232}" type="pres">
      <dgm:prSet presAssocID="{88B94B87-5090-4B74-AA71-5CAD262C22A1}"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ompass"/>
        </a:ext>
      </dgm:extLst>
    </dgm:pt>
    <dgm:pt modelId="{9BA9030A-08E6-405F-AF3D-E1B9BCAEF056}" type="pres">
      <dgm:prSet presAssocID="{88B94B87-5090-4B74-AA71-5CAD262C22A1}" presName="spaceRect" presStyleCnt="0"/>
      <dgm:spPr/>
    </dgm:pt>
    <dgm:pt modelId="{1BEBFA7E-C16F-4FAC-AB15-849A7836534E}" type="pres">
      <dgm:prSet presAssocID="{88B94B87-5090-4B74-AA71-5CAD262C22A1}" presName="parTx" presStyleLbl="revTx" presStyleIdx="1" presStyleCnt="3">
        <dgm:presLayoutVars>
          <dgm:chMax val="0"/>
          <dgm:chPref val="0"/>
        </dgm:presLayoutVars>
      </dgm:prSet>
      <dgm:spPr/>
    </dgm:pt>
    <dgm:pt modelId="{EFF0B7D6-E07E-4AAE-BE6A-8BD2724BF68F}" type="pres">
      <dgm:prSet presAssocID="{C4C337CA-7C0B-462C-8485-31FB8AE7D064}" presName="sibTrans" presStyleCnt="0"/>
      <dgm:spPr/>
    </dgm:pt>
    <dgm:pt modelId="{42DFA8D3-E673-425C-880E-F62A2F60C521}" type="pres">
      <dgm:prSet presAssocID="{4D23216D-A604-4F8C-8BC0-10D383DF994A}" presName="compNode" presStyleCnt="0"/>
      <dgm:spPr/>
    </dgm:pt>
    <dgm:pt modelId="{EA866F66-D0B5-47F8-849B-C0438853C603}" type="pres">
      <dgm:prSet presAssocID="{4D23216D-A604-4F8C-8BC0-10D383DF994A}" presName="bgRect" presStyleLbl="bgShp" presStyleIdx="2" presStyleCnt="3"/>
      <dgm:spPr/>
    </dgm:pt>
    <dgm:pt modelId="{11535842-46DF-4D87-A1C1-72E89BB5D07E}" type="pres">
      <dgm:prSet presAssocID="{4D23216D-A604-4F8C-8BC0-10D383DF994A}"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Web Design"/>
        </a:ext>
      </dgm:extLst>
    </dgm:pt>
    <dgm:pt modelId="{AA0B75DE-D5DA-4FE1-B205-B19CBB31313B}" type="pres">
      <dgm:prSet presAssocID="{4D23216D-A604-4F8C-8BC0-10D383DF994A}" presName="spaceRect" presStyleCnt="0"/>
      <dgm:spPr/>
    </dgm:pt>
    <dgm:pt modelId="{5B14F541-3F28-458C-B3A3-A266DD2BE938}" type="pres">
      <dgm:prSet presAssocID="{4D23216D-A604-4F8C-8BC0-10D383DF994A}" presName="parTx" presStyleLbl="revTx" presStyleIdx="2" presStyleCnt="3">
        <dgm:presLayoutVars>
          <dgm:chMax val="0"/>
          <dgm:chPref val="0"/>
        </dgm:presLayoutVars>
      </dgm:prSet>
      <dgm:spPr/>
    </dgm:pt>
  </dgm:ptLst>
  <dgm:cxnLst>
    <dgm:cxn modelId="{86BC4725-1755-4F9B-B532-D04DA1252863}" srcId="{4B2425E4-F0CA-438D-9A92-1BF5572C524A}" destId="{0D99B1D5-4C07-42D9-9A77-E9AA1D8D3248}" srcOrd="0" destOrd="0" parTransId="{07AB8C49-37C2-4C0F-BD0A-E3D4BC365441}" sibTransId="{E9FADC65-C919-418D-8AE3-214C2C1F3DC0}"/>
    <dgm:cxn modelId="{CFB4CA72-9FF3-4832-A421-6AB962F88687}" type="presOf" srcId="{0D99B1D5-4C07-42D9-9A77-E9AA1D8D3248}" destId="{913FBE21-6805-4B7F-9768-379E7B0776DA}" srcOrd="0" destOrd="0" presId="urn:microsoft.com/office/officeart/2018/2/layout/IconVerticalSolidList"/>
    <dgm:cxn modelId="{20242278-04A9-4B8A-AF9A-2E32A8750DFB}" srcId="{4B2425E4-F0CA-438D-9A92-1BF5572C524A}" destId="{4D23216D-A604-4F8C-8BC0-10D383DF994A}" srcOrd="2" destOrd="0" parTransId="{6839C82D-5142-42B1-A49D-2DAD09F508F1}" sibTransId="{E412D07C-AD8C-4A24-83DB-7A586EFBDD3A}"/>
    <dgm:cxn modelId="{15E2AD8A-F968-4ED4-BDAF-8AAD63CD8961}" type="presOf" srcId="{4B2425E4-F0CA-438D-9A92-1BF5572C524A}" destId="{D0C946F1-62D9-4375-A2D0-7801E30FBA5F}" srcOrd="0" destOrd="0" presId="urn:microsoft.com/office/officeart/2018/2/layout/IconVerticalSolidList"/>
    <dgm:cxn modelId="{F367EFAF-8D23-48F3-8C3D-162FCD8C1EEA}" type="presOf" srcId="{4D23216D-A604-4F8C-8BC0-10D383DF994A}" destId="{5B14F541-3F28-458C-B3A3-A266DD2BE938}" srcOrd="0" destOrd="0" presId="urn:microsoft.com/office/officeart/2018/2/layout/IconVerticalSolidList"/>
    <dgm:cxn modelId="{3F1501B2-9D41-4B88-A60F-3A82E617BDE1}" type="presOf" srcId="{88B94B87-5090-4B74-AA71-5CAD262C22A1}" destId="{1BEBFA7E-C16F-4FAC-AB15-849A7836534E}" srcOrd="0" destOrd="0" presId="urn:microsoft.com/office/officeart/2018/2/layout/IconVerticalSolidList"/>
    <dgm:cxn modelId="{E16F37D8-EDDB-47A1-B9BA-1C6D428956E8}" srcId="{4B2425E4-F0CA-438D-9A92-1BF5572C524A}" destId="{88B94B87-5090-4B74-AA71-5CAD262C22A1}" srcOrd="1" destOrd="0" parTransId="{C613A793-E61A-4858-ACCA-0F71E3ADA160}" sibTransId="{C4C337CA-7C0B-462C-8485-31FB8AE7D064}"/>
    <dgm:cxn modelId="{34257CE2-9F59-4B12-A7EB-DCEF23E23033}" type="presParOf" srcId="{D0C946F1-62D9-4375-A2D0-7801E30FBA5F}" destId="{564FE94E-4792-41CC-8FAF-1B7D720F3ADB}" srcOrd="0" destOrd="0" presId="urn:microsoft.com/office/officeart/2018/2/layout/IconVerticalSolidList"/>
    <dgm:cxn modelId="{3B5D33AC-F886-40DC-9735-664AD75E0152}" type="presParOf" srcId="{564FE94E-4792-41CC-8FAF-1B7D720F3ADB}" destId="{D6C69310-E6FB-49B6-BCB4-987E9D6AA9BB}" srcOrd="0" destOrd="0" presId="urn:microsoft.com/office/officeart/2018/2/layout/IconVerticalSolidList"/>
    <dgm:cxn modelId="{2887C36E-F69B-426E-8125-1020BA46D8CA}" type="presParOf" srcId="{564FE94E-4792-41CC-8FAF-1B7D720F3ADB}" destId="{6B630B8F-F8AB-489D-9D80-2F30C6F106C8}" srcOrd="1" destOrd="0" presId="urn:microsoft.com/office/officeart/2018/2/layout/IconVerticalSolidList"/>
    <dgm:cxn modelId="{2B7D155D-FBCD-4E09-A9C2-9533BB2C2FAD}" type="presParOf" srcId="{564FE94E-4792-41CC-8FAF-1B7D720F3ADB}" destId="{34C5A5FE-EBCD-4F65-95D9-2195CD1F28FF}" srcOrd="2" destOrd="0" presId="urn:microsoft.com/office/officeart/2018/2/layout/IconVerticalSolidList"/>
    <dgm:cxn modelId="{EE5DEEEF-F5B6-4C5A-BBB5-539089C3E1C7}" type="presParOf" srcId="{564FE94E-4792-41CC-8FAF-1B7D720F3ADB}" destId="{913FBE21-6805-4B7F-9768-379E7B0776DA}" srcOrd="3" destOrd="0" presId="urn:microsoft.com/office/officeart/2018/2/layout/IconVerticalSolidList"/>
    <dgm:cxn modelId="{235AC61D-0D3F-4103-9812-C0E36B9AAB82}" type="presParOf" srcId="{D0C946F1-62D9-4375-A2D0-7801E30FBA5F}" destId="{CDF76E1E-6F48-4AA1-8791-5656E65E9AB2}" srcOrd="1" destOrd="0" presId="urn:microsoft.com/office/officeart/2018/2/layout/IconVerticalSolidList"/>
    <dgm:cxn modelId="{CF12F806-3FF0-4994-907E-553C9369E9FE}" type="presParOf" srcId="{D0C946F1-62D9-4375-A2D0-7801E30FBA5F}" destId="{DA68E4AC-A34D-4494-A3FB-F47825FC9F36}" srcOrd="2" destOrd="0" presId="urn:microsoft.com/office/officeart/2018/2/layout/IconVerticalSolidList"/>
    <dgm:cxn modelId="{70732423-DA91-4D6E-8819-8AC59F5707D8}" type="presParOf" srcId="{DA68E4AC-A34D-4494-A3FB-F47825FC9F36}" destId="{FD3A3BF4-0313-41AB-B6BE-D1F9143569F7}" srcOrd="0" destOrd="0" presId="urn:microsoft.com/office/officeart/2018/2/layout/IconVerticalSolidList"/>
    <dgm:cxn modelId="{A2587924-BD54-44A9-97EB-A3281FFB5848}" type="presParOf" srcId="{DA68E4AC-A34D-4494-A3FB-F47825FC9F36}" destId="{E7CF8760-4C5E-47BE-A59E-C8D0DBEF6232}" srcOrd="1" destOrd="0" presId="urn:microsoft.com/office/officeart/2018/2/layout/IconVerticalSolidList"/>
    <dgm:cxn modelId="{43FF0FD5-2621-4EAD-B261-1941AF8727E7}" type="presParOf" srcId="{DA68E4AC-A34D-4494-A3FB-F47825FC9F36}" destId="{9BA9030A-08E6-405F-AF3D-E1B9BCAEF056}" srcOrd="2" destOrd="0" presId="urn:microsoft.com/office/officeart/2018/2/layout/IconVerticalSolidList"/>
    <dgm:cxn modelId="{A0B88455-E399-4D85-936D-2F5FC77DCC42}" type="presParOf" srcId="{DA68E4AC-A34D-4494-A3FB-F47825FC9F36}" destId="{1BEBFA7E-C16F-4FAC-AB15-849A7836534E}" srcOrd="3" destOrd="0" presId="urn:microsoft.com/office/officeart/2018/2/layout/IconVerticalSolidList"/>
    <dgm:cxn modelId="{A39C54F5-A9AE-4C71-9554-889BDC899FD2}" type="presParOf" srcId="{D0C946F1-62D9-4375-A2D0-7801E30FBA5F}" destId="{EFF0B7D6-E07E-4AAE-BE6A-8BD2724BF68F}" srcOrd="3" destOrd="0" presId="urn:microsoft.com/office/officeart/2018/2/layout/IconVerticalSolidList"/>
    <dgm:cxn modelId="{D8BE156A-56A7-4572-9708-A7ED9A5A1AA7}" type="presParOf" srcId="{D0C946F1-62D9-4375-A2D0-7801E30FBA5F}" destId="{42DFA8D3-E673-425C-880E-F62A2F60C521}" srcOrd="4" destOrd="0" presId="urn:microsoft.com/office/officeart/2018/2/layout/IconVerticalSolidList"/>
    <dgm:cxn modelId="{32FC0324-5794-4376-94CE-803A601DCC99}" type="presParOf" srcId="{42DFA8D3-E673-425C-880E-F62A2F60C521}" destId="{EA866F66-D0B5-47F8-849B-C0438853C603}" srcOrd="0" destOrd="0" presId="urn:microsoft.com/office/officeart/2018/2/layout/IconVerticalSolidList"/>
    <dgm:cxn modelId="{BBCB9F25-9779-4446-92CB-7B0B42E0D6BF}" type="presParOf" srcId="{42DFA8D3-E673-425C-880E-F62A2F60C521}" destId="{11535842-46DF-4D87-A1C1-72E89BB5D07E}" srcOrd="1" destOrd="0" presId="urn:microsoft.com/office/officeart/2018/2/layout/IconVerticalSolidList"/>
    <dgm:cxn modelId="{10F08269-BEE3-4A76-AC4A-4D741E6390DC}" type="presParOf" srcId="{42DFA8D3-E673-425C-880E-F62A2F60C521}" destId="{AA0B75DE-D5DA-4FE1-B205-B19CBB31313B}" srcOrd="2" destOrd="0" presId="urn:microsoft.com/office/officeart/2018/2/layout/IconVerticalSolidList"/>
    <dgm:cxn modelId="{3991B4E7-F7D4-49C1-9C0B-FE9AF24E81B8}" type="presParOf" srcId="{42DFA8D3-E673-425C-880E-F62A2F60C521}" destId="{5B14F541-3F28-458C-B3A3-A266DD2BE938}"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DF3903BF-A480-42B4-8D11-57811397A2CE}" type="doc">
      <dgm:prSet loTypeId="urn:microsoft.com/office/officeart/2016/7/layout/VerticalSolidActionList" loCatId="List" qsTypeId="urn:microsoft.com/office/officeart/2005/8/quickstyle/simple1" qsCatId="simple" csTypeId="urn:microsoft.com/office/officeart/2005/8/colors/accent1_2" csCatId="accent1"/>
      <dgm:spPr/>
      <dgm:t>
        <a:bodyPr/>
        <a:lstStyle/>
        <a:p>
          <a:endParaRPr lang="en-US"/>
        </a:p>
      </dgm:t>
    </dgm:pt>
    <dgm:pt modelId="{3917BAE4-99EB-4BAE-8F73-096EBD0F8645}">
      <dgm:prSet/>
      <dgm:spPr/>
      <dgm:t>
        <a:bodyPr/>
        <a:lstStyle/>
        <a:p>
          <a:r>
            <a:rPr lang="en-US"/>
            <a:t>Switching</a:t>
          </a:r>
        </a:p>
      </dgm:t>
    </dgm:pt>
    <dgm:pt modelId="{4FEEFD96-F0EB-40BD-947F-384B162767B1}" type="parTrans" cxnId="{ED205FDD-8AD0-41C3-A016-217457514FDE}">
      <dgm:prSet/>
      <dgm:spPr/>
      <dgm:t>
        <a:bodyPr/>
        <a:lstStyle/>
        <a:p>
          <a:endParaRPr lang="en-US"/>
        </a:p>
      </dgm:t>
    </dgm:pt>
    <dgm:pt modelId="{B24A412E-63DB-418E-BE85-C412D849B1B7}" type="sibTrans" cxnId="{ED205FDD-8AD0-41C3-A016-217457514FDE}">
      <dgm:prSet/>
      <dgm:spPr/>
      <dgm:t>
        <a:bodyPr/>
        <a:lstStyle/>
        <a:p>
          <a:endParaRPr lang="en-US"/>
        </a:p>
      </dgm:t>
    </dgm:pt>
    <dgm:pt modelId="{2A87FD56-8C4D-4226-96D4-67EAA9108BF0}">
      <dgm:prSet/>
      <dgm:spPr/>
      <dgm:t>
        <a:bodyPr/>
        <a:lstStyle/>
        <a:p>
          <a:r>
            <a:rPr lang="en-US"/>
            <a:t>Switching Branches: The git switch command allows you to move between different branches in your project.</a:t>
          </a:r>
        </a:p>
      </dgm:t>
    </dgm:pt>
    <dgm:pt modelId="{78E2F111-CDA7-48E3-B729-3A22F7187EBD}" type="parTrans" cxnId="{5E15B184-38A2-4147-8CD1-56E3D015A9B9}">
      <dgm:prSet/>
      <dgm:spPr/>
      <dgm:t>
        <a:bodyPr/>
        <a:lstStyle/>
        <a:p>
          <a:endParaRPr lang="en-US"/>
        </a:p>
      </dgm:t>
    </dgm:pt>
    <dgm:pt modelId="{6E7844F2-15C0-4F50-9F28-377DE74AE8DA}" type="sibTrans" cxnId="{5E15B184-38A2-4147-8CD1-56E3D015A9B9}">
      <dgm:prSet/>
      <dgm:spPr/>
      <dgm:t>
        <a:bodyPr/>
        <a:lstStyle/>
        <a:p>
          <a:endParaRPr lang="en-US"/>
        </a:p>
      </dgm:t>
    </dgm:pt>
    <dgm:pt modelId="{B130B8D3-A3BF-4EDC-A170-024A9803C3AF}">
      <dgm:prSet/>
      <dgm:spPr/>
      <dgm:t>
        <a:bodyPr/>
        <a:lstStyle/>
        <a:p>
          <a:r>
            <a:rPr lang="en-US"/>
            <a:t>Handling</a:t>
          </a:r>
        </a:p>
      </dgm:t>
    </dgm:pt>
    <dgm:pt modelId="{E97BA399-D441-49CC-86AB-D457CF2E2778}" type="parTrans" cxnId="{FA7D76C6-E5CF-4B83-A41E-CC36D04CE61E}">
      <dgm:prSet/>
      <dgm:spPr/>
      <dgm:t>
        <a:bodyPr/>
        <a:lstStyle/>
        <a:p>
          <a:endParaRPr lang="en-US"/>
        </a:p>
      </dgm:t>
    </dgm:pt>
    <dgm:pt modelId="{0953CC37-0EA4-4D45-96EF-4485D0D03968}" type="sibTrans" cxnId="{FA7D76C6-E5CF-4B83-A41E-CC36D04CE61E}">
      <dgm:prSet/>
      <dgm:spPr/>
      <dgm:t>
        <a:bodyPr/>
        <a:lstStyle/>
        <a:p>
          <a:endParaRPr lang="en-US"/>
        </a:p>
      </dgm:t>
    </dgm:pt>
    <dgm:pt modelId="{9A01C173-05B9-441A-A762-36B76FE4F6F5}">
      <dgm:prSet/>
      <dgm:spPr/>
      <dgm:t>
        <a:bodyPr/>
        <a:lstStyle/>
        <a:p>
          <a:r>
            <a:rPr lang="en-US"/>
            <a:t>Conflict Handling: If there are uncommitted changes that conflict with the branch you're switching to, Git will abort the switch to prevent data loss.</a:t>
          </a:r>
        </a:p>
      </dgm:t>
    </dgm:pt>
    <dgm:pt modelId="{2E036C3C-1BAD-4A23-B0DC-A7F968EB5A41}" type="parTrans" cxnId="{E24F8653-63DF-4560-982A-74476250B942}">
      <dgm:prSet/>
      <dgm:spPr/>
      <dgm:t>
        <a:bodyPr/>
        <a:lstStyle/>
        <a:p>
          <a:endParaRPr lang="en-US"/>
        </a:p>
      </dgm:t>
    </dgm:pt>
    <dgm:pt modelId="{2CA9037E-EB8D-43E0-8F59-ECE4BA1E45DC}" type="sibTrans" cxnId="{E24F8653-63DF-4560-982A-74476250B942}">
      <dgm:prSet/>
      <dgm:spPr/>
      <dgm:t>
        <a:bodyPr/>
        <a:lstStyle/>
        <a:p>
          <a:endParaRPr lang="en-US"/>
        </a:p>
      </dgm:t>
    </dgm:pt>
    <dgm:pt modelId="{F773F638-C8B8-4DE0-8CCF-EE202DCDB58A}">
      <dgm:prSet/>
      <dgm:spPr/>
      <dgm:t>
        <a:bodyPr/>
        <a:lstStyle/>
        <a:p>
          <a:r>
            <a:rPr lang="en-US"/>
            <a:t>Resolving</a:t>
          </a:r>
        </a:p>
      </dgm:t>
    </dgm:pt>
    <dgm:pt modelId="{114620A1-4800-46AC-9168-D4A434243051}" type="parTrans" cxnId="{1B956112-77D8-4536-B78D-E09C1EA1B087}">
      <dgm:prSet/>
      <dgm:spPr/>
      <dgm:t>
        <a:bodyPr/>
        <a:lstStyle/>
        <a:p>
          <a:endParaRPr lang="en-US"/>
        </a:p>
      </dgm:t>
    </dgm:pt>
    <dgm:pt modelId="{F2ED0874-4160-4BE4-9C99-428BD2C2A059}" type="sibTrans" cxnId="{1B956112-77D8-4536-B78D-E09C1EA1B087}">
      <dgm:prSet/>
      <dgm:spPr/>
      <dgm:t>
        <a:bodyPr/>
        <a:lstStyle/>
        <a:p>
          <a:endParaRPr lang="en-US"/>
        </a:p>
      </dgm:t>
    </dgm:pt>
    <dgm:pt modelId="{C4E9612A-5A33-4450-AD3D-2C616F0FACB6}">
      <dgm:prSet/>
      <dgm:spPr/>
      <dgm:t>
        <a:bodyPr/>
        <a:lstStyle/>
        <a:p>
          <a:r>
            <a:rPr lang="en-US"/>
            <a:t>Resolving Conflicts: To resolve conflicts, commit your changes on the current branch before attempting to switch to another branch.</a:t>
          </a:r>
        </a:p>
      </dgm:t>
    </dgm:pt>
    <dgm:pt modelId="{4CEA6336-4157-419A-9C3D-2EE813C7416D}" type="parTrans" cxnId="{0FCD4DDD-5745-4F85-A03F-7906B97F4CCA}">
      <dgm:prSet/>
      <dgm:spPr/>
      <dgm:t>
        <a:bodyPr/>
        <a:lstStyle/>
        <a:p>
          <a:endParaRPr lang="en-US"/>
        </a:p>
      </dgm:t>
    </dgm:pt>
    <dgm:pt modelId="{A720ED5F-F1E8-4E45-800A-B7E0A0E6FE79}" type="sibTrans" cxnId="{0FCD4DDD-5745-4F85-A03F-7906B97F4CCA}">
      <dgm:prSet/>
      <dgm:spPr/>
      <dgm:t>
        <a:bodyPr/>
        <a:lstStyle/>
        <a:p>
          <a:endParaRPr lang="en-US"/>
        </a:p>
      </dgm:t>
    </dgm:pt>
    <dgm:pt modelId="{C2263021-BC30-42B9-9D8C-3A5FAF597C66}" type="pres">
      <dgm:prSet presAssocID="{DF3903BF-A480-42B4-8D11-57811397A2CE}" presName="Name0" presStyleCnt="0">
        <dgm:presLayoutVars>
          <dgm:dir/>
          <dgm:animLvl val="lvl"/>
          <dgm:resizeHandles val="exact"/>
        </dgm:presLayoutVars>
      </dgm:prSet>
      <dgm:spPr/>
    </dgm:pt>
    <dgm:pt modelId="{A2765CCB-E6CC-4D98-9BE6-939898466EB3}" type="pres">
      <dgm:prSet presAssocID="{3917BAE4-99EB-4BAE-8F73-096EBD0F8645}" presName="linNode" presStyleCnt="0"/>
      <dgm:spPr/>
    </dgm:pt>
    <dgm:pt modelId="{53464530-630E-4C45-81D8-8FC95453AD1B}" type="pres">
      <dgm:prSet presAssocID="{3917BAE4-99EB-4BAE-8F73-096EBD0F8645}" presName="parentText" presStyleLbl="alignNode1" presStyleIdx="0" presStyleCnt="3">
        <dgm:presLayoutVars>
          <dgm:chMax val="1"/>
          <dgm:bulletEnabled/>
        </dgm:presLayoutVars>
      </dgm:prSet>
      <dgm:spPr/>
    </dgm:pt>
    <dgm:pt modelId="{EBDAD71C-0A4D-4575-B4C7-443971078A96}" type="pres">
      <dgm:prSet presAssocID="{3917BAE4-99EB-4BAE-8F73-096EBD0F8645}" presName="descendantText" presStyleLbl="alignAccFollowNode1" presStyleIdx="0" presStyleCnt="3">
        <dgm:presLayoutVars>
          <dgm:bulletEnabled/>
        </dgm:presLayoutVars>
      </dgm:prSet>
      <dgm:spPr/>
    </dgm:pt>
    <dgm:pt modelId="{1D175306-0D1D-4471-ADE3-00FC27B9F708}" type="pres">
      <dgm:prSet presAssocID="{B24A412E-63DB-418E-BE85-C412D849B1B7}" presName="sp" presStyleCnt="0"/>
      <dgm:spPr/>
    </dgm:pt>
    <dgm:pt modelId="{5127CC74-DEE2-4ED8-9E0D-DDFA15EBD791}" type="pres">
      <dgm:prSet presAssocID="{B130B8D3-A3BF-4EDC-A170-024A9803C3AF}" presName="linNode" presStyleCnt="0"/>
      <dgm:spPr/>
    </dgm:pt>
    <dgm:pt modelId="{B316BBFF-8E53-48C7-8D60-778D157DF9D2}" type="pres">
      <dgm:prSet presAssocID="{B130B8D3-A3BF-4EDC-A170-024A9803C3AF}" presName="parentText" presStyleLbl="alignNode1" presStyleIdx="1" presStyleCnt="3">
        <dgm:presLayoutVars>
          <dgm:chMax val="1"/>
          <dgm:bulletEnabled/>
        </dgm:presLayoutVars>
      </dgm:prSet>
      <dgm:spPr/>
    </dgm:pt>
    <dgm:pt modelId="{6AF68408-E011-4DDF-A0FC-5B0FDE2A5930}" type="pres">
      <dgm:prSet presAssocID="{B130B8D3-A3BF-4EDC-A170-024A9803C3AF}" presName="descendantText" presStyleLbl="alignAccFollowNode1" presStyleIdx="1" presStyleCnt="3">
        <dgm:presLayoutVars>
          <dgm:bulletEnabled/>
        </dgm:presLayoutVars>
      </dgm:prSet>
      <dgm:spPr/>
    </dgm:pt>
    <dgm:pt modelId="{04197CE2-4E23-4115-B907-D3F3A7CE82DB}" type="pres">
      <dgm:prSet presAssocID="{0953CC37-0EA4-4D45-96EF-4485D0D03968}" presName="sp" presStyleCnt="0"/>
      <dgm:spPr/>
    </dgm:pt>
    <dgm:pt modelId="{C9336E24-F505-48A4-AA50-7FC30368C195}" type="pres">
      <dgm:prSet presAssocID="{F773F638-C8B8-4DE0-8CCF-EE202DCDB58A}" presName="linNode" presStyleCnt="0"/>
      <dgm:spPr/>
    </dgm:pt>
    <dgm:pt modelId="{893A6FFF-133A-4273-A93C-FD949B3B74CF}" type="pres">
      <dgm:prSet presAssocID="{F773F638-C8B8-4DE0-8CCF-EE202DCDB58A}" presName="parentText" presStyleLbl="alignNode1" presStyleIdx="2" presStyleCnt="3">
        <dgm:presLayoutVars>
          <dgm:chMax val="1"/>
          <dgm:bulletEnabled/>
        </dgm:presLayoutVars>
      </dgm:prSet>
      <dgm:spPr/>
    </dgm:pt>
    <dgm:pt modelId="{792659A0-54B6-48C8-BAE2-F8D060695F95}" type="pres">
      <dgm:prSet presAssocID="{F773F638-C8B8-4DE0-8CCF-EE202DCDB58A}" presName="descendantText" presStyleLbl="alignAccFollowNode1" presStyleIdx="2" presStyleCnt="3">
        <dgm:presLayoutVars>
          <dgm:bulletEnabled/>
        </dgm:presLayoutVars>
      </dgm:prSet>
      <dgm:spPr/>
    </dgm:pt>
  </dgm:ptLst>
  <dgm:cxnLst>
    <dgm:cxn modelId="{6977110B-9A9A-4EAA-A9D0-5437279F420C}" type="presOf" srcId="{C4E9612A-5A33-4450-AD3D-2C616F0FACB6}" destId="{792659A0-54B6-48C8-BAE2-F8D060695F95}" srcOrd="0" destOrd="0" presId="urn:microsoft.com/office/officeart/2016/7/layout/VerticalSolidActionList"/>
    <dgm:cxn modelId="{1B956112-77D8-4536-B78D-E09C1EA1B087}" srcId="{DF3903BF-A480-42B4-8D11-57811397A2CE}" destId="{F773F638-C8B8-4DE0-8CCF-EE202DCDB58A}" srcOrd="2" destOrd="0" parTransId="{114620A1-4800-46AC-9168-D4A434243051}" sibTransId="{F2ED0874-4160-4BE4-9C99-428BD2C2A059}"/>
    <dgm:cxn modelId="{CC55E54B-F554-4B54-92AE-5A8C17F6FA82}" type="presOf" srcId="{2A87FD56-8C4D-4226-96D4-67EAA9108BF0}" destId="{EBDAD71C-0A4D-4575-B4C7-443971078A96}" srcOrd="0" destOrd="0" presId="urn:microsoft.com/office/officeart/2016/7/layout/VerticalSolidActionList"/>
    <dgm:cxn modelId="{E24F8653-63DF-4560-982A-74476250B942}" srcId="{B130B8D3-A3BF-4EDC-A170-024A9803C3AF}" destId="{9A01C173-05B9-441A-A762-36B76FE4F6F5}" srcOrd="0" destOrd="0" parTransId="{2E036C3C-1BAD-4A23-B0DC-A7F968EB5A41}" sibTransId="{2CA9037E-EB8D-43E0-8F59-ECE4BA1E45DC}"/>
    <dgm:cxn modelId="{5E15B184-38A2-4147-8CD1-56E3D015A9B9}" srcId="{3917BAE4-99EB-4BAE-8F73-096EBD0F8645}" destId="{2A87FD56-8C4D-4226-96D4-67EAA9108BF0}" srcOrd="0" destOrd="0" parTransId="{78E2F111-CDA7-48E3-B729-3A22F7187EBD}" sibTransId="{6E7844F2-15C0-4F50-9F28-377DE74AE8DA}"/>
    <dgm:cxn modelId="{ADC215A9-C5FE-4C16-A21C-30C02C0E398C}" type="presOf" srcId="{9A01C173-05B9-441A-A762-36B76FE4F6F5}" destId="{6AF68408-E011-4DDF-A0FC-5B0FDE2A5930}" srcOrd="0" destOrd="0" presId="urn:microsoft.com/office/officeart/2016/7/layout/VerticalSolidActionList"/>
    <dgm:cxn modelId="{65B64CAA-9E8C-4CC2-8553-1F04354955BC}" type="presOf" srcId="{B130B8D3-A3BF-4EDC-A170-024A9803C3AF}" destId="{B316BBFF-8E53-48C7-8D60-778D157DF9D2}" srcOrd="0" destOrd="0" presId="urn:microsoft.com/office/officeart/2016/7/layout/VerticalSolidActionList"/>
    <dgm:cxn modelId="{B52894AC-1899-469D-BC15-70A70032CED9}" type="presOf" srcId="{F773F638-C8B8-4DE0-8CCF-EE202DCDB58A}" destId="{893A6FFF-133A-4273-A93C-FD949B3B74CF}" srcOrd="0" destOrd="0" presId="urn:microsoft.com/office/officeart/2016/7/layout/VerticalSolidActionList"/>
    <dgm:cxn modelId="{57AE97B5-04D8-428A-9C30-EACD502C19F6}" type="presOf" srcId="{3917BAE4-99EB-4BAE-8F73-096EBD0F8645}" destId="{53464530-630E-4C45-81D8-8FC95453AD1B}" srcOrd="0" destOrd="0" presId="urn:microsoft.com/office/officeart/2016/7/layout/VerticalSolidActionList"/>
    <dgm:cxn modelId="{FA7D76C6-E5CF-4B83-A41E-CC36D04CE61E}" srcId="{DF3903BF-A480-42B4-8D11-57811397A2CE}" destId="{B130B8D3-A3BF-4EDC-A170-024A9803C3AF}" srcOrd="1" destOrd="0" parTransId="{E97BA399-D441-49CC-86AB-D457CF2E2778}" sibTransId="{0953CC37-0EA4-4D45-96EF-4485D0D03968}"/>
    <dgm:cxn modelId="{ED205FDD-8AD0-41C3-A016-217457514FDE}" srcId="{DF3903BF-A480-42B4-8D11-57811397A2CE}" destId="{3917BAE4-99EB-4BAE-8F73-096EBD0F8645}" srcOrd="0" destOrd="0" parTransId="{4FEEFD96-F0EB-40BD-947F-384B162767B1}" sibTransId="{B24A412E-63DB-418E-BE85-C412D849B1B7}"/>
    <dgm:cxn modelId="{0FCD4DDD-5745-4F85-A03F-7906B97F4CCA}" srcId="{F773F638-C8B8-4DE0-8CCF-EE202DCDB58A}" destId="{C4E9612A-5A33-4450-AD3D-2C616F0FACB6}" srcOrd="0" destOrd="0" parTransId="{4CEA6336-4157-419A-9C3D-2EE813C7416D}" sibTransId="{A720ED5F-F1E8-4E45-800A-B7E0A0E6FE79}"/>
    <dgm:cxn modelId="{2F780DE0-48B9-44DB-9F01-37713DD9BDC4}" type="presOf" srcId="{DF3903BF-A480-42B4-8D11-57811397A2CE}" destId="{C2263021-BC30-42B9-9D8C-3A5FAF597C66}" srcOrd="0" destOrd="0" presId="urn:microsoft.com/office/officeart/2016/7/layout/VerticalSolidActionList"/>
    <dgm:cxn modelId="{041CDC3C-D490-4EF8-991D-B0C45E388D2E}" type="presParOf" srcId="{C2263021-BC30-42B9-9D8C-3A5FAF597C66}" destId="{A2765CCB-E6CC-4D98-9BE6-939898466EB3}" srcOrd="0" destOrd="0" presId="urn:microsoft.com/office/officeart/2016/7/layout/VerticalSolidActionList"/>
    <dgm:cxn modelId="{BBEF3660-8F13-47A7-94F6-DCB2620CCC0B}" type="presParOf" srcId="{A2765CCB-E6CC-4D98-9BE6-939898466EB3}" destId="{53464530-630E-4C45-81D8-8FC95453AD1B}" srcOrd="0" destOrd="0" presId="urn:microsoft.com/office/officeart/2016/7/layout/VerticalSolidActionList"/>
    <dgm:cxn modelId="{A103C3D1-A3F3-423F-AD9C-3154CA7CDEA3}" type="presParOf" srcId="{A2765CCB-E6CC-4D98-9BE6-939898466EB3}" destId="{EBDAD71C-0A4D-4575-B4C7-443971078A96}" srcOrd="1" destOrd="0" presId="urn:microsoft.com/office/officeart/2016/7/layout/VerticalSolidActionList"/>
    <dgm:cxn modelId="{1F6ED2D1-66E6-4290-B439-A9E93A68BFB0}" type="presParOf" srcId="{C2263021-BC30-42B9-9D8C-3A5FAF597C66}" destId="{1D175306-0D1D-4471-ADE3-00FC27B9F708}" srcOrd="1" destOrd="0" presId="urn:microsoft.com/office/officeart/2016/7/layout/VerticalSolidActionList"/>
    <dgm:cxn modelId="{53D185C3-9FDF-4B75-87CE-3B7E561F0921}" type="presParOf" srcId="{C2263021-BC30-42B9-9D8C-3A5FAF597C66}" destId="{5127CC74-DEE2-4ED8-9E0D-DDFA15EBD791}" srcOrd="2" destOrd="0" presId="urn:microsoft.com/office/officeart/2016/7/layout/VerticalSolidActionList"/>
    <dgm:cxn modelId="{29544803-3C54-44F8-A9B9-0DAA835D6047}" type="presParOf" srcId="{5127CC74-DEE2-4ED8-9E0D-DDFA15EBD791}" destId="{B316BBFF-8E53-48C7-8D60-778D157DF9D2}" srcOrd="0" destOrd="0" presId="urn:microsoft.com/office/officeart/2016/7/layout/VerticalSolidActionList"/>
    <dgm:cxn modelId="{001BD9E0-7446-47A3-848C-587E6F7F12E6}" type="presParOf" srcId="{5127CC74-DEE2-4ED8-9E0D-DDFA15EBD791}" destId="{6AF68408-E011-4DDF-A0FC-5B0FDE2A5930}" srcOrd="1" destOrd="0" presId="urn:microsoft.com/office/officeart/2016/7/layout/VerticalSolidActionList"/>
    <dgm:cxn modelId="{639D85B7-D778-442C-9805-25C43C205B95}" type="presParOf" srcId="{C2263021-BC30-42B9-9D8C-3A5FAF597C66}" destId="{04197CE2-4E23-4115-B907-D3F3A7CE82DB}" srcOrd="3" destOrd="0" presId="urn:microsoft.com/office/officeart/2016/7/layout/VerticalSolidActionList"/>
    <dgm:cxn modelId="{CB25EF51-BA78-4068-92B7-8433B409B66D}" type="presParOf" srcId="{C2263021-BC30-42B9-9D8C-3A5FAF597C66}" destId="{C9336E24-F505-48A4-AA50-7FC30368C195}" srcOrd="4" destOrd="0" presId="urn:microsoft.com/office/officeart/2016/7/layout/VerticalSolidActionList"/>
    <dgm:cxn modelId="{E3E69AC4-DC87-453B-ABE3-83D5A57FCF78}" type="presParOf" srcId="{C9336E24-F505-48A4-AA50-7FC30368C195}" destId="{893A6FFF-133A-4273-A93C-FD949B3B74CF}" srcOrd="0" destOrd="0" presId="urn:microsoft.com/office/officeart/2016/7/layout/VerticalSolidActionList"/>
    <dgm:cxn modelId="{D6DA4793-4B41-44A5-A7F7-DC9181C80148}" type="presParOf" srcId="{C9336E24-F505-48A4-AA50-7FC30368C195}" destId="{792659A0-54B6-48C8-BAE2-F8D060695F95}" srcOrd="1" destOrd="0" presId="urn:microsoft.com/office/officeart/2016/7/layout/VerticalSolidAc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8CB74B31-01CC-4300-85A3-55677B9A6703}"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E5B0B56C-6981-4E8F-8165-1808C7AB2B6E}">
      <dgm:prSet/>
      <dgm:spPr/>
      <dgm:t>
        <a:bodyPr/>
        <a:lstStyle/>
        <a:p>
          <a:r>
            <a:rPr lang="en-GB" b="1"/>
            <a:t>Combining Branches: </a:t>
          </a:r>
          <a:r>
            <a:rPr lang="en-GB"/>
            <a:t>The </a:t>
          </a:r>
          <a:r>
            <a:rPr lang="en-GB" b="1"/>
            <a:t>git merge </a:t>
          </a:r>
          <a:r>
            <a:rPr lang="en-GB"/>
            <a:t>command is used to combine changes from one branch into another, integrating different versions of your code.</a:t>
          </a:r>
          <a:endParaRPr lang="en-US"/>
        </a:p>
      </dgm:t>
    </dgm:pt>
    <dgm:pt modelId="{905E648B-D763-4D5F-AF49-42DA6E524FB8}" type="parTrans" cxnId="{2F3831FC-DC10-4485-AB14-EAA672487352}">
      <dgm:prSet/>
      <dgm:spPr/>
      <dgm:t>
        <a:bodyPr/>
        <a:lstStyle/>
        <a:p>
          <a:endParaRPr lang="en-US"/>
        </a:p>
      </dgm:t>
    </dgm:pt>
    <dgm:pt modelId="{86B05F80-7998-4B30-A3B5-8EB2DD84558B}" type="sibTrans" cxnId="{2F3831FC-DC10-4485-AB14-EAA672487352}">
      <dgm:prSet/>
      <dgm:spPr/>
      <dgm:t>
        <a:bodyPr/>
        <a:lstStyle/>
        <a:p>
          <a:endParaRPr lang="en-US"/>
        </a:p>
      </dgm:t>
    </dgm:pt>
    <dgm:pt modelId="{F0DA657E-9071-4BAF-815A-A0B2C3515AE9}">
      <dgm:prSet/>
      <dgm:spPr/>
      <dgm:t>
        <a:bodyPr/>
        <a:lstStyle/>
        <a:p>
          <a:r>
            <a:rPr lang="en-GB" b="1"/>
            <a:t>Preservation of Branches: </a:t>
          </a:r>
          <a:r>
            <a:rPr lang="en-GB"/>
            <a:t>Even after merging, the original branches remain intact, allowing you to continue working on them separately if needed.</a:t>
          </a:r>
          <a:endParaRPr lang="en-US"/>
        </a:p>
      </dgm:t>
    </dgm:pt>
    <dgm:pt modelId="{5CC9EE1A-4AD1-4EBF-AEEE-75775489B7E5}" type="parTrans" cxnId="{C9365BDF-9CC8-4135-A0E6-3A6FF0F187E4}">
      <dgm:prSet/>
      <dgm:spPr/>
      <dgm:t>
        <a:bodyPr/>
        <a:lstStyle/>
        <a:p>
          <a:endParaRPr lang="en-US"/>
        </a:p>
      </dgm:t>
    </dgm:pt>
    <dgm:pt modelId="{6FB1A375-5747-4061-BB2A-4B4B80D2A488}" type="sibTrans" cxnId="{C9365BDF-9CC8-4135-A0E6-3A6FF0F187E4}">
      <dgm:prSet/>
      <dgm:spPr/>
      <dgm:t>
        <a:bodyPr/>
        <a:lstStyle/>
        <a:p>
          <a:endParaRPr lang="en-US"/>
        </a:p>
      </dgm:t>
    </dgm:pt>
    <dgm:pt modelId="{F14B055B-CC75-4EC5-9B1B-A8685372863E}">
      <dgm:prSet/>
      <dgm:spPr/>
      <dgm:t>
        <a:bodyPr/>
        <a:lstStyle/>
        <a:p>
          <a:r>
            <a:rPr lang="en-GB" b="1"/>
            <a:t>Conflict Resolution: </a:t>
          </a:r>
          <a:r>
            <a:rPr lang="en-GB"/>
            <a:t>During a merge, Git automatically combines matching pieces of code, but you may need to resolve conflicts manually if there are overlapping changes.</a:t>
          </a:r>
          <a:endParaRPr lang="en-US"/>
        </a:p>
      </dgm:t>
    </dgm:pt>
    <dgm:pt modelId="{4D9100A8-E91E-477F-89A8-456F259E7FB1}" type="parTrans" cxnId="{9F99D116-DE2D-4486-9D49-33F38665A7C7}">
      <dgm:prSet/>
      <dgm:spPr/>
      <dgm:t>
        <a:bodyPr/>
        <a:lstStyle/>
        <a:p>
          <a:endParaRPr lang="en-US"/>
        </a:p>
      </dgm:t>
    </dgm:pt>
    <dgm:pt modelId="{C0D50FBA-0D75-478C-A400-6E80B4D1E46E}" type="sibTrans" cxnId="{9F99D116-DE2D-4486-9D49-33F38665A7C7}">
      <dgm:prSet/>
      <dgm:spPr/>
      <dgm:t>
        <a:bodyPr/>
        <a:lstStyle/>
        <a:p>
          <a:endParaRPr lang="en-US"/>
        </a:p>
      </dgm:t>
    </dgm:pt>
    <dgm:pt modelId="{71E84337-7797-41F2-B911-45AA7BE26785}" type="pres">
      <dgm:prSet presAssocID="{8CB74B31-01CC-4300-85A3-55677B9A6703}" presName="root" presStyleCnt="0">
        <dgm:presLayoutVars>
          <dgm:dir/>
          <dgm:resizeHandles val="exact"/>
        </dgm:presLayoutVars>
      </dgm:prSet>
      <dgm:spPr/>
    </dgm:pt>
    <dgm:pt modelId="{14D59752-16E3-4558-9CD6-4869F3F5A865}" type="pres">
      <dgm:prSet presAssocID="{E5B0B56C-6981-4E8F-8165-1808C7AB2B6E}" presName="compNode" presStyleCnt="0"/>
      <dgm:spPr/>
    </dgm:pt>
    <dgm:pt modelId="{F8C63DCB-B0D4-4B30-A603-680AF7518FC4}" type="pres">
      <dgm:prSet presAssocID="{E5B0B56C-6981-4E8F-8165-1808C7AB2B6E}" presName="bgRect" presStyleLbl="bgShp" presStyleIdx="0" presStyleCnt="3"/>
      <dgm:spPr/>
    </dgm:pt>
    <dgm:pt modelId="{F6D0D149-5C24-42CA-A9D0-C7E99BA29A3B}" type="pres">
      <dgm:prSet presAssocID="{E5B0B56C-6981-4E8F-8165-1808C7AB2B6E}"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Flowchart"/>
        </a:ext>
      </dgm:extLst>
    </dgm:pt>
    <dgm:pt modelId="{CB91A39E-C071-4451-AD7E-438505268DCE}" type="pres">
      <dgm:prSet presAssocID="{E5B0B56C-6981-4E8F-8165-1808C7AB2B6E}" presName="spaceRect" presStyleCnt="0"/>
      <dgm:spPr/>
    </dgm:pt>
    <dgm:pt modelId="{60E25662-F9CF-43BD-8A8B-AD6F061E41F0}" type="pres">
      <dgm:prSet presAssocID="{E5B0B56C-6981-4E8F-8165-1808C7AB2B6E}" presName="parTx" presStyleLbl="revTx" presStyleIdx="0" presStyleCnt="3">
        <dgm:presLayoutVars>
          <dgm:chMax val="0"/>
          <dgm:chPref val="0"/>
        </dgm:presLayoutVars>
      </dgm:prSet>
      <dgm:spPr/>
    </dgm:pt>
    <dgm:pt modelId="{8DDF3673-078E-4296-8149-749834F4ACE8}" type="pres">
      <dgm:prSet presAssocID="{86B05F80-7998-4B30-A3B5-8EB2DD84558B}" presName="sibTrans" presStyleCnt="0"/>
      <dgm:spPr/>
    </dgm:pt>
    <dgm:pt modelId="{376121B9-2398-4571-B770-558A97C19358}" type="pres">
      <dgm:prSet presAssocID="{F0DA657E-9071-4BAF-815A-A0B2C3515AE9}" presName="compNode" presStyleCnt="0"/>
      <dgm:spPr/>
    </dgm:pt>
    <dgm:pt modelId="{E91DCDD3-F690-4E9D-B724-B386B0ACC9BE}" type="pres">
      <dgm:prSet presAssocID="{F0DA657E-9071-4BAF-815A-A0B2C3515AE9}" presName="bgRect" presStyleLbl="bgShp" presStyleIdx="1" presStyleCnt="3"/>
      <dgm:spPr/>
    </dgm:pt>
    <dgm:pt modelId="{57BD6A78-2DB4-417A-932C-05412B38805C}" type="pres">
      <dgm:prSet presAssocID="{F0DA657E-9071-4BAF-815A-A0B2C3515AE9}"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ranching Diagram"/>
        </a:ext>
      </dgm:extLst>
    </dgm:pt>
    <dgm:pt modelId="{77417030-86C1-4BBB-A486-5D70B1DD4CB6}" type="pres">
      <dgm:prSet presAssocID="{F0DA657E-9071-4BAF-815A-A0B2C3515AE9}" presName="spaceRect" presStyleCnt="0"/>
      <dgm:spPr/>
    </dgm:pt>
    <dgm:pt modelId="{66D91577-5316-4079-974A-8E2227B1572F}" type="pres">
      <dgm:prSet presAssocID="{F0DA657E-9071-4BAF-815A-A0B2C3515AE9}" presName="parTx" presStyleLbl="revTx" presStyleIdx="1" presStyleCnt="3">
        <dgm:presLayoutVars>
          <dgm:chMax val="0"/>
          <dgm:chPref val="0"/>
        </dgm:presLayoutVars>
      </dgm:prSet>
      <dgm:spPr/>
    </dgm:pt>
    <dgm:pt modelId="{C3160764-7125-403F-92FE-7F4E18A0D57D}" type="pres">
      <dgm:prSet presAssocID="{6FB1A375-5747-4061-BB2A-4B4B80D2A488}" presName="sibTrans" presStyleCnt="0"/>
      <dgm:spPr/>
    </dgm:pt>
    <dgm:pt modelId="{944B872A-DF3F-46C9-B396-0FA49B03A0D6}" type="pres">
      <dgm:prSet presAssocID="{F14B055B-CC75-4EC5-9B1B-A8685372863E}" presName="compNode" presStyleCnt="0"/>
      <dgm:spPr/>
    </dgm:pt>
    <dgm:pt modelId="{DA710D51-C89B-4470-B1D5-08E1BB336B71}" type="pres">
      <dgm:prSet presAssocID="{F14B055B-CC75-4EC5-9B1B-A8685372863E}" presName="bgRect" presStyleLbl="bgShp" presStyleIdx="2" presStyleCnt="3"/>
      <dgm:spPr/>
    </dgm:pt>
    <dgm:pt modelId="{B4A6C572-234A-4A41-AE5D-E957CFC98031}" type="pres">
      <dgm:prSet presAssocID="{F14B055B-CC75-4EC5-9B1B-A8685372863E}"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isconnected"/>
        </a:ext>
      </dgm:extLst>
    </dgm:pt>
    <dgm:pt modelId="{450CE094-4649-4FFD-A0EB-0D2E7C543147}" type="pres">
      <dgm:prSet presAssocID="{F14B055B-CC75-4EC5-9B1B-A8685372863E}" presName="spaceRect" presStyleCnt="0"/>
      <dgm:spPr/>
    </dgm:pt>
    <dgm:pt modelId="{AF1C8805-C108-4486-ABFF-FCE59E61C8EB}" type="pres">
      <dgm:prSet presAssocID="{F14B055B-CC75-4EC5-9B1B-A8685372863E}" presName="parTx" presStyleLbl="revTx" presStyleIdx="2" presStyleCnt="3">
        <dgm:presLayoutVars>
          <dgm:chMax val="0"/>
          <dgm:chPref val="0"/>
        </dgm:presLayoutVars>
      </dgm:prSet>
      <dgm:spPr/>
    </dgm:pt>
  </dgm:ptLst>
  <dgm:cxnLst>
    <dgm:cxn modelId="{9F99D116-DE2D-4486-9D49-33F38665A7C7}" srcId="{8CB74B31-01CC-4300-85A3-55677B9A6703}" destId="{F14B055B-CC75-4EC5-9B1B-A8685372863E}" srcOrd="2" destOrd="0" parTransId="{4D9100A8-E91E-477F-89A8-456F259E7FB1}" sibTransId="{C0D50FBA-0D75-478C-A400-6E80B4D1E46E}"/>
    <dgm:cxn modelId="{81FAB830-1668-45BB-A12D-4213C5E38229}" type="presOf" srcId="{F14B055B-CC75-4EC5-9B1B-A8685372863E}" destId="{AF1C8805-C108-4486-ABFF-FCE59E61C8EB}" srcOrd="0" destOrd="0" presId="urn:microsoft.com/office/officeart/2018/2/layout/IconVerticalSolidList"/>
    <dgm:cxn modelId="{CCD63963-3B84-454A-A048-D55CF91F4809}" type="presOf" srcId="{8CB74B31-01CC-4300-85A3-55677B9A6703}" destId="{71E84337-7797-41F2-B911-45AA7BE26785}" srcOrd="0" destOrd="0" presId="urn:microsoft.com/office/officeart/2018/2/layout/IconVerticalSolidList"/>
    <dgm:cxn modelId="{F8E48884-5F6C-4C2F-B12F-DC841D8F542C}" type="presOf" srcId="{F0DA657E-9071-4BAF-815A-A0B2C3515AE9}" destId="{66D91577-5316-4079-974A-8E2227B1572F}" srcOrd="0" destOrd="0" presId="urn:microsoft.com/office/officeart/2018/2/layout/IconVerticalSolidList"/>
    <dgm:cxn modelId="{C9365BDF-9CC8-4135-A0E6-3A6FF0F187E4}" srcId="{8CB74B31-01CC-4300-85A3-55677B9A6703}" destId="{F0DA657E-9071-4BAF-815A-A0B2C3515AE9}" srcOrd="1" destOrd="0" parTransId="{5CC9EE1A-4AD1-4EBF-AEEE-75775489B7E5}" sibTransId="{6FB1A375-5747-4061-BB2A-4B4B80D2A488}"/>
    <dgm:cxn modelId="{A75A6AED-C99D-4332-8035-3A88E7B8C49C}" type="presOf" srcId="{E5B0B56C-6981-4E8F-8165-1808C7AB2B6E}" destId="{60E25662-F9CF-43BD-8A8B-AD6F061E41F0}" srcOrd="0" destOrd="0" presId="urn:microsoft.com/office/officeart/2018/2/layout/IconVerticalSolidList"/>
    <dgm:cxn modelId="{2F3831FC-DC10-4485-AB14-EAA672487352}" srcId="{8CB74B31-01CC-4300-85A3-55677B9A6703}" destId="{E5B0B56C-6981-4E8F-8165-1808C7AB2B6E}" srcOrd="0" destOrd="0" parTransId="{905E648B-D763-4D5F-AF49-42DA6E524FB8}" sibTransId="{86B05F80-7998-4B30-A3B5-8EB2DD84558B}"/>
    <dgm:cxn modelId="{918BD386-E15F-406F-B26B-0867621B1A59}" type="presParOf" srcId="{71E84337-7797-41F2-B911-45AA7BE26785}" destId="{14D59752-16E3-4558-9CD6-4869F3F5A865}" srcOrd="0" destOrd="0" presId="urn:microsoft.com/office/officeart/2018/2/layout/IconVerticalSolidList"/>
    <dgm:cxn modelId="{405FC40E-D6ED-4557-8828-6D3EDC0D3D6F}" type="presParOf" srcId="{14D59752-16E3-4558-9CD6-4869F3F5A865}" destId="{F8C63DCB-B0D4-4B30-A603-680AF7518FC4}" srcOrd="0" destOrd="0" presId="urn:microsoft.com/office/officeart/2018/2/layout/IconVerticalSolidList"/>
    <dgm:cxn modelId="{76907EA8-6295-4509-91F7-92C3BE13906E}" type="presParOf" srcId="{14D59752-16E3-4558-9CD6-4869F3F5A865}" destId="{F6D0D149-5C24-42CA-A9D0-C7E99BA29A3B}" srcOrd="1" destOrd="0" presId="urn:microsoft.com/office/officeart/2018/2/layout/IconVerticalSolidList"/>
    <dgm:cxn modelId="{58C128FA-63FB-4F07-8BB2-9A298A284201}" type="presParOf" srcId="{14D59752-16E3-4558-9CD6-4869F3F5A865}" destId="{CB91A39E-C071-4451-AD7E-438505268DCE}" srcOrd="2" destOrd="0" presId="urn:microsoft.com/office/officeart/2018/2/layout/IconVerticalSolidList"/>
    <dgm:cxn modelId="{FB505ED3-04C3-4CD1-9F5A-A7937335C49A}" type="presParOf" srcId="{14D59752-16E3-4558-9CD6-4869F3F5A865}" destId="{60E25662-F9CF-43BD-8A8B-AD6F061E41F0}" srcOrd="3" destOrd="0" presId="urn:microsoft.com/office/officeart/2018/2/layout/IconVerticalSolidList"/>
    <dgm:cxn modelId="{C21511AD-65AC-45B3-9B2C-D23B7218FE10}" type="presParOf" srcId="{71E84337-7797-41F2-B911-45AA7BE26785}" destId="{8DDF3673-078E-4296-8149-749834F4ACE8}" srcOrd="1" destOrd="0" presId="urn:microsoft.com/office/officeart/2018/2/layout/IconVerticalSolidList"/>
    <dgm:cxn modelId="{C2E05556-DC9B-4532-81A4-ACFA18A0519E}" type="presParOf" srcId="{71E84337-7797-41F2-B911-45AA7BE26785}" destId="{376121B9-2398-4571-B770-558A97C19358}" srcOrd="2" destOrd="0" presId="urn:microsoft.com/office/officeart/2018/2/layout/IconVerticalSolidList"/>
    <dgm:cxn modelId="{3F57A965-86BA-4695-A807-80F5B323E6A6}" type="presParOf" srcId="{376121B9-2398-4571-B770-558A97C19358}" destId="{E91DCDD3-F690-4E9D-B724-B386B0ACC9BE}" srcOrd="0" destOrd="0" presId="urn:microsoft.com/office/officeart/2018/2/layout/IconVerticalSolidList"/>
    <dgm:cxn modelId="{04743578-C3E5-4A9B-91E9-46E9BD9EAB93}" type="presParOf" srcId="{376121B9-2398-4571-B770-558A97C19358}" destId="{57BD6A78-2DB4-417A-932C-05412B38805C}" srcOrd="1" destOrd="0" presId="urn:microsoft.com/office/officeart/2018/2/layout/IconVerticalSolidList"/>
    <dgm:cxn modelId="{1534A05A-CEF5-483A-B5AA-058CAB5460E8}" type="presParOf" srcId="{376121B9-2398-4571-B770-558A97C19358}" destId="{77417030-86C1-4BBB-A486-5D70B1DD4CB6}" srcOrd="2" destOrd="0" presId="urn:microsoft.com/office/officeart/2018/2/layout/IconVerticalSolidList"/>
    <dgm:cxn modelId="{BA309D0E-14D0-4B5F-A25F-F57F152F0B67}" type="presParOf" srcId="{376121B9-2398-4571-B770-558A97C19358}" destId="{66D91577-5316-4079-974A-8E2227B1572F}" srcOrd="3" destOrd="0" presId="urn:microsoft.com/office/officeart/2018/2/layout/IconVerticalSolidList"/>
    <dgm:cxn modelId="{2DA29219-8B62-41DC-8B37-D0B579906781}" type="presParOf" srcId="{71E84337-7797-41F2-B911-45AA7BE26785}" destId="{C3160764-7125-403F-92FE-7F4E18A0D57D}" srcOrd="3" destOrd="0" presId="urn:microsoft.com/office/officeart/2018/2/layout/IconVerticalSolidList"/>
    <dgm:cxn modelId="{C0FBFD03-0DEC-4DFC-B2EE-9F86083CAB04}" type="presParOf" srcId="{71E84337-7797-41F2-B911-45AA7BE26785}" destId="{944B872A-DF3F-46C9-B396-0FA49B03A0D6}" srcOrd="4" destOrd="0" presId="urn:microsoft.com/office/officeart/2018/2/layout/IconVerticalSolidList"/>
    <dgm:cxn modelId="{747FFC72-F102-421B-A162-AA36D0F3E378}" type="presParOf" srcId="{944B872A-DF3F-46C9-B396-0FA49B03A0D6}" destId="{DA710D51-C89B-4470-B1D5-08E1BB336B71}" srcOrd="0" destOrd="0" presId="urn:microsoft.com/office/officeart/2018/2/layout/IconVerticalSolidList"/>
    <dgm:cxn modelId="{0B037288-DA45-425A-B664-1FA169DFB978}" type="presParOf" srcId="{944B872A-DF3F-46C9-B396-0FA49B03A0D6}" destId="{B4A6C572-234A-4A41-AE5D-E957CFC98031}" srcOrd="1" destOrd="0" presId="urn:microsoft.com/office/officeart/2018/2/layout/IconVerticalSolidList"/>
    <dgm:cxn modelId="{497736E5-86E5-49B6-8A84-0E8CF0E7CF4D}" type="presParOf" srcId="{944B872A-DF3F-46C9-B396-0FA49B03A0D6}" destId="{450CE094-4649-4FFD-A0EB-0D2E7C543147}" srcOrd="2" destOrd="0" presId="urn:microsoft.com/office/officeart/2018/2/layout/IconVerticalSolidList"/>
    <dgm:cxn modelId="{F7055622-4D0F-49FE-8A97-230471B3D792}" type="presParOf" srcId="{944B872A-DF3F-46C9-B396-0FA49B03A0D6}" destId="{AF1C8805-C108-4486-ABFF-FCE59E61C8EB}"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25DD296F-B20B-4461-B374-ED0F414AFDB2}"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CBFF85C3-2CD1-4F12-A2BF-691CE2E58D58}">
      <dgm:prSet/>
      <dgm:spPr/>
      <dgm:t>
        <a:bodyPr/>
        <a:lstStyle/>
        <a:p>
          <a:r>
            <a:rPr lang="en-GB" b="1" baseline="0"/>
            <a:t>Conflict Identification: </a:t>
          </a:r>
          <a:r>
            <a:rPr lang="en-GB" baseline="0"/>
            <a:t>When merging branches with conflicting changes, Git flags these conflicts and stops the merge process, requiring manual resolution.</a:t>
          </a:r>
          <a:endParaRPr lang="en-US"/>
        </a:p>
      </dgm:t>
    </dgm:pt>
    <dgm:pt modelId="{A01DC5C7-313E-4733-B4C6-5CC9E3C343C1}" type="parTrans" cxnId="{37228E81-DBDE-487C-A655-E2DA7EE5D096}">
      <dgm:prSet/>
      <dgm:spPr/>
      <dgm:t>
        <a:bodyPr/>
        <a:lstStyle/>
        <a:p>
          <a:endParaRPr lang="en-US"/>
        </a:p>
      </dgm:t>
    </dgm:pt>
    <dgm:pt modelId="{858DB76B-30E7-45E3-8987-F3E62EEDF096}" type="sibTrans" cxnId="{37228E81-DBDE-487C-A655-E2DA7EE5D096}">
      <dgm:prSet/>
      <dgm:spPr/>
      <dgm:t>
        <a:bodyPr/>
        <a:lstStyle/>
        <a:p>
          <a:endParaRPr lang="en-US"/>
        </a:p>
      </dgm:t>
    </dgm:pt>
    <dgm:pt modelId="{C38ABCE2-8689-4772-B8AC-ADD3BAFB0066}">
      <dgm:prSet/>
      <dgm:spPr/>
      <dgm:t>
        <a:bodyPr/>
        <a:lstStyle/>
        <a:p>
          <a:r>
            <a:rPr lang="en-GB" b="1" baseline="0"/>
            <a:t>Conflict Resolution: </a:t>
          </a:r>
          <a:r>
            <a:rPr lang="en-GB" baseline="0"/>
            <a:t>Git highlights the conflicting code, marking it as "current change" (from your branch) and "incoming change" (from the branch being merged). You need to edit the file to resolve these conflicts.</a:t>
          </a:r>
          <a:endParaRPr lang="en-US"/>
        </a:p>
      </dgm:t>
    </dgm:pt>
    <dgm:pt modelId="{AC28F8EF-A473-4AE2-986F-040DD7077785}" type="parTrans" cxnId="{C459F784-0195-40B3-8A00-58F75F4B6288}">
      <dgm:prSet/>
      <dgm:spPr/>
      <dgm:t>
        <a:bodyPr/>
        <a:lstStyle/>
        <a:p>
          <a:endParaRPr lang="en-US"/>
        </a:p>
      </dgm:t>
    </dgm:pt>
    <dgm:pt modelId="{901F6F16-495A-47A9-BB89-1E5E9C6C4DF0}" type="sibTrans" cxnId="{C459F784-0195-40B3-8A00-58F75F4B6288}">
      <dgm:prSet/>
      <dgm:spPr/>
      <dgm:t>
        <a:bodyPr/>
        <a:lstStyle/>
        <a:p>
          <a:endParaRPr lang="en-US"/>
        </a:p>
      </dgm:t>
    </dgm:pt>
    <dgm:pt modelId="{D478C8EE-6661-47F0-BDAB-F3417500BC87}">
      <dgm:prSet/>
      <dgm:spPr/>
      <dgm:t>
        <a:bodyPr/>
        <a:lstStyle/>
        <a:p>
          <a:r>
            <a:rPr lang="en-GB" b="1" baseline="0"/>
            <a:t>Final Steps: </a:t>
          </a:r>
          <a:r>
            <a:rPr lang="en-GB" baseline="0"/>
            <a:t>After resolving the conflicts, use </a:t>
          </a:r>
          <a:r>
            <a:rPr lang="en-GB" b="1" i="1" baseline="0"/>
            <a:t>git add </a:t>
          </a:r>
          <a:r>
            <a:rPr lang="en-GB" baseline="0"/>
            <a:t>to stage the resolved file and </a:t>
          </a:r>
          <a:r>
            <a:rPr lang="en-GB" b="1" i="1" baseline="0"/>
            <a:t>git commit </a:t>
          </a:r>
          <a:r>
            <a:rPr lang="en-GB" baseline="0"/>
            <a:t>to finalize the merge.</a:t>
          </a:r>
          <a:endParaRPr lang="en-US"/>
        </a:p>
      </dgm:t>
    </dgm:pt>
    <dgm:pt modelId="{1224C338-B337-4F68-A3F0-F5D822637564}" type="parTrans" cxnId="{C5D929E6-F632-46C7-8D4D-73D137E3A002}">
      <dgm:prSet/>
      <dgm:spPr/>
      <dgm:t>
        <a:bodyPr/>
        <a:lstStyle/>
        <a:p>
          <a:endParaRPr lang="en-US"/>
        </a:p>
      </dgm:t>
    </dgm:pt>
    <dgm:pt modelId="{AF29987E-170E-4AFA-97D8-F27F57C0BAA5}" type="sibTrans" cxnId="{C5D929E6-F632-46C7-8D4D-73D137E3A002}">
      <dgm:prSet/>
      <dgm:spPr/>
      <dgm:t>
        <a:bodyPr/>
        <a:lstStyle/>
        <a:p>
          <a:endParaRPr lang="en-US"/>
        </a:p>
      </dgm:t>
    </dgm:pt>
    <dgm:pt modelId="{EB96EAEF-FB59-4CA1-ACDB-B9B71D026F2A}" type="pres">
      <dgm:prSet presAssocID="{25DD296F-B20B-4461-B374-ED0F414AFDB2}" presName="root" presStyleCnt="0">
        <dgm:presLayoutVars>
          <dgm:dir/>
          <dgm:resizeHandles val="exact"/>
        </dgm:presLayoutVars>
      </dgm:prSet>
      <dgm:spPr/>
    </dgm:pt>
    <dgm:pt modelId="{A32B54AC-6CD4-4D8F-BB7E-95EF2A5725C9}" type="pres">
      <dgm:prSet presAssocID="{CBFF85C3-2CD1-4F12-A2BF-691CE2E58D58}" presName="compNode" presStyleCnt="0"/>
      <dgm:spPr/>
    </dgm:pt>
    <dgm:pt modelId="{C84B90BB-9D67-441C-939F-782D730B9564}" type="pres">
      <dgm:prSet presAssocID="{CBFF85C3-2CD1-4F12-A2BF-691CE2E58D58}" presName="bgRect" presStyleLbl="bgShp" presStyleIdx="0" presStyleCnt="3"/>
      <dgm:spPr/>
    </dgm:pt>
    <dgm:pt modelId="{F3E41A6E-9206-4315-A41C-94519E03644D}" type="pres">
      <dgm:prSet presAssocID="{CBFF85C3-2CD1-4F12-A2BF-691CE2E58D58}"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Flag"/>
        </a:ext>
      </dgm:extLst>
    </dgm:pt>
    <dgm:pt modelId="{8D1B0133-5578-4B89-AE8A-BB710BEA27D5}" type="pres">
      <dgm:prSet presAssocID="{CBFF85C3-2CD1-4F12-A2BF-691CE2E58D58}" presName="spaceRect" presStyleCnt="0"/>
      <dgm:spPr/>
    </dgm:pt>
    <dgm:pt modelId="{C7367607-5AE2-4C1D-9A98-33D6A2455C35}" type="pres">
      <dgm:prSet presAssocID="{CBFF85C3-2CD1-4F12-A2BF-691CE2E58D58}" presName="parTx" presStyleLbl="revTx" presStyleIdx="0" presStyleCnt="3">
        <dgm:presLayoutVars>
          <dgm:chMax val="0"/>
          <dgm:chPref val="0"/>
        </dgm:presLayoutVars>
      </dgm:prSet>
      <dgm:spPr/>
    </dgm:pt>
    <dgm:pt modelId="{B3A9E794-00DC-459C-95EB-DF76849CA265}" type="pres">
      <dgm:prSet presAssocID="{858DB76B-30E7-45E3-8987-F3E62EEDF096}" presName="sibTrans" presStyleCnt="0"/>
      <dgm:spPr/>
    </dgm:pt>
    <dgm:pt modelId="{BD4A743F-63DC-4ACD-9F26-3E5E07EBAD46}" type="pres">
      <dgm:prSet presAssocID="{C38ABCE2-8689-4772-B8AC-ADD3BAFB0066}" presName="compNode" presStyleCnt="0"/>
      <dgm:spPr/>
    </dgm:pt>
    <dgm:pt modelId="{C290C6B7-BDBC-4CA0-A6F8-2A839E2046DF}" type="pres">
      <dgm:prSet presAssocID="{C38ABCE2-8689-4772-B8AC-ADD3BAFB0066}" presName="bgRect" presStyleLbl="bgShp" presStyleIdx="1" presStyleCnt="3"/>
      <dgm:spPr/>
    </dgm:pt>
    <dgm:pt modelId="{88E06545-5E7D-4A36-A71A-642424BD408D}" type="pres">
      <dgm:prSet presAssocID="{C38ABCE2-8689-4772-B8AC-ADD3BAFB0066}"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Branching Diagram"/>
        </a:ext>
      </dgm:extLst>
    </dgm:pt>
    <dgm:pt modelId="{41A8C20A-2436-4C23-8FC2-A3D8FCFF1DC1}" type="pres">
      <dgm:prSet presAssocID="{C38ABCE2-8689-4772-B8AC-ADD3BAFB0066}" presName="spaceRect" presStyleCnt="0"/>
      <dgm:spPr/>
    </dgm:pt>
    <dgm:pt modelId="{6B7597D1-4924-4184-B349-2A0544045572}" type="pres">
      <dgm:prSet presAssocID="{C38ABCE2-8689-4772-B8AC-ADD3BAFB0066}" presName="parTx" presStyleLbl="revTx" presStyleIdx="1" presStyleCnt="3">
        <dgm:presLayoutVars>
          <dgm:chMax val="0"/>
          <dgm:chPref val="0"/>
        </dgm:presLayoutVars>
      </dgm:prSet>
      <dgm:spPr/>
    </dgm:pt>
    <dgm:pt modelId="{02E88F97-02F3-4940-8C96-C9236C4B621E}" type="pres">
      <dgm:prSet presAssocID="{901F6F16-495A-47A9-BB89-1E5E9C6C4DF0}" presName="sibTrans" presStyleCnt="0"/>
      <dgm:spPr/>
    </dgm:pt>
    <dgm:pt modelId="{69AE82E8-4D61-4F20-BA41-43378F22280C}" type="pres">
      <dgm:prSet presAssocID="{D478C8EE-6661-47F0-BDAB-F3417500BC87}" presName="compNode" presStyleCnt="0"/>
      <dgm:spPr/>
    </dgm:pt>
    <dgm:pt modelId="{15ED921B-4989-4783-A79C-37492E32D329}" type="pres">
      <dgm:prSet presAssocID="{D478C8EE-6661-47F0-BDAB-F3417500BC87}" presName="bgRect" presStyleLbl="bgShp" presStyleIdx="2" presStyleCnt="3"/>
      <dgm:spPr/>
    </dgm:pt>
    <dgm:pt modelId="{2856CC22-32BD-47CC-81FC-6FEF4C8728DD}" type="pres">
      <dgm:prSet presAssocID="{D478C8EE-6661-47F0-BDAB-F3417500BC87}"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Flowchart"/>
        </a:ext>
      </dgm:extLst>
    </dgm:pt>
    <dgm:pt modelId="{F5ADE9FF-F13A-4988-8B09-CD58C99FE026}" type="pres">
      <dgm:prSet presAssocID="{D478C8EE-6661-47F0-BDAB-F3417500BC87}" presName="spaceRect" presStyleCnt="0"/>
      <dgm:spPr/>
    </dgm:pt>
    <dgm:pt modelId="{D8404C08-1AF8-417B-9A06-2EDCE40B5FE0}" type="pres">
      <dgm:prSet presAssocID="{D478C8EE-6661-47F0-BDAB-F3417500BC87}" presName="parTx" presStyleLbl="revTx" presStyleIdx="2" presStyleCnt="3">
        <dgm:presLayoutVars>
          <dgm:chMax val="0"/>
          <dgm:chPref val="0"/>
        </dgm:presLayoutVars>
      </dgm:prSet>
      <dgm:spPr/>
    </dgm:pt>
  </dgm:ptLst>
  <dgm:cxnLst>
    <dgm:cxn modelId="{6CA91315-178E-4D82-B4AD-6159A55DDDD6}" type="presOf" srcId="{CBFF85C3-2CD1-4F12-A2BF-691CE2E58D58}" destId="{C7367607-5AE2-4C1D-9A98-33D6A2455C35}" srcOrd="0" destOrd="0" presId="urn:microsoft.com/office/officeart/2018/2/layout/IconVerticalSolidList"/>
    <dgm:cxn modelId="{FA4E4561-3E97-4092-A737-EC17A6DC89E1}" type="presOf" srcId="{C38ABCE2-8689-4772-B8AC-ADD3BAFB0066}" destId="{6B7597D1-4924-4184-B349-2A0544045572}" srcOrd="0" destOrd="0" presId="urn:microsoft.com/office/officeart/2018/2/layout/IconVerticalSolidList"/>
    <dgm:cxn modelId="{32A38B63-F8AB-4C9B-9A11-8DA2326BCF7D}" type="presOf" srcId="{D478C8EE-6661-47F0-BDAB-F3417500BC87}" destId="{D8404C08-1AF8-417B-9A06-2EDCE40B5FE0}" srcOrd="0" destOrd="0" presId="urn:microsoft.com/office/officeart/2018/2/layout/IconVerticalSolidList"/>
    <dgm:cxn modelId="{37228E81-DBDE-487C-A655-E2DA7EE5D096}" srcId="{25DD296F-B20B-4461-B374-ED0F414AFDB2}" destId="{CBFF85C3-2CD1-4F12-A2BF-691CE2E58D58}" srcOrd="0" destOrd="0" parTransId="{A01DC5C7-313E-4733-B4C6-5CC9E3C343C1}" sibTransId="{858DB76B-30E7-45E3-8987-F3E62EEDF096}"/>
    <dgm:cxn modelId="{C459F784-0195-40B3-8A00-58F75F4B6288}" srcId="{25DD296F-B20B-4461-B374-ED0F414AFDB2}" destId="{C38ABCE2-8689-4772-B8AC-ADD3BAFB0066}" srcOrd="1" destOrd="0" parTransId="{AC28F8EF-A473-4AE2-986F-040DD7077785}" sibTransId="{901F6F16-495A-47A9-BB89-1E5E9C6C4DF0}"/>
    <dgm:cxn modelId="{A105F7A6-E5B2-4F1B-AF2D-92E72588E41B}" type="presOf" srcId="{25DD296F-B20B-4461-B374-ED0F414AFDB2}" destId="{EB96EAEF-FB59-4CA1-ACDB-B9B71D026F2A}" srcOrd="0" destOrd="0" presId="urn:microsoft.com/office/officeart/2018/2/layout/IconVerticalSolidList"/>
    <dgm:cxn modelId="{C5D929E6-F632-46C7-8D4D-73D137E3A002}" srcId="{25DD296F-B20B-4461-B374-ED0F414AFDB2}" destId="{D478C8EE-6661-47F0-BDAB-F3417500BC87}" srcOrd="2" destOrd="0" parTransId="{1224C338-B337-4F68-A3F0-F5D822637564}" sibTransId="{AF29987E-170E-4AFA-97D8-F27F57C0BAA5}"/>
    <dgm:cxn modelId="{44789305-901E-46E9-90E3-8897F5173FAE}" type="presParOf" srcId="{EB96EAEF-FB59-4CA1-ACDB-B9B71D026F2A}" destId="{A32B54AC-6CD4-4D8F-BB7E-95EF2A5725C9}" srcOrd="0" destOrd="0" presId="urn:microsoft.com/office/officeart/2018/2/layout/IconVerticalSolidList"/>
    <dgm:cxn modelId="{F0FC799A-44B6-4C1C-9CBF-460D972D9812}" type="presParOf" srcId="{A32B54AC-6CD4-4D8F-BB7E-95EF2A5725C9}" destId="{C84B90BB-9D67-441C-939F-782D730B9564}" srcOrd="0" destOrd="0" presId="urn:microsoft.com/office/officeart/2018/2/layout/IconVerticalSolidList"/>
    <dgm:cxn modelId="{92857BF1-7E41-40D2-8F2F-D884D86BB745}" type="presParOf" srcId="{A32B54AC-6CD4-4D8F-BB7E-95EF2A5725C9}" destId="{F3E41A6E-9206-4315-A41C-94519E03644D}" srcOrd="1" destOrd="0" presId="urn:microsoft.com/office/officeart/2018/2/layout/IconVerticalSolidList"/>
    <dgm:cxn modelId="{CA2B81BF-544D-494F-981E-53ED12F57225}" type="presParOf" srcId="{A32B54AC-6CD4-4D8F-BB7E-95EF2A5725C9}" destId="{8D1B0133-5578-4B89-AE8A-BB710BEA27D5}" srcOrd="2" destOrd="0" presId="urn:microsoft.com/office/officeart/2018/2/layout/IconVerticalSolidList"/>
    <dgm:cxn modelId="{F216F846-A30A-481F-AB01-8D907163648A}" type="presParOf" srcId="{A32B54AC-6CD4-4D8F-BB7E-95EF2A5725C9}" destId="{C7367607-5AE2-4C1D-9A98-33D6A2455C35}" srcOrd="3" destOrd="0" presId="urn:microsoft.com/office/officeart/2018/2/layout/IconVerticalSolidList"/>
    <dgm:cxn modelId="{B1FC4B04-9DF1-48C3-ACFD-40A9021E6923}" type="presParOf" srcId="{EB96EAEF-FB59-4CA1-ACDB-B9B71D026F2A}" destId="{B3A9E794-00DC-459C-95EB-DF76849CA265}" srcOrd="1" destOrd="0" presId="urn:microsoft.com/office/officeart/2018/2/layout/IconVerticalSolidList"/>
    <dgm:cxn modelId="{FA177539-303D-4DA2-A1FA-D0FBD2BC2B42}" type="presParOf" srcId="{EB96EAEF-FB59-4CA1-ACDB-B9B71D026F2A}" destId="{BD4A743F-63DC-4ACD-9F26-3E5E07EBAD46}" srcOrd="2" destOrd="0" presId="urn:microsoft.com/office/officeart/2018/2/layout/IconVerticalSolidList"/>
    <dgm:cxn modelId="{B609C3BB-3052-41DC-B809-C0DE829CD4FD}" type="presParOf" srcId="{BD4A743F-63DC-4ACD-9F26-3E5E07EBAD46}" destId="{C290C6B7-BDBC-4CA0-A6F8-2A839E2046DF}" srcOrd="0" destOrd="0" presId="urn:microsoft.com/office/officeart/2018/2/layout/IconVerticalSolidList"/>
    <dgm:cxn modelId="{4935232F-DD73-4A03-9BE0-1071C921EA26}" type="presParOf" srcId="{BD4A743F-63DC-4ACD-9F26-3E5E07EBAD46}" destId="{88E06545-5E7D-4A36-A71A-642424BD408D}" srcOrd="1" destOrd="0" presId="urn:microsoft.com/office/officeart/2018/2/layout/IconVerticalSolidList"/>
    <dgm:cxn modelId="{EE30C018-A6F7-4E34-A5DF-00A76B3E1920}" type="presParOf" srcId="{BD4A743F-63DC-4ACD-9F26-3E5E07EBAD46}" destId="{41A8C20A-2436-4C23-8FC2-A3D8FCFF1DC1}" srcOrd="2" destOrd="0" presId="urn:microsoft.com/office/officeart/2018/2/layout/IconVerticalSolidList"/>
    <dgm:cxn modelId="{22452919-3D93-44CE-BCEF-8BAF1F0FE143}" type="presParOf" srcId="{BD4A743F-63DC-4ACD-9F26-3E5E07EBAD46}" destId="{6B7597D1-4924-4184-B349-2A0544045572}" srcOrd="3" destOrd="0" presId="urn:microsoft.com/office/officeart/2018/2/layout/IconVerticalSolidList"/>
    <dgm:cxn modelId="{D8F321FA-77EA-471F-A9B0-96330AAF2B3A}" type="presParOf" srcId="{EB96EAEF-FB59-4CA1-ACDB-B9B71D026F2A}" destId="{02E88F97-02F3-4940-8C96-C9236C4B621E}" srcOrd="3" destOrd="0" presId="urn:microsoft.com/office/officeart/2018/2/layout/IconVerticalSolidList"/>
    <dgm:cxn modelId="{27ACF8A0-6C1A-45ED-B2F1-EEE98AE77FA1}" type="presParOf" srcId="{EB96EAEF-FB59-4CA1-ACDB-B9B71D026F2A}" destId="{69AE82E8-4D61-4F20-BA41-43378F22280C}" srcOrd="4" destOrd="0" presId="urn:microsoft.com/office/officeart/2018/2/layout/IconVerticalSolidList"/>
    <dgm:cxn modelId="{0E4E7B02-374E-43A0-8FB7-BE8043E0A716}" type="presParOf" srcId="{69AE82E8-4D61-4F20-BA41-43378F22280C}" destId="{15ED921B-4989-4783-A79C-37492E32D329}" srcOrd="0" destOrd="0" presId="urn:microsoft.com/office/officeart/2018/2/layout/IconVerticalSolidList"/>
    <dgm:cxn modelId="{C45573D2-A147-4A46-9DB8-A7C00307A803}" type="presParOf" srcId="{69AE82E8-4D61-4F20-BA41-43378F22280C}" destId="{2856CC22-32BD-47CC-81FC-6FEF4C8728DD}" srcOrd="1" destOrd="0" presId="urn:microsoft.com/office/officeart/2018/2/layout/IconVerticalSolidList"/>
    <dgm:cxn modelId="{35215B91-4F76-48EE-9464-1A224C15CDE9}" type="presParOf" srcId="{69AE82E8-4D61-4F20-BA41-43378F22280C}" destId="{F5ADE9FF-F13A-4988-8B09-CD58C99FE026}" srcOrd="2" destOrd="0" presId="urn:microsoft.com/office/officeart/2018/2/layout/IconVerticalSolidList"/>
    <dgm:cxn modelId="{05E911F5-88FE-4055-AB3B-415D4BEF1969}" type="presParOf" srcId="{69AE82E8-4D61-4F20-BA41-43378F22280C}" destId="{D8404C08-1AF8-417B-9A06-2EDCE40B5FE0}"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7CD270-4433-4CF9-806D-19F9166AB4B0}">
      <dsp:nvSpPr>
        <dsp:cNvPr id="0" name=""/>
        <dsp:cNvSpPr/>
      </dsp:nvSpPr>
      <dsp:spPr>
        <a:xfrm>
          <a:off x="260197" y="445"/>
          <a:ext cx="2409379" cy="1445627"/>
        </a:xfrm>
        <a:prstGeom prst="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baseline="0"/>
            <a:t>Version control of scripts, files, applications, etc.</a:t>
          </a:r>
          <a:endParaRPr lang="en-US" sz="2100" kern="1200"/>
        </a:p>
      </dsp:txBody>
      <dsp:txXfrm>
        <a:off x="260197" y="445"/>
        <a:ext cx="2409379" cy="1445627"/>
      </dsp:txXfrm>
    </dsp:sp>
    <dsp:sp modelId="{A6E7FDA6-F1D0-432C-BBB6-A5EB6AE32BA7}">
      <dsp:nvSpPr>
        <dsp:cNvPr id="0" name=""/>
        <dsp:cNvSpPr/>
      </dsp:nvSpPr>
      <dsp:spPr>
        <a:xfrm>
          <a:off x="2910514" y="445"/>
          <a:ext cx="2409379" cy="1445627"/>
        </a:xfrm>
        <a:prstGeom prst="rect">
          <a:avLst/>
        </a:prstGeom>
        <a:gradFill rotWithShape="0">
          <a:gsLst>
            <a:gs pos="0">
              <a:schemeClr val="accent2">
                <a:hueOff val="-1507884"/>
                <a:satOff val="6809"/>
                <a:lumOff val="2132"/>
                <a:alphaOff val="0"/>
                <a:satMod val="103000"/>
                <a:lumMod val="102000"/>
                <a:tint val="94000"/>
              </a:schemeClr>
            </a:gs>
            <a:gs pos="50000">
              <a:schemeClr val="accent2">
                <a:hueOff val="-1507884"/>
                <a:satOff val="6809"/>
                <a:lumOff val="2132"/>
                <a:alphaOff val="0"/>
                <a:satMod val="110000"/>
                <a:lumMod val="100000"/>
                <a:shade val="100000"/>
              </a:schemeClr>
            </a:gs>
            <a:gs pos="100000">
              <a:schemeClr val="accent2">
                <a:hueOff val="-1507884"/>
                <a:satOff val="6809"/>
                <a:lumOff val="2132"/>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baseline="0"/>
            <a:t>Records changes to a file or set of files over time</a:t>
          </a:r>
          <a:endParaRPr lang="en-US" sz="2100" kern="1200"/>
        </a:p>
      </dsp:txBody>
      <dsp:txXfrm>
        <a:off x="2910514" y="445"/>
        <a:ext cx="2409379" cy="1445627"/>
      </dsp:txXfrm>
    </dsp:sp>
    <dsp:sp modelId="{3C5F0AB1-0191-4931-9A79-134EC762FB8E}">
      <dsp:nvSpPr>
        <dsp:cNvPr id="0" name=""/>
        <dsp:cNvSpPr/>
      </dsp:nvSpPr>
      <dsp:spPr>
        <a:xfrm>
          <a:off x="5560831" y="445"/>
          <a:ext cx="2409379" cy="1445627"/>
        </a:xfrm>
        <a:prstGeom prst="rect">
          <a:avLst/>
        </a:prstGeom>
        <a:gradFill rotWithShape="0">
          <a:gsLst>
            <a:gs pos="0">
              <a:schemeClr val="accent2">
                <a:hueOff val="-3015768"/>
                <a:satOff val="13618"/>
                <a:lumOff val="4264"/>
                <a:alphaOff val="0"/>
                <a:satMod val="103000"/>
                <a:lumMod val="102000"/>
                <a:tint val="94000"/>
              </a:schemeClr>
            </a:gs>
            <a:gs pos="50000">
              <a:schemeClr val="accent2">
                <a:hueOff val="-3015768"/>
                <a:satOff val="13618"/>
                <a:lumOff val="4264"/>
                <a:alphaOff val="0"/>
                <a:satMod val="110000"/>
                <a:lumMod val="100000"/>
                <a:shade val="100000"/>
              </a:schemeClr>
            </a:gs>
            <a:gs pos="100000">
              <a:schemeClr val="accent2">
                <a:hueOff val="-3015768"/>
                <a:satOff val="13618"/>
                <a:lumOff val="4264"/>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baseline="0"/>
            <a:t>Allows file / project versioning</a:t>
          </a:r>
          <a:endParaRPr lang="en-US" sz="2100" kern="1200"/>
        </a:p>
      </dsp:txBody>
      <dsp:txXfrm>
        <a:off x="5560831" y="445"/>
        <a:ext cx="2409379" cy="1445627"/>
      </dsp:txXfrm>
    </dsp:sp>
    <dsp:sp modelId="{2830B0F6-31CF-40F4-956C-61FB6C750A86}">
      <dsp:nvSpPr>
        <dsp:cNvPr id="0" name=""/>
        <dsp:cNvSpPr/>
      </dsp:nvSpPr>
      <dsp:spPr>
        <a:xfrm>
          <a:off x="8211148" y="445"/>
          <a:ext cx="2409379" cy="1445627"/>
        </a:xfrm>
        <a:prstGeom prst="rect">
          <a:avLst/>
        </a:prstGeom>
        <a:gradFill rotWithShape="0">
          <a:gsLst>
            <a:gs pos="0">
              <a:schemeClr val="accent2">
                <a:hueOff val="-4523652"/>
                <a:satOff val="20427"/>
                <a:lumOff val="6396"/>
                <a:alphaOff val="0"/>
                <a:satMod val="103000"/>
                <a:lumMod val="102000"/>
                <a:tint val="94000"/>
              </a:schemeClr>
            </a:gs>
            <a:gs pos="50000">
              <a:schemeClr val="accent2">
                <a:hueOff val="-4523652"/>
                <a:satOff val="20427"/>
                <a:lumOff val="6396"/>
                <a:alphaOff val="0"/>
                <a:satMod val="110000"/>
                <a:lumMod val="100000"/>
                <a:shade val="100000"/>
              </a:schemeClr>
            </a:gs>
            <a:gs pos="100000">
              <a:schemeClr val="accent2">
                <a:hueOff val="-4523652"/>
                <a:satOff val="20427"/>
                <a:lumOff val="6396"/>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baseline="0"/>
            <a:t>Local or centralized</a:t>
          </a:r>
          <a:endParaRPr lang="en-US" sz="2100" kern="1200"/>
        </a:p>
      </dsp:txBody>
      <dsp:txXfrm>
        <a:off x="8211148" y="445"/>
        <a:ext cx="2409379" cy="1445627"/>
      </dsp:txXfrm>
    </dsp:sp>
    <dsp:sp modelId="{B8186457-F44D-4117-96EC-C38C43255AFC}">
      <dsp:nvSpPr>
        <dsp:cNvPr id="0" name=""/>
        <dsp:cNvSpPr/>
      </dsp:nvSpPr>
      <dsp:spPr>
        <a:xfrm>
          <a:off x="260197" y="1687011"/>
          <a:ext cx="2409379" cy="1445627"/>
        </a:xfrm>
        <a:prstGeom prst="rect">
          <a:avLst/>
        </a:prstGeom>
        <a:gradFill rotWithShape="0">
          <a:gsLst>
            <a:gs pos="0">
              <a:schemeClr val="accent2">
                <a:hueOff val="-6031536"/>
                <a:satOff val="27236"/>
                <a:lumOff val="8528"/>
                <a:alphaOff val="0"/>
                <a:satMod val="103000"/>
                <a:lumMod val="102000"/>
                <a:tint val="94000"/>
              </a:schemeClr>
            </a:gs>
            <a:gs pos="50000">
              <a:schemeClr val="accent2">
                <a:hueOff val="-6031536"/>
                <a:satOff val="27236"/>
                <a:lumOff val="8528"/>
                <a:alphaOff val="0"/>
                <a:satMod val="110000"/>
                <a:lumMod val="100000"/>
                <a:shade val="100000"/>
              </a:schemeClr>
            </a:gs>
            <a:gs pos="100000">
              <a:schemeClr val="accent2">
                <a:hueOff val="-6031536"/>
                <a:satOff val="27236"/>
                <a:lumOff val="8528"/>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baseline="0"/>
            <a:t>Distributed version control change repository option</a:t>
          </a:r>
          <a:endParaRPr lang="en-US" sz="2100" kern="1200"/>
        </a:p>
      </dsp:txBody>
      <dsp:txXfrm>
        <a:off x="260197" y="1687011"/>
        <a:ext cx="2409379" cy="1445627"/>
      </dsp:txXfrm>
    </dsp:sp>
    <dsp:sp modelId="{D8B52EEC-023B-4087-B902-C27D6E4E6F8D}">
      <dsp:nvSpPr>
        <dsp:cNvPr id="0" name=""/>
        <dsp:cNvSpPr/>
      </dsp:nvSpPr>
      <dsp:spPr>
        <a:xfrm>
          <a:off x="2910514" y="1687011"/>
          <a:ext cx="2409379" cy="1445627"/>
        </a:xfrm>
        <a:prstGeom prst="rect">
          <a:avLst/>
        </a:prstGeom>
        <a:gradFill rotWithShape="0">
          <a:gsLst>
            <a:gs pos="0">
              <a:schemeClr val="accent2">
                <a:hueOff val="-7539420"/>
                <a:satOff val="34044"/>
                <a:lumOff val="10661"/>
                <a:alphaOff val="0"/>
                <a:satMod val="103000"/>
                <a:lumMod val="102000"/>
                <a:tint val="94000"/>
              </a:schemeClr>
            </a:gs>
            <a:gs pos="50000">
              <a:schemeClr val="accent2">
                <a:hueOff val="-7539420"/>
                <a:satOff val="34044"/>
                <a:lumOff val="10661"/>
                <a:alphaOff val="0"/>
                <a:satMod val="110000"/>
                <a:lumMod val="100000"/>
                <a:shade val="100000"/>
              </a:schemeClr>
            </a:gs>
            <a:gs pos="100000">
              <a:schemeClr val="accent2">
                <a:hueOff val="-7539420"/>
                <a:satOff val="34044"/>
                <a:lumOff val="10661"/>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baseline="0"/>
            <a:t>Easily swap versions</a:t>
          </a:r>
          <a:endParaRPr lang="en-US" sz="2100" kern="1200"/>
        </a:p>
      </dsp:txBody>
      <dsp:txXfrm>
        <a:off x="2910514" y="1687011"/>
        <a:ext cx="2409379" cy="1445627"/>
      </dsp:txXfrm>
    </dsp:sp>
    <dsp:sp modelId="{AE7618BB-F914-4516-8277-9A1287901F83}">
      <dsp:nvSpPr>
        <dsp:cNvPr id="0" name=""/>
        <dsp:cNvSpPr/>
      </dsp:nvSpPr>
      <dsp:spPr>
        <a:xfrm>
          <a:off x="5560831" y="1687011"/>
          <a:ext cx="2409379" cy="1445627"/>
        </a:xfrm>
        <a:prstGeom prst="rect">
          <a:avLst/>
        </a:prstGeom>
        <a:gradFill rotWithShape="0">
          <a:gsLst>
            <a:gs pos="0">
              <a:schemeClr val="accent2">
                <a:hueOff val="-9047304"/>
                <a:satOff val="40853"/>
                <a:lumOff val="12793"/>
                <a:alphaOff val="0"/>
                <a:satMod val="103000"/>
                <a:lumMod val="102000"/>
                <a:tint val="94000"/>
              </a:schemeClr>
            </a:gs>
            <a:gs pos="50000">
              <a:schemeClr val="accent2">
                <a:hueOff val="-9047304"/>
                <a:satOff val="40853"/>
                <a:lumOff val="12793"/>
                <a:alphaOff val="0"/>
                <a:satMod val="110000"/>
                <a:lumMod val="100000"/>
                <a:shade val="100000"/>
              </a:schemeClr>
            </a:gs>
            <a:gs pos="100000">
              <a:schemeClr val="accent2">
                <a:hueOff val="-9047304"/>
                <a:satOff val="40853"/>
                <a:lumOff val="12793"/>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baseline="0"/>
            <a:t>Ideal for teams</a:t>
          </a:r>
          <a:endParaRPr lang="en-US" sz="2100" kern="1200"/>
        </a:p>
      </dsp:txBody>
      <dsp:txXfrm>
        <a:off x="5560831" y="1687011"/>
        <a:ext cx="2409379" cy="1445627"/>
      </dsp:txXfrm>
    </dsp:sp>
    <dsp:sp modelId="{434D329E-1D49-4608-B7DA-6CA7113F1377}">
      <dsp:nvSpPr>
        <dsp:cNvPr id="0" name=""/>
        <dsp:cNvSpPr/>
      </dsp:nvSpPr>
      <dsp:spPr>
        <a:xfrm>
          <a:off x="8211148" y="1687011"/>
          <a:ext cx="2409379" cy="1445627"/>
        </a:xfrm>
        <a:prstGeom prst="rect">
          <a:avLst/>
        </a:prstGeom>
        <a:gradFill rotWithShape="0">
          <a:gsLst>
            <a:gs pos="0">
              <a:schemeClr val="accent2">
                <a:hueOff val="-10555188"/>
                <a:satOff val="47662"/>
                <a:lumOff val="14925"/>
                <a:alphaOff val="0"/>
                <a:satMod val="103000"/>
                <a:lumMod val="102000"/>
                <a:tint val="94000"/>
              </a:schemeClr>
            </a:gs>
            <a:gs pos="50000">
              <a:schemeClr val="accent2">
                <a:hueOff val="-10555188"/>
                <a:satOff val="47662"/>
                <a:lumOff val="14925"/>
                <a:alphaOff val="0"/>
                <a:satMod val="110000"/>
                <a:lumMod val="100000"/>
                <a:shade val="100000"/>
              </a:schemeClr>
            </a:gs>
            <a:gs pos="100000">
              <a:schemeClr val="accent2">
                <a:hueOff val="-10555188"/>
                <a:satOff val="47662"/>
                <a:lumOff val="14925"/>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baseline="0"/>
            <a:t>Undo changes</a:t>
          </a:r>
          <a:endParaRPr lang="en-US" sz="2100" kern="1200"/>
        </a:p>
      </dsp:txBody>
      <dsp:txXfrm>
        <a:off x="8211148" y="1687011"/>
        <a:ext cx="2409379" cy="1445627"/>
      </dsp:txXfrm>
    </dsp:sp>
    <dsp:sp modelId="{92EAE535-0C08-41E6-BDB3-FCA389471929}">
      <dsp:nvSpPr>
        <dsp:cNvPr id="0" name=""/>
        <dsp:cNvSpPr/>
      </dsp:nvSpPr>
      <dsp:spPr>
        <a:xfrm>
          <a:off x="4235672" y="3373576"/>
          <a:ext cx="2409379" cy="1445627"/>
        </a:xfrm>
        <a:prstGeom prst="rect">
          <a:avLst/>
        </a:prstGeom>
        <a:gradFill rotWithShape="0">
          <a:gsLst>
            <a:gs pos="0">
              <a:schemeClr val="accent2">
                <a:hueOff val="-12063073"/>
                <a:satOff val="54471"/>
                <a:lumOff val="17057"/>
                <a:alphaOff val="0"/>
                <a:satMod val="103000"/>
                <a:lumMod val="102000"/>
                <a:tint val="94000"/>
              </a:schemeClr>
            </a:gs>
            <a:gs pos="50000">
              <a:schemeClr val="accent2">
                <a:hueOff val="-12063073"/>
                <a:satOff val="54471"/>
                <a:lumOff val="17057"/>
                <a:alphaOff val="0"/>
                <a:satMod val="110000"/>
                <a:lumMod val="100000"/>
                <a:shade val="100000"/>
              </a:schemeClr>
            </a:gs>
            <a:gs pos="100000">
              <a:schemeClr val="accent2">
                <a:hueOff val="-12063073"/>
                <a:satOff val="54471"/>
                <a:lumOff val="17057"/>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kern="1200" baseline="0"/>
            <a:t>Stored on each machine</a:t>
          </a:r>
          <a:endParaRPr lang="en-US" sz="2100" kern="1200"/>
        </a:p>
      </dsp:txBody>
      <dsp:txXfrm>
        <a:off x="4235672" y="3373576"/>
        <a:ext cx="2409379" cy="144562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B9151DC-350F-46FE-A129-05F05CF8892E}">
      <dsp:nvSpPr>
        <dsp:cNvPr id="0" name=""/>
        <dsp:cNvSpPr/>
      </dsp:nvSpPr>
      <dsp:spPr>
        <a:xfrm>
          <a:off x="2146363" y="472904"/>
          <a:ext cx="1512000" cy="151200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3BAFFA5-74A0-4F80-A1EE-B49658FCA72C}">
      <dsp:nvSpPr>
        <dsp:cNvPr id="0" name=""/>
        <dsp:cNvSpPr/>
      </dsp:nvSpPr>
      <dsp:spPr>
        <a:xfrm>
          <a:off x="742363" y="2151479"/>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00200">
            <a:lnSpc>
              <a:spcPct val="100000"/>
            </a:lnSpc>
            <a:spcBef>
              <a:spcPct val="0"/>
            </a:spcBef>
            <a:spcAft>
              <a:spcPct val="35000"/>
            </a:spcAft>
            <a:buNone/>
            <a:defRPr b="1"/>
          </a:pPr>
          <a:r>
            <a:rPr lang="en-US" sz="3600" kern="1200"/>
            <a:t>Distributed</a:t>
          </a:r>
        </a:p>
      </dsp:txBody>
      <dsp:txXfrm>
        <a:off x="742363" y="2151479"/>
        <a:ext cx="4320000" cy="648000"/>
      </dsp:txXfrm>
    </dsp:sp>
    <dsp:sp modelId="{E5BA718A-FBFD-4146-91D0-A73745522F07}">
      <dsp:nvSpPr>
        <dsp:cNvPr id="0" name=""/>
        <dsp:cNvSpPr/>
      </dsp:nvSpPr>
      <dsp:spPr>
        <a:xfrm>
          <a:off x="742363" y="2876956"/>
          <a:ext cx="4320000" cy="14697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r>
            <a:rPr lang="en-US" sz="1700" kern="1200"/>
            <a:t>Everyone has a copy</a:t>
          </a:r>
        </a:p>
        <a:p>
          <a:pPr marL="0" lvl="0" indent="0" algn="ctr" defTabSz="755650">
            <a:lnSpc>
              <a:spcPct val="100000"/>
            </a:lnSpc>
            <a:spcBef>
              <a:spcPct val="0"/>
            </a:spcBef>
            <a:spcAft>
              <a:spcPct val="35000"/>
            </a:spcAft>
            <a:buNone/>
          </a:pPr>
          <a:r>
            <a:rPr lang="en-US" sz="1700" kern="1200"/>
            <a:t>Changes made locally</a:t>
          </a:r>
        </a:p>
        <a:p>
          <a:pPr marL="0" lvl="0" indent="0" algn="ctr" defTabSz="755650">
            <a:lnSpc>
              <a:spcPct val="100000"/>
            </a:lnSpc>
            <a:spcBef>
              <a:spcPct val="0"/>
            </a:spcBef>
            <a:spcAft>
              <a:spcPct val="35000"/>
            </a:spcAft>
            <a:buNone/>
          </a:pPr>
          <a:r>
            <a:rPr lang="en-US" sz="1700" kern="1200"/>
            <a:t>Merged with an online central copy</a:t>
          </a:r>
        </a:p>
        <a:p>
          <a:pPr marL="0" lvl="0" indent="0" algn="ctr" defTabSz="755650">
            <a:lnSpc>
              <a:spcPct val="100000"/>
            </a:lnSpc>
            <a:spcBef>
              <a:spcPct val="0"/>
            </a:spcBef>
            <a:spcAft>
              <a:spcPct val="35000"/>
            </a:spcAft>
            <a:buNone/>
          </a:pPr>
          <a:r>
            <a:rPr lang="en-US" sz="1700" kern="1200"/>
            <a:t>Doesn’t generally require connectivity</a:t>
          </a:r>
        </a:p>
      </dsp:txBody>
      <dsp:txXfrm>
        <a:off x="742363" y="2876956"/>
        <a:ext cx="4320000" cy="1469788"/>
      </dsp:txXfrm>
    </dsp:sp>
    <dsp:sp modelId="{E2742639-86C8-410D-8C05-CB0AE165B8AF}">
      <dsp:nvSpPr>
        <dsp:cNvPr id="0" name=""/>
        <dsp:cNvSpPr/>
      </dsp:nvSpPr>
      <dsp:spPr>
        <a:xfrm>
          <a:off x="7222363" y="472904"/>
          <a:ext cx="1512000" cy="151200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A1D2B19-0142-4C77-A639-411B25C14F24}">
      <dsp:nvSpPr>
        <dsp:cNvPr id="0" name=""/>
        <dsp:cNvSpPr/>
      </dsp:nvSpPr>
      <dsp:spPr>
        <a:xfrm>
          <a:off x="5818363" y="2151479"/>
          <a:ext cx="4320000" cy="648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600200">
            <a:lnSpc>
              <a:spcPct val="100000"/>
            </a:lnSpc>
            <a:spcBef>
              <a:spcPct val="0"/>
            </a:spcBef>
            <a:spcAft>
              <a:spcPct val="35000"/>
            </a:spcAft>
            <a:buNone/>
            <a:defRPr b="1"/>
          </a:pPr>
          <a:r>
            <a:rPr lang="en-US" sz="3600" kern="1200"/>
            <a:t>Centralized</a:t>
          </a:r>
        </a:p>
      </dsp:txBody>
      <dsp:txXfrm>
        <a:off x="5818363" y="2151479"/>
        <a:ext cx="4320000" cy="648000"/>
      </dsp:txXfrm>
    </dsp:sp>
    <dsp:sp modelId="{AD36E3B4-BBA9-499E-A55C-56B286F2D444}">
      <dsp:nvSpPr>
        <dsp:cNvPr id="0" name=""/>
        <dsp:cNvSpPr/>
      </dsp:nvSpPr>
      <dsp:spPr>
        <a:xfrm>
          <a:off x="5818363" y="2876956"/>
          <a:ext cx="4320000" cy="146978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r>
            <a:rPr lang="en-US" sz="1700" kern="1200"/>
            <a:t>Master copy is stored centrally</a:t>
          </a:r>
        </a:p>
        <a:p>
          <a:pPr marL="0" lvl="0" indent="0" algn="ctr" defTabSz="755650">
            <a:lnSpc>
              <a:spcPct val="100000"/>
            </a:lnSpc>
            <a:spcBef>
              <a:spcPct val="0"/>
            </a:spcBef>
            <a:spcAft>
              <a:spcPct val="35000"/>
            </a:spcAft>
            <a:buNone/>
          </a:pPr>
          <a:r>
            <a:rPr lang="en-US" sz="1700" kern="1200"/>
            <a:t>Requires network connectivity</a:t>
          </a:r>
        </a:p>
      </dsp:txBody>
      <dsp:txXfrm>
        <a:off x="5818363" y="2876956"/>
        <a:ext cx="4320000" cy="146978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5D17632-0F44-442E-85FF-D8881A355F96}">
      <dsp:nvSpPr>
        <dsp:cNvPr id="0" name=""/>
        <dsp:cNvSpPr/>
      </dsp:nvSpPr>
      <dsp:spPr>
        <a:xfrm>
          <a:off x="0" y="99094"/>
          <a:ext cx="10880726" cy="694980"/>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baseline="0"/>
            <a:t>Continuous Integration (CI)</a:t>
          </a:r>
          <a:endParaRPr lang="en-US" sz="2700" kern="1200"/>
        </a:p>
      </dsp:txBody>
      <dsp:txXfrm>
        <a:off x="33926" y="133020"/>
        <a:ext cx="10812874" cy="627128"/>
      </dsp:txXfrm>
    </dsp:sp>
    <dsp:sp modelId="{FF119B6E-4A72-4A5A-97B3-65718B84B64B}">
      <dsp:nvSpPr>
        <dsp:cNvPr id="0" name=""/>
        <dsp:cNvSpPr/>
      </dsp:nvSpPr>
      <dsp:spPr>
        <a:xfrm>
          <a:off x="0" y="794074"/>
          <a:ext cx="10880726" cy="19561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5463" tIns="34290" rIns="192024" bIns="34290" numCol="1" spcCol="1270" anchor="t" anchorCtr="0">
          <a:noAutofit/>
        </a:bodyPr>
        <a:lstStyle/>
        <a:p>
          <a:pPr marL="228600" lvl="1" indent="-228600" algn="l" defTabSz="933450">
            <a:lnSpc>
              <a:spcPct val="90000"/>
            </a:lnSpc>
            <a:spcBef>
              <a:spcPct val="0"/>
            </a:spcBef>
            <a:spcAft>
              <a:spcPct val="20000"/>
            </a:spcAft>
            <a:buChar char="•"/>
          </a:pPr>
          <a:r>
            <a:rPr lang="en-US" sz="2100" kern="1200" baseline="0"/>
            <a:t>Team develops from same repository</a:t>
          </a:r>
          <a:endParaRPr lang="en-US" sz="2100" kern="1200"/>
        </a:p>
        <a:p>
          <a:pPr marL="228600" lvl="1" indent="-228600" algn="l" defTabSz="933450">
            <a:lnSpc>
              <a:spcPct val="90000"/>
            </a:lnSpc>
            <a:spcBef>
              <a:spcPct val="0"/>
            </a:spcBef>
            <a:spcAft>
              <a:spcPct val="20000"/>
            </a:spcAft>
            <a:buChar char="•"/>
          </a:pPr>
          <a:r>
            <a:rPr lang="en-US" sz="2100" kern="1200" baseline="0"/>
            <a:t>Limited drift from master branch</a:t>
          </a:r>
          <a:endParaRPr lang="en-US" sz="2100" kern="1200"/>
        </a:p>
        <a:p>
          <a:pPr marL="228600" lvl="1" indent="-228600" algn="l" defTabSz="933450">
            <a:lnSpc>
              <a:spcPct val="90000"/>
            </a:lnSpc>
            <a:spcBef>
              <a:spcPct val="0"/>
            </a:spcBef>
            <a:spcAft>
              <a:spcPct val="20000"/>
            </a:spcAft>
            <a:buChar char="•"/>
          </a:pPr>
          <a:r>
            <a:rPr lang="en-US" sz="2100" kern="1200" baseline="0"/>
            <a:t>Results contain few bugs</a:t>
          </a:r>
          <a:endParaRPr lang="en-US" sz="2100" kern="1200"/>
        </a:p>
        <a:p>
          <a:pPr marL="228600" lvl="1" indent="-228600" algn="l" defTabSz="933450">
            <a:lnSpc>
              <a:spcPct val="90000"/>
            </a:lnSpc>
            <a:spcBef>
              <a:spcPct val="0"/>
            </a:spcBef>
            <a:spcAft>
              <a:spcPct val="20000"/>
            </a:spcAft>
            <a:buChar char="•"/>
          </a:pPr>
          <a:r>
            <a:rPr lang="en-US" sz="2100" kern="1200" baseline="0"/>
            <a:t>Software works properly</a:t>
          </a:r>
          <a:endParaRPr lang="en-US" sz="2100" kern="1200"/>
        </a:p>
        <a:p>
          <a:pPr marL="228600" lvl="1" indent="-228600" algn="l" defTabSz="933450">
            <a:lnSpc>
              <a:spcPct val="90000"/>
            </a:lnSpc>
            <a:spcBef>
              <a:spcPct val="0"/>
            </a:spcBef>
            <a:spcAft>
              <a:spcPct val="20000"/>
            </a:spcAft>
            <a:buChar char="•"/>
          </a:pPr>
          <a:endParaRPr lang="en-US" sz="2100" kern="1200" baseline="0">
            <a:latin typeface="Segoe UI Semibold"/>
          </a:endParaRPr>
        </a:p>
      </dsp:txBody>
      <dsp:txXfrm>
        <a:off x="0" y="794074"/>
        <a:ext cx="10880726" cy="1956150"/>
      </dsp:txXfrm>
    </dsp:sp>
    <dsp:sp modelId="{21E9410D-919C-4478-8028-D192E838CF32}">
      <dsp:nvSpPr>
        <dsp:cNvPr id="0" name=""/>
        <dsp:cNvSpPr/>
      </dsp:nvSpPr>
      <dsp:spPr>
        <a:xfrm>
          <a:off x="0" y="2750224"/>
          <a:ext cx="10880726" cy="694980"/>
        </a:xfrm>
        <a:prstGeom prst="roundRect">
          <a:avLst/>
        </a:prstGeom>
        <a:solidFill>
          <a:schemeClr val="accent4">
            <a:hueOff val="8532010"/>
            <a:satOff val="-30852"/>
            <a:lumOff val="3019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baseline="0"/>
            <a:t>Continuous Delivery (CD)</a:t>
          </a:r>
          <a:endParaRPr lang="en-US" sz="2700" kern="1200"/>
        </a:p>
      </dsp:txBody>
      <dsp:txXfrm>
        <a:off x="33926" y="2784150"/>
        <a:ext cx="10812874" cy="627128"/>
      </dsp:txXfrm>
    </dsp:sp>
    <dsp:sp modelId="{16827173-A2DA-411A-A1D0-56A0D09F286D}">
      <dsp:nvSpPr>
        <dsp:cNvPr id="0" name=""/>
        <dsp:cNvSpPr/>
      </dsp:nvSpPr>
      <dsp:spPr>
        <a:xfrm>
          <a:off x="0" y="3445204"/>
          <a:ext cx="10880726" cy="15090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5463" tIns="34290" rIns="192024" bIns="34290" numCol="1" spcCol="1270" anchor="t" anchorCtr="0">
          <a:noAutofit/>
        </a:bodyPr>
        <a:lstStyle/>
        <a:p>
          <a:pPr marL="228600" lvl="1" indent="-228600" algn="l" defTabSz="933450">
            <a:lnSpc>
              <a:spcPct val="90000"/>
            </a:lnSpc>
            <a:spcBef>
              <a:spcPct val="0"/>
            </a:spcBef>
            <a:spcAft>
              <a:spcPct val="20000"/>
            </a:spcAft>
            <a:buChar char="•"/>
          </a:pPr>
          <a:r>
            <a:rPr lang="en-US" sz="2100" kern="1200" baseline="0"/>
            <a:t>Produce software/updates in short cycles</a:t>
          </a:r>
          <a:endParaRPr lang="en-US" sz="2100" kern="1200"/>
        </a:p>
        <a:p>
          <a:pPr marL="228600" lvl="1" indent="-228600" algn="l" defTabSz="933450">
            <a:lnSpc>
              <a:spcPct val="90000"/>
            </a:lnSpc>
            <a:spcBef>
              <a:spcPct val="0"/>
            </a:spcBef>
            <a:spcAft>
              <a:spcPct val="20000"/>
            </a:spcAft>
            <a:buChar char="•"/>
          </a:pPr>
          <a:r>
            <a:rPr lang="en-US" sz="2100" kern="1200" baseline="0"/>
            <a:t>Allows: building, testing, and releasing code with greater speed and frequency</a:t>
          </a:r>
          <a:endParaRPr lang="en-US" sz="2100" kern="1200"/>
        </a:p>
        <a:p>
          <a:pPr marL="228600" lvl="1" indent="-228600" algn="l" defTabSz="933450">
            <a:lnSpc>
              <a:spcPct val="90000"/>
            </a:lnSpc>
            <a:spcBef>
              <a:spcPct val="0"/>
            </a:spcBef>
            <a:spcAft>
              <a:spcPct val="20000"/>
            </a:spcAft>
            <a:buChar char="•"/>
          </a:pPr>
          <a:r>
            <a:rPr lang="en-US" sz="2100" kern="1200" baseline="0"/>
            <a:t>Reduces: cost, time, and risk of delivering changes by allowing for more incremental updates to applications/scripts</a:t>
          </a:r>
          <a:endParaRPr lang="en-US" sz="2100" kern="1200"/>
        </a:p>
      </dsp:txBody>
      <dsp:txXfrm>
        <a:off x="0" y="3445204"/>
        <a:ext cx="10880726" cy="150903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8F8AA9E-1A97-4A93-B783-2494838E4AB9}">
      <dsp:nvSpPr>
        <dsp:cNvPr id="0" name=""/>
        <dsp:cNvSpPr/>
      </dsp:nvSpPr>
      <dsp:spPr>
        <a:xfrm>
          <a:off x="0" y="2000"/>
          <a:ext cx="10880725" cy="101382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6A93692-3A02-498B-B009-2E1E404EE69B}">
      <dsp:nvSpPr>
        <dsp:cNvPr id="0" name=""/>
        <dsp:cNvSpPr/>
      </dsp:nvSpPr>
      <dsp:spPr>
        <a:xfrm>
          <a:off x="306680" y="230110"/>
          <a:ext cx="557601" cy="55760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F220836-1F43-419E-B7C0-A70DF7DF3085}">
      <dsp:nvSpPr>
        <dsp:cNvPr id="0" name=""/>
        <dsp:cNvSpPr/>
      </dsp:nvSpPr>
      <dsp:spPr>
        <a:xfrm>
          <a:off x="1170963" y="2000"/>
          <a:ext cx="9709761" cy="10138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7296" tIns="107296" rIns="107296" bIns="107296" numCol="1" spcCol="1270" anchor="ctr" anchorCtr="0">
          <a:noAutofit/>
        </a:bodyPr>
        <a:lstStyle/>
        <a:p>
          <a:pPr marL="0" lvl="0" indent="0" algn="l" defTabSz="977900">
            <a:lnSpc>
              <a:spcPct val="90000"/>
            </a:lnSpc>
            <a:spcBef>
              <a:spcPct val="0"/>
            </a:spcBef>
            <a:spcAft>
              <a:spcPct val="35000"/>
            </a:spcAft>
            <a:buNone/>
          </a:pPr>
          <a:r>
            <a:rPr lang="en-US" sz="2200" kern="1200"/>
            <a:t>Harness collaboration</a:t>
          </a:r>
        </a:p>
      </dsp:txBody>
      <dsp:txXfrm>
        <a:off x="1170963" y="2000"/>
        <a:ext cx="9709761" cy="1013820"/>
      </dsp:txXfrm>
    </dsp:sp>
    <dsp:sp modelId="{33CA625F-9F51-48EB-94F1-BFE84A98A5FC}">
      <dsp:nvSpPr>
        <dsp:cNvPr id="0" name=""/>
        <dsp:cNvSpPr/>
      </dsp:nvSpPr>
      <dsp:spPr>
        <a:xfrm>
          <a:off x="0" y="1269276"/>
          <a:ext cx="10880725" cy="101382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07E4D9A-DE53-492E-A53A-2BAA710E2117}">
      <dsp:nvSpPr>
        <dsp:cNvPr id="0" name=""/>
        <dsp:cNvSpPr/>
      </dsp:nvSpPr>
      <dsp:spPr>
        <a:xfrm>
          <a:off x="306680" y="1497386"/>
          <a:ext cx="557601" cy="55760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4526B59-6A2F-492E-ABF2-BFAAD6A6AC1F}">
      <dsp:nvSpPr>
        <dsp:cNvPr id="0" name=""/>
        <dsp:cNvSpPr/>
      </dsp:nvSpPr>
      <dsp:spPr>
        <a:xfrm>
          <a:off x="1170963" y="1269276"/>
          <a:ext cx="9709761" cy="10138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7296" tIns="107296" rIns="107296" bIns="107296" numCol="1" spcCol="1270" anchor="ctr" anchorCtr="0">
          <a:noAutofit/>
        </a:bodyPr>
        <a:lstStyle/>
        <a:p>
          <a:pPr marL="0" lvl="0" indent="0" algn="l" defTabSz="977900">
            <a:lnSpc>
              <a:spcPct val="90000"/>
            </a:lnSpc>
            <a:spcBef>
              <a:spcPct val="0"/>
            </a:spcBef>
            <a:spcAft>
              <a:spcPct val="35000"/>
            </a:spcAft>
            <a:buNone/>
          </a:pPr>
          <a:r>
            <a:rPr lang="en-US" sz="2200" kern="1200"/>
            <a:t>Enable parallel development</a:t>
          </a:r>
        </a:p>
      </dsp:txBody>
      <dsp:txXfrm>
        <a:off x="1170963" y="1269276"/>
        <a:ext cx="9709761" cy="1013820"/>
      </dsp:txXfrm>
    </dsp:sp>
    <dsp:sp modelId="{985C680F-F63B-442F-B42E-405458B6B051}">
      <dsp:nvSpPr>
        <dsp:cNvPr id="0" name=""/>
        <dsp:cNvSpPr/>
      </dsp:nvSpPr>
      <dsp:spPr>
        <a:xfrm>
          <a:off x="0" y="2536552"/>
          <a:ext cx="10880725" cy="101382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98AB81D-CE0F-4224-9FDA-A321A2D3F2F2}">
      <dsp:nvSpPr>
        <dsp:cNvPr id="0" name=""/>
        <dsp:cNvSpPr/>
      </dsp:nvSpPr>
      <dsp:spPr>
        <a:xfrm>
          <a:off x="306680" y="2764662"/>
          <a:ext cx="557601" cy="55760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F5D6FC9-A498-490B-8EEA-DD03E75B02B4}">
      <dsp:nvSpPr>
        <dsp:cNvPr id="0" name=""/>
        <dsp:cNvSpPr/>
      </dsp:nvSpPr>
      <dsp:spPr>
        <a:xfrm>
          <a:off x="1170963" y="2536552"/>
          <a:ext cx="9709761" cy="10138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7296" tIns="107296" rIns="107296" bIns="107296" numCol="1" spcCol="1270" anchor="ctr" anchorCtr="0">
          <a:noAutofit/>
        </a:bodyPr>
        <a:lstStyle/>
        <a:p>
          <a:pPr marL="0" lvl="0" indent="0" algn="l" defTabSz="977900">
            <a:lnSpc>
              <a:spcPct val="90000"/>
            </a:lnSpc>
            <a:spcBef>
              <a:spcPct val="0"/>
            </a:spcBef>
            <a:spcAft>
              <a:spcPct val="35000"/>
            </a:spcAft>
            <a:buNone/>
          </a:pPr>
          <a:r>
            <a:rPr lang="en-US" sz="2200" kern="1200"/>
            <a:t>Minimize integration debt</a:t>
          </a:r>
        </a:p>
      </dsp:txBody>
      <dsp:txXfrm>
        <a:off x="1170963" y="2536552"/>
        <a:ext cx="9709761" cy="1013820"/>
      </dsp:txXfrm>
    </dsp:sp>
    <dsp:sp modelId="{F815AA3D-5AE4-4747-B8DA-7E2B8BCBE81D}">
      <dsp:nvSpPr>
        <dsp:cNvPr id="0" name=""/>
        <dsp:cNvSpPr/>
      </dsp:nvSpPr>
      <dsp:spPr>
        <a:xfrm>
          <a:off x="0" y="3803828"/>
          <a:ext cx="10880725" cy="101382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D993FEE-33D8-488A-938C-2F67796130A6}">
      <dsp:nvSpPr>
        <dsp:cNvPr id="0" name=""/>
        <dsp:cNvSpPr/>
      </dsp:nvSpPr>
      <dsp:spPr>
        <a:xfrm>
          <a:off x="306680" y="4031938"/>
          <a:ext cx="557601" cy="557601"/>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4C3667F-2540-4B84-BF90-CC1245409C0F}">
      <dsp:nvSpPr>
        <dsp:cNvPr id="0" name=""/>
        <dsp:cNvSpPr/>
      </dsp:nvSpPr>
      <dsp:spPr>
        <a:xfrm>
          <a:off x="1170963" y="3803828"/>
          <a:ext cx="9709761" cy="10138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7296" tIns="107296" rIns="107296" bIns="107296" numCol="1" spcCol="1270" anchor="ctr" anchorCtr="0">
          <a:noAutofit/>
        </a:bodyPr>
        <a:lstStyle/>
        <a:p>
          <a:pPr marL="0" lvl="0" indent="0" algn="l" defTabSz="977900">
            <a:lnSpc>
              <a:spcPct val="90000"/>
            </a:lnSpc>
            <a:spcBef>
              <a:spcPct val="0"/>
            </a:spcBef>
            <a:spcAft>
              <a:spcPct val="35000"/>
            </a:spcAft>
            <a:buNone/>
          </a:pPr>
          <a:r>
            <a:rPr lang="en-US" sz="2200" kern="1200"/>
            <a:t>Act as a quality gate</a:t>
          </a:r>
        </a:p>
      </dsp:txBody>
      <dsp:txXfrm>
        <a:off x="1170963" y="3803828"/>
        <a:ext cx="9709761" cy="101382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450CA60-3CF5-408C-AD8B-C484446CD2B8}">
      <dsp:nvSpPr>
        <dsp:cNvPr id="0" name=""/>
        <dsp:cNvSpPr/>
      </dsp:nvSpPr>
      <dsp:spPr>
        <a:xfrm>
          <a:off x="0" y="588"/>
          <a:ext cx="10880725" cy="137670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D3318AA-7008-4D6A-AC5E-FF4CBD0EE59B}">
      <dsp:nvSpPr>
        <dsp:cNvPr id="0" name=""/>
        <dsp:cNvSpPr/>
      </dsp:nvSpPr>
      <dsp:spPr>
        <a:xfrm>
          <a:off x="416453" y="310347"/>
          <a:ext cx="757188" cy="75718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A6AC8F3-D8A4-4BE2-9AB0-80F6410602B8}">
      <dsp:nvSpPr>
        <dsp:cNvPr id="0" name=""/>
        <dsp:cNvSpPr/>
      </dsp:nvSpPr>
      <dsp:spPr>
        <a:xfrm>
          <a:off x="1590096" y="588"/>
          <a:ext cx="9290628" cy="13767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5701" tIns="145701" rIns="145701" bIns="145701" numCol="1" spcCol="1270" anchor="ctr" anchorCtr="0">
          <a:noAutofit/>
        </a:bodyPr>
        <a:lstStyle/>
        <a:p>
          <a:pPr marL="0" lvl="0" indent="0" algn="l" defTabSz="1111250">
            <a:lnSpc>
              <a:spcPct val="90000"/>
            </a:lnSpc>
            <a:spcBef>
              <a:spcPct val="0"/>
            </a:spcBef>
            <a:spcAft>
              <a:spcPct val="35000"/>
            </a:spcAft>
            <a:buNone/>
          </a:pPr>
          <a:r>
            <a:rPr lang="en-US" sz="2500" kern="1200" baseline="0"/>
            <a:t>Retains each version by tracking ALL changes</a:t>
          </a:r>
          <a:endParaRPr lang="en-US" sz="2500" kern="1200"/>
        </a:p>
      </dsp:txBody>
      <dsp:txXfrm>
        <a:off x="1590096" y="588"/>
        <a:ext cx="9290628" cy="1376706"/>
      </dsp:txXfrm>
    </dsp:sp>
    <dsp:sp modelId="{EE10086C-8167-43A2-9714-7DC34630140C}">
      <dsp:nvSpPr>
        <dsp:cNvPr id="0" name=""/>
        <dsp:cNvSpPr/>
      </dsp:nvSpPr>
      <dsp:spPr>
        <a:xfrm>
          <a:off x="0" y="1721471"/>
          <a:ext cx="10880725" cy="137670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1B7A885-66B0-41F8-94E7-8D0F721D7E53}">
      <dsp:nvSpPr>
        <dsp:cNvPr id="0" name=""/>
        <dsp:cNvSpPr/>
      </dsp:nvSpPr>
      <dsp:spPr>
        <a:xfrm>
          <a:off x="416453" y="2031230"/>
          <a:ext cx="757188" cy="75718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F109E04-FE43-43D4-AEA5-5AC0D17154AE}">
      <dsp:nvSpPr>
        <dsp:cNvPr id="0" name=""/>
        <dsp:cNvSpPr/>
      </dsp:nvSpPr>
      <dsp:spPr>
        <a:xfrm>
          <a:off x="1590096" y="1721471"/>
          <a:ext cx="9290628" cy="13767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5701" tIns="145701" rIns="145701" bIns="145701" numCol="1" spcCol="1270" anchor="ctr" anchorCtr="0">
          <a:noAutofit/>
        </a:bodyPr>
        <a:lstStyle/>
        <a:p>
          <a:pPr marL="0" lvl="0" indent="0" algn="l" defTabSz="1111250">
            <a:lnSpc>
              <a:spcPct val="90000"/>
            </a:lnSpc>
            <a:spcBef>
              <a:spcPct val="0"/>
            </a:spcBef>
            <a:spcAft>
              <a:spcPct val="35000"/>
            </a:spcAft>
            <a:buNone/>
          </a:pPr>
          <a:r>
            <a:rPr lang="en-US" sz="2500" kern="1200" baseline="0"/>
            <a:t>Displays exact changes</a:t>
          </a:r>
          <a:endParaRPr lang="en-US" sz="2500" kern="1200"/>
        </a:p>
      </dsp:txBody>
      <dsp:txXfrm>
        <a:off x="1590096" y="1721471"/>
        <a:ext cx="9290628" cy="1376706"/>
      </dsp:txXfrm>
    </dsp:sp>
    <dsp:sp modelId="{27C6F1DC-FA98-4AF9-B8E4-5D23CA1FC499}">
      <dsp:nvSpPr>
        <dsp:cNvPr id="0" name=""/>
        <dsp:cNvSpPr/>
      </dsp:nvSpPr>
      <dsp:spPr>
        <a:xfrm>
          <a:off x="0" y="3442354"/>
          <a:ext cx="10880725" cy="137670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6764867-D8A9-4240-B23C-50DF6B79524B}">
      <dsp:nvSpPr>
        <dsp:cNvPr id="0" name=""/>
        <dsp:cNvSpPr/>
      </dsp:nvSpPr>
      <dsp:spPr>
        <a:xfrm>
          <a:off x="416453" y="3752113"/>
          <a:ext cx="757188" cy="75718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E643B9A-8C91-451D-85C4-CD6A09477C02}">
      <dsp:nvSpPr>
        <dsp:cNvPr id="0" name=""/>
        <dsp:cNvSpPr/>
      </dsp:nvSpPr>
      <dsp:spPr>
        <a:xfrm>
          <a:off x="1590096" y="3442354"/>
          <a:ext cx="9290628" cy="13767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5701" tIns="145701" rIns="145701" bIns="145701" numCol="1" spcCol="1270" anchor="ctr" anchorCtr="0">
          <a:noAutofit/>
        </a:bodyPr>
        <a:lstStyle/>
        <a:p>
          <a:pPr marL="0" lvl="0" indent="0" algn="l" defTabSz="1111250">
            <a:lnSpc>
              <a:spcPct val="90000"/>
            </a:lnSpc>
            <a:spcBef>
              <a:spcPct val="0"/>
            </a:spcBef>
            <a:spcAft>
              <a:spcPct val="35000"/>
            </a:spcAft>
            <a:buNone/>
          </a:pPr>
          <a:r>
            <a:rPr lang="en-US" sz="2500" kern="1200" baseline="0"/>
            <a:t>Undo is holistic and reverts</a:t>
          </a:r>
          <a:endParaRPr lang="en-US" sz="2500" kern="1200"/>
        </a:p>
      </dsp:txBody>
      <dsp:txXfrm>
        <a:off x="1590096" y="3442354"/>
        <a:ext cx="9290628" cy="1376706"/>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7104C5C-3F9B-400A-B186-47369747A778}">
      <dsp:nvSpPr>
        <dsp:cNvPr id="0" name=""/>
        <dsp:cNvSpPr/>
      </dsp:nvSpPr>
      <dsp:spPr>
        <a:xfrm>
          <a:off x="274235" y="632291"/>
          <a:ext cx="1367863" cy="1367863"/>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2DD82FE7-9410-48DD-902E-714D5B51B542}">
      <dsp:nvSpPr>
        <dsp:cNvPr id="0" name=""/>
        <dsp:cNvSpPr/>
      </dsp:nvSpPr>
      <dsp:spPr>
        <a:xfrm>
          <a:off x="561486" y="919542"/>
          <a:ext cx="793360" cy="79336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B39BA93B-A292-40BE-8D07-1333CA3CDC54}">
      <dsp:nvSpPr>
        <dsp:cNvPr id="0" name=""/>
        <dsp:cNvSpPr/>
      </dsp:nvSpPr>
      <dsp:spPr>
        <a:xfrm>
          <a:off x="1935212" y="632291"/>
          <a:ext cx="3224249" cy="13678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en-US" sz="2400" kern="1200"/>
            <a:t>A Git repository is created by using git init</a:t>
          </a:r>
        </a:p>
      </dsp:txBody>
      <dsp:txXfrm>
        <a:off x="1935212" y="632291"/>
        <a:ext cx="3224249" cy="1367863"/>
      </dsp:txXfrm>
    </dsp:sp>
    <dsp:sp modelId="{68EE4D5E-6996-47D9-870F-064D7903D211}">
      <dsp:nvSpPr>
        <dsp:cNvPr id="0" name=""/>
        <dsp:cNvSpPr/>
      </dsp:nvSpPr>
      <dsp:spPr>
        <a:xfrm>
          <a:off x="5721263" y="632291"/>
          <a:ext cx="1367863" cy="1367863"/>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00FB9E03-D519-4FE5-ABA9-4693974A32AF}">
      <dsp:nvSpPr>
        <dsp:cNvPr id="0" name=""/>
        <dsp:cNvSpPr/>
      </dsp:nvSpPr>
      <dsp:spPr>
        <a:xfrm>
          <a:off x="6008514" y="919542"/>
          <a:ext cx="793360" cy="79336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51590E78-F1DD-403D-BF6C-27951A3B6EAB}">
      <dsp:nvSpPr>
        <dsp:cNvPr id="0" name=""/>
        <dsp:cNvSpPr/>
      </dsp:nvSpPr>
      <dsp:spPr>
        <a:xfrm>
          <a:off x="7382240" y="632291"/>
          <a:ext cx="3224249" cy="13678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en-US" sz="2400" kern="1200"/>
            <a:t>Git creates a .git folder</a:t>
          </a:r>
        </a:p>
      </dsp:txBody>
      <dsp:txXfrm>
        <a:off x="7382240" y="632291"/>
        <a:ext cx="3224249" cy="1367863"/>
      </dsp:txXfrm>
    </dsp:sp>
    <dsp:sp modelId="{EE77CAB7-3F2F-451E-8617-57F5DE15BBB5}">
      <dsp:nvSpPr>
        <dsp:cNvPr id="0" name=""/>
        <dsp:cNvSpPr/>
      </dsp:nvSpPr>
      <dsp:spPr>
        <a:xfrm>
          <a:off x="274235" y="2819495"/>
          <a:ext cx="1367863" cy="1367863"/>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A295EE75-4149-48E9-AA64-D65F5D13115A}">
      <dsp:nvSpPr>
        <dsp:cNvPr id="0" name=""/>
        <dsp:cNvSpPr/>
      </dsp:nvSpPr>
      <dsp:spPr>
        <a:xfrm>
          <a:off x="561486" y="3106746"/>
          <a:ext cx="793360" cy="79336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A27F5571-84D7-46B0-8CAA-540FD404FDE5}">
      <dsp:nvSpPr>
        <dsp:cNvPr id="0" name=""/>
        <dsp:cNvSpPr/>
      </dsp:nvSpPr>
      <dsp:spPr>
        <a:xfrm>
          <a:off x="1935212" y="2819495"/>
          <a:ext cx="3224249" cy="13678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en-US" sz="2400" kern="1200"/>
            <a:t>.git folder contains information needed for Git to function</a:t>
          </a:r>
        </a:p>
      </dsp:txBody>
      <dsp:txXfrm>
        <a:off x="1935212" y="2819495"/>
        <a:ext cx="3224249" cy="1367863"/>
      </dsp:txXfrm>
    </dsp:sp>
    <dsp:sp modelId="{A4FDDF58-A836-476B-AC40-2D4F94D9382E}">
      <dsp:nvSpPr>
        <dsp:cNvPr id="0" name=""/>
        <dsp:cNvSpPr/>
      </dsp:nvSpPr>
      <dsp:spPr>
        <a:xfrm>
          <a:off x="5721263" y="2819495"/>
          <a:ext cx="1367863" cy="1367863"/>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2">
          <a:scrgbClr r="0" g="0" b="0"/>
        </a:effectRef>
        <a:fontRef idx="minor"/>
      </dsp:style>
    </dsp:sp>
    <dsp:sp modelId="{F5EE4DD4-FA7C-4889-9803-843F33B27BA5}">
      <dsp:nvSpPr>
        <dsp:cNvPr id="0" name=""/>
        <dsp:cNvSpPr/>
      </dsp:nvSpPr>
      <dsp:spPr>
        <a:xfrm>
          <a:off x="6008514" y="3106746"/>
          <a:ext cx="793360" cy="79336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a:effectLst/>
      </dsp:spPr>
      <dsp:style>
        <a:lnRef idx="0">
          <a:scrgbClr r="0" g="0" b="0"/>
        </a:lnRef>
        <a:fillRef idx="3">
          <a:scrgbClr r="0" g="0" b="0"/>
        </a:fillRef>
        <a:effectRef idx="2">
          <a:scrgbClr r="0" g="0" b="0"/>
        </a:effectRef>
        <a:fontRef idx="minor">
          <a:schemeClr val="lt1"/>
        </a:fontRef>
      </dsp:style>
    </dsp:sp>
    <dsp:sp modelId="{73C45806-5FF8-4912-AC6F-C6939E9B546A}">
      <dsp:nvSpPr>
        <dsp:cNvPr id="0" name=""/>
        <dsp:cNvSpPr/>
      </dsp:nvSpPr>
      <dsp:spPr>
        <a:xfrm>
          <a:off x="7382240" y="2819495"/>
          <a:ext cx="3224249" cy="13678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en-US" sz="2400" kern="1200"/>
            <a:t>To remove Git, remove the .git folder and retain all project files</a:t>
          </a:r>
        </a:p>
      </dsp:txBody>
      <dsp:txXfrm>
        <a:off x="7382240" y="2819495"/>
        <a:ext cx="3224249" cy="1367863"/>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882616B-A82E-474A-BEAD-C7E94A589992}">
      <dsp:nvSpPr>
        <dsp:cNvPr id="0" name=""/>
        <dsp:cNvSpPr/>
      </dsp:nvSpPr>
      <dsp:spPr>
        <a:xfrm>
          <a:off x="525849" y="1496794"/>
          <a:ext cx="2089014" cy="1826061"/>
        </a:xfrm>
        <a:prstGeom prst="rightArrow">
          <a:avLst>
            <a:gd name="adj1" fmla="val 70000"/>
            <a:gd name="adj2" fmla="val 50000"/>
          </a:avLst>
        </a:prstGeom>
        <a:solidFill>
          <a:schemeClr val="accent5">
            <a:tint val="40000"/>
            <a:alpha val="90000"/>
            <a:hueOff val="0"/>
            <a:satOff val="0"/>
            <a:lumOff val="0"/>
            <a:alphaOff val="0"/>
          </a:schemeClr>
        </a:solidFill>
        <a:ln w="1270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15240" rIns="30480" bIns="15240" numCol="1" spcCol="1270" anchor="ctr" anchorCtr="0">
          <a:noAutofit/>
        </a:bodyPr>
        <a:lstStyle/>
        <a:p>
          <a:pPr marL="0" lvl="0" indent="0" algn="ctr" defTabSz="1066800">
            <a:lnSpc>
              <a:spcPct val="90000"/>
            </a:lnSpc>
            <a:spcBef>
              <a:spcPct val="0"/>
            </a:spcBef>
            <a:spcAft>
              <a:spcPct val="35000"/>
            </a:spcAft>
            <a:buNone/>
          </a:pPr>
          <a:r>
            <a:rPr lang="en-US" sz="2400" b="0" kern="1200" dirty="0"/>
            <a:t>git add</a:t>
          </a:r>
        </a:p>
      </dsp:txBody>
      <dsp:txXfrm>
        <a:off x="1048103" y="1770703"/>
        <a:ext cx="1018394" cy="1278243"/>
      </dsp:txXfrm>
    </dsp:sp>
    <dsp:sp modelId="{E1D442E6-50DE-42B6-B90C-5C2C51011D23}">
      <dsp:nvSpPr>
        <dsp:cNvPr id="0" name=""/>
        <dsp:cNvSpPr/>
      </dsp:nvSpPr>
      <dsp:spPr>
        <a:xfrm>
          <a:off x="3595" y="1887571"/>
          <a:ext cx="1044507" cy="1044507"/>
        </a:xfrm>
        <a:prstGeom prst="ellipse">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b="0" kern="1200" dirty="0"/>
            <a:t>Working directory</a:t>
          </a:r>
          <a:endParaRPr lang="en-US" sz="1400" b="0" i="0" u="none" strike="noStrike" kern="1200" cap="none" baseline="0" noProof="0" dirty="0">
            <a:solidFill>
              <a:srgbClr val="010000"/>
            </a:solidFill>
            <a:latin typeface="Segoe UI Semibold"/>
            <a:cs typeface="Segoe UI Semibold"/>
          </a:endParaRPr>
        </a:p>
      </dsp:txBody>
      <dsp:txXfrm>
        <a:off x="156560" y="2040536"/>
        <a:ext cx="738577" cy="738577"/>
      </dsp:txXfrm>
    </dsp:sp>
    <dsp:sp modelId="{10DD6BAD-64EC-4FED-A093-E47B3435FEB8}">
      <dsp:nvSpPr>
        <dsp:cNvPr id="0" name=""/>
        <dsp:cNvSpPr/>
      </dsp:nvSpPr>
      <dsp:spPr>
        <a:xfrm>
          <a:off x="3267680" y="1496794"/>
          <a:ext cx="2089014" cy="1826061"/>
        </a:xfrm>
        <a:prstGeom prst="rightArrow">
          <a:avLst>
            <a:gd name="adj1" fmla="val 70000"/>
            <a:gd name="adj2" fmla="val 50000"/>
          </a:avLst>
        </a:prstGeom>
        <a:solidFill>
          <a:schemeClr val="accent5">
            <a:tint val="40000"/>
            <a:alpha val="90000"/>
            <a:hueOff val="-5142056"/>
            <a:satOff val="-12013"/>
            <a:lumOff val="2100"/>
            <a:alphaOff val="0"/>
          </a:schemeClr>
        </a:solidFill>
        <a:ln w="12700" cap="flat" cmpd="sng" algn="ctr">
          <a:solidFill>
            <a:schemeClr val="accent5">
              <a:tint val="40000"/>
              <a:alpha val="90000"/>
              <a:hueOff val="-5142056"/>
              <a:satOff val="-12013"/>
              <a:lumOff val="210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0640" tIns="10160" rIns="20320" bIns="10160" numCol="1" spcCol="1270" anchor="ctr" anchorCtr="0">
          <a:noAutofit/>
        </a:bodyPr>
        <a:lstStyle/>
        <a:p>
          <a:pPr marL="0" lvl="0" indent="0" algn="ctr" defTabSz="711200">
            <a:lnSpc>
              <a:spcPct val="90000"/>
            </a:lnSpc>
            <a:spcBef>
              <a:spcPct val="0"/>
            </a:spcBef>
            <a:spcAft>
              <a:spcPct val="35000"/>
            </a:spcAft>
            <a:buNone/>
          </a:pPr>
          <a:r>
            <a:rPr lang="en-US" sz="1600" b="0" kern="1200" dirty="0"/>
            <a:t>git commit</a:t>
          </a:r>
        </a:p>
      </dsp:txBody>
      <dsp:txXfrm>
        <a:off x="3789934" y="1770703"/>
        <a:ext cx="1018394" cy="1278243"/>
      </dsp:txXfrm>
    </dsp:sp>
    <dsp:sp modelId="{CDB9AC5A-1499-44E3-9A89-B7F7D8C924C1}">
      <dsp:nvSpPr>
        <dsp:cNvPr id="0" name=""/>
        <dsp:cNvSpPr/>
      </dsp:nvSpPr>
      <dsp:spPr>
        <a:xfrm>
          <a:off x="2745427" y="1887571"/>
          <a:ext cx="1044507" cy="1044507"/>
        </a:xfrm>
        <a:prstGeom prst="ellipse">
          <a:avLst/>
        </a:prstGeom>
        <a:solidFill>
          <a:schemeClr val="accent5">
            <a:hueOff val="-5244003"/>
            <a:satOff val="-15432"/>
            <a:lumOff val="823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b="0" kern="1200" dirty="0"/>
            <a:t>Index/ staging</a:t>
          </a:r>
        </a:p>
      </dsp:txBody>
      <dsp:txXfrm>
        <a:off x="2898392" y="2040536"/>
        <a:ext cx="738577" cy="738577"/>
      </dsp:txXfrm>
    </dsp:sp>
    <dsp:sp modelId="{E387BFBC-C63C-4A0A-83FF-5C6BD40FE0AD}">
      <dsp:nvSpPr>
        <dsp:cNvPr id="0" name=""/>
        <dsp:cNvSpPr/>
      </dsp:nvSpPr>
      <dsp:spPr>
        <a:xfrm>
          <a:off x="6009511" y="1496794"/>
          <a:ext cx="2089014" cy="1826061"/>
        </a:xfrm>
        <a:prstGeom prst="rightArrow">
          <a:avLst>
            <a:gd name="adj1" fmla="val 70000"/>
            <a:gd name="adj2" fmla="val 50000"/>
          </a:avLst>
        </a:prstGeom>
        <a:solidFill>
          <a:schemeClr val="accent5">
            <a:tint val="40000"/>
            <a:alpha val="90000"/>
            <a:hueOff val="-10284111"/>
            <a:satOff val="-24026"/>
            <a:lumOff val="4201"/>
            <a:alphaOff val="0"/>
          </a:schemeClr>
        </a:solidFill>
        <a:ln w="12700" cap="flat" cmpd="sng" algn="ctr">
          <a:solidFill>
            <a:schemeClr val="accent5">
              <a:tint val="40000"/>
              <a:alpha val="90000"/>
              <a:hueOff val="-10284111"/>
              <a:satOff val="-24026"/>
              <a:lumOff val="4201"/>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0800" tIns="12700" rIns="25400" bIns="12700" numCol="1" spcCol="1270" anchor="ctr" anchorCtr="0">
          <a:noAutofit/>
        </a:bodyPr>
        <a:lstStyle/>
        <a:p>
          <a:pPr marL="0" lvl="0" indent="0" algn="ctr" defTabSz="889000">
            <a:lnSpc>
              <a:spcPct val="90000"/>
            </a:lnSpc>
            <a:spcBef>
              <a:spcPct val="0"/>
            </a:spcBef>
            <a:spcAft>
              <a:spcPct val="35000"/>
            </a:spcAft>
            <a:buNone/>
          </a:pPr>
          <a:r>
            <a:rPr lang="en-US" sz="2000" b="0" kern="1200" dirty="0"/>
            <a:t>git push</a:t>
          </a:r>
        </a:p>
      </dsp:txBody>
      <dsp:txXfrm>
        <a:off x="6531765" y="1770703"/>
        <a:ext cx="1018394" cy="1278243"/>
      </dsp:txXfrm>
    </dsp:sp>
    <dsp:sp modelId="{4C1F17AB-C49A-4053-9EDC-615D8389E1F5}">
      <dsp:nvSpPr>
        <dsp:cNvPr id="0" name=""/>
        <dsp:cNvSpPr/>
      </dsp:nvSpPr>
      <dsp:spPr>
        <a:xfrm>
          <a:off x="5487258" y="1887571"/>
          <a:ext cx="1044507" cy="1044507"/>
        </a:xfrm>
        <a:prstGeom prst="ellipse">
          <a:avLst/>
        </a:prstGeom>
        <a:solidFill>
          <a:schemeClr val="accent5">
            <a:hueOff val="-10488007"/>
            <a:satOff val="-30864"/>
            <a:lumOff val="1647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b="0" kern="1200" dirty="0"/>
            <a:t>HEAD</a:t>
          </a:r>
        </a:p>
      </dsp:txBody>
      <dsp:txXfrm>
        <a:off x="5640223" y="2040536"/>
        <a:ext cx="738577" cy="738577"/>
      </dsp:txXfrm>
    </dsp:sp>
    <dsp:sp modelId="{F8A5E368-4C95-4EC5-860C-BBD97D923610}">
      <dsp:nvSpPr>
        <dsp:cNvPr id="0" name=""/>
        <dsp:cNvSpPr/>
      </dsp:nvSpPr>
      <dsp:spPr>
        <a:xfrm>
          <a:off x="8788114" y="1496794"/>
          <a:ext cx="2089014" cy="1826061"/>
        </a:xfrm>
        <a:prstGeom prst="rightArrow">
          <a:avLst>
            <a:gd name="adj1" fmla="val 70000"/>
            <a:gd name="adj2" fmla="val 50000"/>
          </a:avLst>
        </a:prstGeom>
        <a:solidFill>
          <a:schemeClr val="accent5">
            <a:tint val="40000"/>
            <a:alpha val="90000"/>
            <a:hueOff val="-15426167"/>
            <a:satOff val="-36039"/>
            <a:lumOff val="6301"/>
            <a:alphaOff val="0"/>
          </a:schemeClr>
        </a:solidFill>
        <a:ln w="12700" cap="flat" cmpd="sng" algn="ctr">
          <a:solidFill>
            <a:schemeClr val="accent5">
              <a:tint val="40000"/>
              <a:alpha val="90000"/>
              <a:hueOff val="-15426167"/>
              <a:satOff val="-36039"/>
              <a:lumOff val="6301"/>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0640" tIns="10160" rIns="20320" bIns="10160" numCol="1" spcCol="1270" anchor="ctr" anchorCtr="0">
          <a:noAutofit/>
        </a:bodyPr>
        <a:lstStyle/>
        <a:p>
          <a:pPr marL="0" lvl="0" indent="0" algn="ctr" defTabSz="711200">
            <a:lnSpc>
              <a:spcPct val="90000"/>
            </a:lnSpc>
            <a:spcBef>
              <a:spcPct val="0"/>
            </a:spcBef>
            <a:spcAft>
              <a:spcPct val="35000"/>
            </a:spcAft>
            <a:buNone/>
          </a:pPr>
          <a:r>
            <a:rPr lang="en-US" sz="1600" b="0" kern="1200" dirty="0"/>
            <a:t>git remote add origin </a:t>
          </a:r>
          <a:r>
            <a:rPr lang="en-US" sz="1600" b="0" kern="1200" dirty="0" err="1"/>
            <a:t>ssh_url</a:t>
          </a:r>
          <a:endParaRPr lang="en-US" sz="1600" b="0" kern="1200" dirty="0"/>
        </a:p>
      </dsp:txBody>
      <dsp:txXfrm>
        <a:off x="9310368" y="1770703"/>
        <a:ext cx="1018394" cy="1278243"/>
      </dsp:txXfrm>
    </dsp:sp>
    <dsp:sp modelId="{5C44622F-2F88-4BA9-9BB1-D6951CE35127}">
      <dsp:nvSpPr>
        <dsp:cNvPr id="0" name=""/>
        <dsp:cNvSpPr/>
      </dsp:nvSpPr>
      <dsp:spPr>
        <a:xfrm>
          <a:off x="8229089" y="1887571"/>
          <a:ext cx="1118050" cy="1044507"/>
        </a:xfrm>
        <a:prstGeom prst="ellipse">
          <a:avLst/>
        </a:prstGeom>
        <a:solidFill>
          <a:schemeClr val="accent5">
            <a:hueOff val="-15732010"/>
            <a:satOff val="-46296"/>
            <a:lumOff val="2470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b="0" kern="1200" dirty="0"/>
            <a:t>GitHub</a:t>
          </a:r>
        </a:p>
      </dsp:txBody>
      <dsp:txXfrm>
        <a:off x="8392824" y="2040536"/>
        <a:ext cx="790580" cy="738577"/>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EC693E2-3110-4855-8EE9-E66F1E233C20}">
      <dsp:nvSpPr>
        <dsp:cNvPr id="0" name=""/>
        <dsp:cNvSpPr/>
      </dsp:nvSpPr>
      <dsp:spPr>
        <a:xfrm>
          <a:off x="0" y="2000"/>
          <a:ext cx="10880725" cy="101382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685725B-FCD5-46E6-854E-B057DAA3DF04}">
      <dsp:nvSpPr>
        <dsp:cNvPr id="0" name=""/>
        <dsp:cNvSpPr/>
      </dsp:nvSpPr>
      <dsp:spPr>
        <a:xfrm>
          <a:off x="306680" y="230110"/>
          <a:ext cx="557601" cy="55760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0365817-AC47-4315-A8D0-15DBBF0FB1DD}">
      <dsp:nvSpPr>
        <dsp:cNvPr id="0" name=""/>
        <dsp:cNvSpPr/>
      </dsp:nvSpPr>
      <dsp:spPr>
        <a:xfrm>
          <a:off x="1170963" y="2000"/>
          <a:ext cx="9709761" cy="10138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7296" tIns="107296" rIns="107296" bIns="107296" numCol="1" spcCol="1270" anchor="ctr" anchorCtr="0">
          <a:noAutofit/>
        </a:bodyPr>
        <a:lstStyle/>
        <a:p>
          <a:pPr marL="0" lvl="0" indent="0" algn="l" defTabSz="977900">
            <a:lnSpc>
              <a:spcPct val="90000"/>
            </a:lnSpc>
            <a:spcBef>
              <a:spcPct val="0"/>
            </a:spcBef>
            <a:spcAft>
              <a:spcPct val="35000"/>
            </a:spcAft>
            <a:buNone/>
          </a:pPr>
          <a:r>
            <a:rPr lang="en-US" sz="2200" kern="1200"/>
            <a:t>Can be either hosted online or local (GitHub, GitHub Enterprise)</a:t>
          </a:r>
        </a:p>
      </dsp:txBody>
      <dsp:txXfrm>
        <a:off x="1170963" y="2000"/>
        <a:ext cx="9709761" cy="1013820"/>
      </dsp:txXfrm>
    </dsp:sp>
    <dsp:sp modelId="{5239E68A-B36B-476B-92AA-97944AD35F97}">
      <dsp:nvSpPr>
        <dsp:cNvPr id="0" name=""/>
        <dsp:cNvSpPr/>
      </dsp:nvSpPr>
      <dsp:spPr>
        <a:xfrm>
          <a:off x="0" y="1269276"/>
          <a:ext cx="10880725" cy="101382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562714A-43B9-44F6-BE34-B059FE4B5A44}">
      <dsp:nvSpPr>
        <dsp:cNvPr id="0" name=""/>
        <dsp:cNvSpPr/>
      </dsp:nvSpPr>
      <dsp:spPr>
        <a:xfrm>
          <a:off x="306680" y="1497386"/>
          <a:ext cx="557601" cy="55760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91F9D8D-B710-46A1-B96D-564AF93FA67E}">
      <dsp:nvSpPr>
        <dsp:cNvPr id="0" name=""/>
        <dsp:cNvSpPr/>
      </dsp:nvSpPr>
      <dsp:spPr>
        <a:xfrm>
          <a:off x="1170963" y="1269276"/>
          <a:ext cx="9709761" cy="10138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7296" tIns="107296" rIns="107296" bIns="107296" numCol="1" spcCol="1270" anchor="ctr" anchorCtr="0">
          <a:noAutofit/>
        </a:bodyPr>
        <a:lstStyle/>
        <a:p>
          <a:pPr marL="0" lvl="0" indent="0" algn="l" defTabSz="977900">
            <a:lnSpc>
              <a:spcPct val="90000"/>
            </a:lnSpc>
            <a:spcBef>
              <a:spcPct val="0"/>
            </a:spcBef>
            <a:spcAft>
              <a:spcPct val="35000"/>
            </a:spcAft>
            <a:buNone/>
          </a:pPr>
          <a:r>
            <a:rPr lang="en-US" sz="2200" kern="1200"/>
            <a:t>Represents the main project</a:t>
          </a:r>
        </a:p>
      </dsp:txBody>
      <dsp:txXfrm>
        <a:off x="1170963" y="1269276"/>
        <a:ext cx="9709761" cy="1013820"/>
      </dsp:txXfrm>
    </dsp:sp>
    <dsp:sp modelId="{BCFABE3B-A32B-428D-B324-E4E1052F855C}">
      <dsp:nvSpPr>
        <dsp:cNvPr id="0" name=""/>
        <dsp:cNvSpPr/>
      </dsp:nvSpPr>
      <dsp:spPr>
        <a:xfrm>
          <a:off x="0" y="2536552"/>
          <a:ext cx="10880725" cy="101382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13015CC-6270-4A34-BB6A-AE213D570A48}">
      <dsp:nvSpPr>
        <dsp:cNvPr id="0" name=""/>
        <dsp:cNvSpPr/>
      </dsp:nvSpPr>
      <dsp:spPr>
        <a:xfrm>
          <a:off x="306680" y="2764662"/>
          <a:ext cx="557601" cy="55760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F6C3A86-4641-4818-9D63-71DB1DC087DA}">
      <dsp:nvSpPr>
        <dsp:cNvPr id="0" name=""/>
        <dsp:cNvSpPr/>
      </dsp:nvSpPr>
      <dsp:spPr>
        <a:xfrm>
          <a:off x="1170963" y="2536552"/>
          <a:ext cx="9709761" cy="10138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7296" tIns="107296" rIns="107296" bIns="107296" numCol="1" spcCol="1270" anchor="ctr" anchorCtr="0">
          <a:noAutofit/>
        </a:bodyPr>
        <a:lstStyle/>
        <a:p>
          <a:pPr marL="0" lvl="0" indent="0" algn="l" defTabSz="977900">
            <a:lnSpc>
              <a:spcPct val="90000"/>
            </a:lnSpc>
            <a:spcBef>
              <a:spcPct val="0"/>
            </a:spcBef>
            <a:spcAft>
              <a:spcPct val="35000"/>
            </a:spcAft>
            <a:buNone/>
          </a:pPr>
          <a:r>
            <a:rPr lang="en-US" sz="2200" kern="1200"/>
            <a:t>Contains: files, commits, branches, and history for the entire project</a:t>
          </a:r>
        </a:p>
      </dsp:txBody>
      <dsp:txXfrm>
        <a:off x="1170963" y="2536552"/>
        <a:ext cx="9709761" cy="1013820"/>
      </dsp:txXfrm>
    </dsp:sp>
    <dsp:sp modelId="{105B2545-8AC3-433D-BDE1-6E6FFA9E49E4}">
      <dsp:nvSpPr>
        <dsp:cNvPr id="0" name=""/>
        <dsp:cNvSpPr/>
      </dsp:nvSpPr>
      <dsp:spPr>
        <a:xfrm>
          <a:off x="0" y="3803828"/>
          <a:ext cx="10880725" cy="101382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06DBA74-1497-4A53-B8A8-47309FF99FB9}">
      <dsp:nvSpPr>
        <dsp:cNvPr id="0" name=""/>
        <dsp:cNvSpPr/>
      </dsp:nvSpPr>
      <dsp:spPr>
        <a:xfrm>
          <a:off x="306680" y="4031938"/>
          <a:ext cx="557601" cy="557601"/>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4E074FD-3198-4894-8E0B-D759AC8BB666}">
      <dsp:nvSpPr>
        <dsp:cNvPr id="0" name=""/>
        <dsp:cNvSpPr/>
      </dsp:nvSpPr>
      <dsp:spPr>
        <a:xfrm>
          <a:off x="1170963" y="3803828"/>
          <a:ext cx="4896326" cy="10138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7296" tIns="107296" rIns="107296" bIns="107296" numCol="1" spcCol="1270" anchor="ctr" anchorCtr="0">
          <a:noAutofit/>
        </a:bodyPr>
        <a:lstStyle/>
        <a:p>
          <a:pPr marL="0" lvl="0" indent="0" algn="l" defTabSz="977900">
            <a:lnSpc>
              <a:spcPct val="90000"/>
            </a:lnSpc>
            <a:spcBef>
              <a:spcPct val="0"/>
            </a:spcBef>
            <a:spcAft>
              <a:spcPct val="35000"/>
            </a:spcAft>
            <a:buNone/>
          </a:pPr>
          <a:r>
            <a:rPr lang="en-US" sz="2200" kern="1200"/>
            <a:t>Best practices: </a:t>
          </a:r>
        </a:p>
      </dsp:txBody>
      <dsp:txXfrm>
        <a:off x="1170963" y="3803828"/>
        <a:ext cx="4896326" cy="1013820"/>
      </dsp:txXfrm>
    </dsp:sp>
    <dsp:sp modelId="{B7648562-62EA-4B2B-BD90-FDBB5F7206C8}">
      <dsp:nvSpPr>
        <dsp:cNvPr id="0" name=""/>
        <dsp:cNvSpPr/>
      </dsp:nvSpPr>
      <dsp:spPr>
        <a:xfrm>
          <a:off x="3230539" y="3803828"/>
          <a:ext cx="4813435" cy="10138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7296" tIns="107296" rIns="107296" bIns="107296" numCol="1" spcCol="1270" anchor="ctr" anchorCtr="0">
          <a:noAutofit/>
        </a:bodyPr>
        <a:lstStyle/>
        <a:p>
          <a:pPr marL="0" lvl="0" indent="0" algn="l" defTabSz="577850">
            <a:lnSpc>
              <a:spcPct val="90000"/>
            </a:lnSpc>
            <a:spcBef>
              <a:spcPct val="0"/>
            </a:spcBef>
            <a:spcAft>
              <a:spcPct val="35000"/>
            </a:spcAft>
            <a:buFontTx/>
            <a:buNone/>
          </a:pPr>
          <a:r>
            <a:rPr lang="en-US" sz="1300" kern="1200"/>
            <a:t>Maintain a single source repository </a:t>
          </a:r>
        </a:p>
        <a:p>
          <a:pPr marL="0" lvl="0" indent="0" algn="l" defTabSz="577850">
            <a:lnSpc>
              <a:spcPct val="90000"/>
            </a:lnSpc>
            <a:spcBef>
              <a:spcPct val="0"/>
            </a:spcBef>
            <a:spcAft>
              <a:spcPct val="35000"/>
            </a:spcAft>
            <a:buFontTx/>
            <a:buNone/>
          </a:pPr>
          <a:r>
            <a:rPr lang="en-US" sz="1300" kern="1200"/>
            <a:t>Place all needed content for a project in a single repository</a:t>
          </a:r>
        </a:p>
        <a:p>
          <a:pPr marL="0" lvl="0" indent="0" algn="l" defTabSz="577850">
            <a:lnSpc>
              <a:spcPct val="90000"/>
            </a:lnSpc>
            <a:spcBef>
              <a:spcPct val="0"/>
            </a:spcBef>
            <a:spcAft>
              <a:spcPct val="35000"/>
            </a:spcAft>
            <a:buFontTx/>
            <a:buNone/>
          </a:pPr>
          <a:r>
            <a:rPr lang="en-US" sz="1300" kern="1200"/>
            <a:t>Minimize branches</a:t>
          </a:r>
        </a:p>
      </dsp:txBody>
      <dsp:txXfrm>
        <a:off x="3230539" y="3803828"/>
        <a:ext cx="4813435" cy="1013820"/>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DA3C455-0C51-4FA5-8833-BD397111587A}">
      <dsp:nvSpPr>
        <dsp:cNvPr id="0" name=""/>
        <dsp:cNvSpPr/>
      </dsp:nvSpPr>
      <dsp:spPr>
        <a:xfrm>
          <a:off x="9563" y="584597"/>
          <a:ext cx="2858315" cy="1714989"/>
        </a:xfrm>
        <a:prstGeom prst="roundRect">
          <a:avLst>
            <a:gd name="adj" fmla="val 1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ctr" defTabSz="1466850">
            <a:lnSpc>
              <a:spcPct val="90000"/>
            </a:lnSpc>
            <a:spcBef>
              <a:spcPct val="0"/>
            </a:spcBef>
            <a:spcAft>
              <a:spcPct val="35000"/>
            </a:spcAft>
            <a:buNone/>
          </a:pPr>
          <a:r>
            <a:rPr lang="en-US" sz="3300" kern="1200"/>
            <a:t>Create </a:t>
          </a:r>
          <a:r>
            <a:rPr lang="en-US" sz="3300" kern="1200">
              <a:latin typeface="Segoe UI Semibold"/>
            </a:rPr>
            <a:t>New</a:t>
          </a:r>
          <a:r>
            <a:rPr lang="en-US" sz="3300" kern="1200"/>
            <a:t> </a:t>
          </a:r>
          <a:r>
            <a:rPr lang="en-US" sz="3300" kern="1200">
              <a:latin typeface="Segoe UI Semibold"/>
            </a:rPr>
            <a:t>File</a:t>
          </a:r>
          <a:r>
            <a:rPr lang="en-US" sz="3300" kern="1200"/>
            <a:t>(s)</a:t>
          </a:r>
        </a:p>
      </dsp:txBody>
      <dsp:txXfrm>
        <a:off x="59793" y="634827"/>
        <a:ext cx="2757855" cy="1614529"/>
      </dsp:txXfrm>
    </dsp:sp>
    <dsp:sp modelId="{40913C26-632B-4A25-981B-387191125A46}">
      <dsp:nvSpPr>
        <dsp:cNvPr id="0" name=""/>
        <dsp:cNvSpPr/>
      </dsp:nvSpPr>
      <dsp:spPr>
        <a:xfrm>
          <a:off x="3153710" y="1087660"/>
          <a:ext cx="605962" cy="708862"/>
        </a:xfrm>
        <a:prstGeom prst="rightArrow">
          <a:avLst>
            <a:gd name="adj1" fmla="val 60000"/>
            <a:gd name="adj2" fmla="val 5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200150">
            <a:lnSpc>
              <a:spcPct val="90000"/>
            </a:lnSpc>
            <a:spcBef>
              <a:spcPct val="0"/>
            </a:spcBef>
            <a:spcAft>
              <a:spcPct val="35000"/>
            </a:spcAft>
            <a:buNone/>
          </a:pPr>
          <a:endParaRPr lang="en-US" sz="2700" kern="1200"/>
        </a:p>
      </dsp:txBody>
      <dsp:txXfrm>
        <a:off x="3153710" y="1229432"/>
        <a:ext cx="424173" cy="425318"/>
      </dsp:txXfrm>
    </dsp:sp>
    <dsp:sp modelId="{CC40913B-418D-45F5-AE88-A3B036D2545E}">
      <dsp:nvSpPr>
        <dsp:cNvPr id="0" name=""/>
        <dsp:cNvSpPr/>
      </dsp:nvSpPr>
      <dsp:spPr>
        <a:xfrm>
          <a:off x="4011205" y="584597"/>
          <a:ext cx="2858315" cy="1714989"/>
        </a:xfrm>
        <a:prstGeom prst="roundRect">
          <a:avLst>
            <a:gd name="adj" fmla="val 1000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ctr" defTabSz="1466850" rtl="0">
            <a:lnSpc>
              <a:spcPct val="90000"/>
            </a:lnSpc>
            <a:spcBef>
              <a:spcPct val="0"/>
            </a:spcBef>
            <a:spcAft>
              <a:spcPct val="35000"/>
            </a:spcAft>
            <a:buNone/>
          </a:pPr>
          <a:r>
            <a:rPr lang="en-US" sz="3300" kern="1200"/>
            <a:t>Add to </a:t>
          </a:r>
          <a:r>
            <a:rPr lang="en-US" sz="3300" kern="1200">
              <a:latin typeface="Segoe UI Semibold"/>
            </a:rPr>
            <a:t>Staging Area</a:t>
          </a:r>
          <a:endParaRPr lang="en-US" sz="3300" kern="1200"/>
        </a:p>
      </dsp:txBody>
      <dsp:txXfrm>
        <a:off x="4061435" y="634827"/>
        <a:ext cx="2757855" cy="1614529"/>
      </dsp:txXfrm>
    </dsp:sp>
    <dsp:sp modelId="{8B255428-0C07-474A-A566-F4F096D1CB3D}">
      <dsp:nvSpPr>
        <dsp:cNvPr id="0" name=""/>
        <dsp:cNvSpPr/>
      </dsp:nvSpPr>
      <dsp:spPr>
        <a:xfrm rot="46046">
          <a:off x="7157715" y="1114757"/>
          <a:ext cx="611086" cy="708862"/>
        </a:xfrm>
        <a:prstGeom prst="rightArrow">
          <a:avLst>
            <a:gd name="adj1" fmla="val 60000"/>
            <a:gd name="adj2" fmla="val 5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200150">
            <a:lnSpc>
              <a:spcPct val="90000"/>
            </a:lnSpc>
            <a:spcBef>
              <a:spcPct val="0"/>
            </a:spcBef>
            <a:spcAft>
              <a:spcPct val="35000"/>
            </a:spcAft>
            <a:buNone/>
          </a:pPr>
          <a:endParaRPr lang="en-US" sz="2700" kern="1200"/>
        </a:p>
      </dsp:txBody>
      <dsp:txXfrm>
        <a:off x="7157723" y="1255301"/>
        <a:ext cx="427760" cy="425318"/>
      </dsp:txXfrm>
    </dsp:sp>
    <dsp:sp modelId="{D8EA56C5-56B4-465D-A56A-5924490CF1FD}">
      <dsp:nvSpPr>
        <dsp:cNvPr id="0" name=""/>
        <dsp:cNvSpPr/>
      </dsp:nvSpPr>
      <dsp:spPr>
        <a:xfrm>
          <a:off x="8022410" y="638327"/>
          <a:ext cx="2858315" cy="1714989"/>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ctr" defTabSz="1466850">
            <a:lnSpc>
              <a:spcPct val="90000"/>
            </a:lnSpc>
            <a:spcBef>
              <a:spcPct val="0"/>
            </a:spcBef>
            <a:spcAft>
              <a:spcPct val="35000"/>
            </a:spcAft>
            <a:buNone/>
          </a:pPr>
          <a:r>
            <a:rPr lang="en-US" sz="3300" kern="1200"/>
            <a:t>Commit </a:t>
          </a:r>
          <a:r>
            <a:rPr lang="en-US" sz="3300" kern="1200">
              <a:latin typeface="Segoe UI Semibold"/>
            </a:rPr>
            <a:t>File</a:t>
          </a:r>
          <a:r>
            <a:rPr lang="en-US" sz="3300" kern="1200"/>
            <a:t>(s)</a:t>
          </a:r>
        </a:p>
      </dsp:txBody>
      <dsp:txXfrm>
        <a:off x="8072640" y="688557"/>
        <a:ext cx="2757855" cy="1614529"/>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BDA3540-27F1-446F-9B35-446CA0F39C5A}">
      <dsp:nvSpPr>
        <dsp:cNvPr id="0" name=""/>
        <dsp:cNvSpPr/>
      </dsp:nvSpPr>
      <dsp:spPr>
        <a:xfrm>
          <a:off x="0" y="588"/>
          <a:ext cx="10880726" cy="137670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22F9A46-2C09-4741-AFA0-BB04E092E583}">
      <dsp:nvSpPr>
        <dsp:cNvPr id="0" name=""/>
        <dsp:cNvSpPr/>
      </dsp:nvSpPr>
      <dsp:spPr>
        <a:xfrm>
          <a:off x="416453" y="310347"/>
          <a:ext cx="757188" cy="75718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5AB9156-9F83-4324-A36A-9CEF0685D320}">
      <dsp:nvSpPr>
        <dsp:cNvPr id="0" name=""/>
        <dsp:cNvSpPr/>
      </dsp:nvSpPr>
      <dsp:spPr>
        <a:xfrm>
          <a:off x="1590096" y="588"/>
          <a:ext cx="9290629" cy="13767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5701" tIns="145701" rIns="145701" bIns="145701" numCol="1" spcCol="1270" anchor="ctr" anchorCtr="0">
          <a:noAutofit/>
        </a:bodyPr>
        <a:lstStyle/>
        <a:p>
          <a:pPr marL="0" lvl="0" indent="0" algn="l" defTabSz="1022350">
            <a:lnSpc>
              <a:spcPct val="90000"/>
            </a:lnSpc>
            <a:spcBef>
              <a:spcPct val="0"/>
            </a:spcBef>
            <a:spcAft>
              <a:spcPct val="35000"/>
            </a:spcAft>
            <a:buNone/>
          </a:pPr>
          <a:r>
            <a:rPr lang="en-GB" sz="2300" b="1" kern="1200" baseline="0"/>
            <a:t>Check Changes: </a:t>
          </a:r>
          <a:r>
            <a:rPr lang="en-GB" sz="2300" kern="1200" baseline="0"/>
            <a:t>The </a:t>
          </a:r>
          <a:r>
            <a:rPr lang="en-GB" sz="2300" b="1" i="1" kern="1200" baseline="0"/>
            <a:t>git status </a:t>
          </a:r>
          <a:r>
            <a:rPr lang="en-GB" sz="2300" kern="1200" baseline="0"/>
            <a:t>command shows what changes have been made in your project since the last commit.</a:t>
          </a:r>
          <a:endParaRPr lang="en-US" sz="2300" kern="1200"/>
        </a:p>
      </dsp:txBody>
      <dsp:txXfrm>
        <a:off x="1590096" y="588"/>
        <a:ext cx="9290629" cy="1376706"/>
      </dsp:txXfrm>
    </dsp:sp>
    <dsp:sp modelId="{E4929440-6632-4C3D-A470-413CDD27018B}">
      <dsp:nvSpPr>
        <dsp:cNvPr id="0" name=""/>
        <dsp:cNvSpPr/>
      </dsp:nvSpPr>
      <dsp:spPr>
        <a:xfrm>
          <a:off x="0" y="1721471"/>
          <a:ext cx="10880726" cy="137670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AFFDB4D-95F5-4C42-BED3-8F2F058E3F73}">
      <dsp:nvSpPr>
        <dsp:cNvPr id="0" name=""/>
        <dsp:cNvSpPr/>
      </dsp:nvSpPr>
      <dsp:spPr>
        <a:xfrm>
          <a:off x="416453" y="2031230"/>
          <a:ext cx="757188" cy="75718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6861EF4-7547-46C7-9539-BC4CFDD862A6}">
      <dsp:nvSpPr>
        <dsp:cNvPr id="0" name=""/>
        <dsp:cNvSpPr/>
      </dsp:nvSpPr>
      <dsp:spPr>
        <a:xfrm>
          <a:off x="1590096" y="1721471"/>
          <a:ext cx="9290629" cy="13767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5701" tIns="145701" rIns="145701" bIns="145701" numCol="1" spcCol="1270" anchor="ctr" anchorCtr="0">
          <a:noAutofit/>
        </a:bodyPr>
        <a:lstStyle/>
        <a:p>
          <a:pPr marL="0" lvl="0" indent="0" algn="l" defTabSz="1022350">
            <a:lnSpc>
              <a:spcPct val="90000"/>
            </a:lnSpc>
            <a:spcBef>
              <a:spcPct val="0"/>
            </a:spcBef>
            <a:spcAft>
              <a:spcPct val="35000"/>
            </a:spcAft>
            <a:buNone/>
          </a:pPr>
          <a:r>
            <a:rPr lang="en-GB" sz="2300" b="1" kern="1200" baseline="0"/>
            <a:t>File Status: </a:t>
          </a:r>
          <a:r>
            <a:rPr lang="en-GB" sz="2300" kern="1200" baseline="0"/>
            <a:t>It lists each changed file and indicates whether the changes are staged for commit or not.</a:t>
          </a:r>
          <a:endParaRPr lang="en-US" sz="2300" kern="1200"/>
        </a:p>
      </dsp:txBody>
      <dsp:txXfrm>
        <a:off x="1590096" y="1721471"/>
        <a:ext cx="9290629" cy="1376706"/>
      </dsp:txXfrm>
    </dsp:sp>
    <dsp:sp modelId="{893DBECC-8E2F-47F0-A995-05B5F4AEFB63}">
      <dsp:nvSpPr>
        <dsp:cNvPr id="0" name=""/>
        <dsp:cNvSpPr/>
      </dsp:nvSpPr>
      <dsp:spPr>
        <a:xfrm>
          <a:off x="0" y="3442354"/>
          <a:ext cx="10880726" cy="137670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A8D32CA-B8BC-4AEE-986E-F9B510D9C7F4}">
      <dsp:nvSpPr>
        <dsp:cNvPr id="0" name=""/>
        <dsp:cNvSpPr/>
      </dsp:nvSpPr>
      <dsp:spPr>
        <a:xfrm>
          <a:off x="416453" y="3752113"/>
          <a:ext cx="757188" cy="75718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79A6097-2C92-4351-8A5B-21005ABF6917}">
      <dsp:nvSpPr>
        <dsp:cNvPr id="0" name=""/>
        <dsp:cNvSpPr/>
      </dsp:nvSpPr>
      <dsp:spPr>
        <a:xfrm>
          <a:off x="1590096" y="3442354"/>
          <a:ext cx="9290629" cy="13767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5701" tIns="145701" rIns="145701" bIns="145701" numCol="1" spcCol="1270" anchor="ctr" anchorCtr="0">
          <a:noAutofit/>
        </a:bodyPr>
        <a:lstStyle/>
        <a:p>
          <a:pPr marL="0" lvl="0" indent="0" algn="l" defTabSz="1022350">
            <a:lnSpc>
              <a:spcPct val="90000"/>
            </a:lnSpc>
            <a:spcBef>
              <a:spcPct val="0"/>
            </a:spcBef>
            <a:spcAft>
              <a:spcPct val="35000"/>
            </a:spcAft>
            <a:buNone/>
          </a:pPr>
          <a:r>
            <a:rPr lang="en-GB" sz="2300" b="1" kern="1200" baseline="0"/>
            <a:t>Project Snapshot: </a:t>
          </a:r>
          <a:r>
            <a:rPr lang="en-GB" sz="2300" kern="1200" baseline="0"/>
            <a:t>Running </a:t>
          </a:r>
          <a:r>
            <a:rPr lang="en-GB" sz="2300" b="1" i="1" kern="1200" baseline="0"/>
            <a:t>git status </a:t>
          </a:r>
          <a:r>
            <a:rPr lang="en-GB" sz="2300" kern="1200" baseline="0"/>
            <a:t>provides a snapshot of the current state of your project, helping you understand what needs to be committed or further modified.</a:t>
          </a:r>
          <a:endParaRPr lang="en-US" sz="2300" kern="1200"/>
        </a:p>
      </dsp:txBody>
      <dsp:txXfrm>
        <a:off x="1590096" y="3442354"/>
        <a:ext cx="9290629" cy="1376706"/>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7CC001A-0F8A-41BE-9EFA-B9DFB7E9A332}">
      <dsp:nvSpPr>
        <dsp:cNvPr id="0" name=""/>
        <dsp:cNvSpPr/>
      </dsp:nvSpPr>
      <dsp:spPr>
        <a:xfrm>
          <a:off x="0" y="2000"/>
          <a:ext cx="10880726" cy="101382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63EDCCE-1AB8-4AD7-8AD8-416980C43EC6}">
      <dsp:nvSpPr>
        <dsp:cNvPr id="0" name=""/>
        <dsp:cNvSpPr/>
      </dsp:nvSpPr>
      <dsp:spPr>
        <a:xfrm>
          <a:off x="306680" y="230110"/>
          <a:ext cx="557601" cy="55760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B2E3632-E3AB-4505-933C-BF58656F6F22}">
      <dsp:nvSpPr>
        <dsp:cNvPr id="0" name=""/>
        <dsp:cNvSpPr/>
      </dsp:nvSpPr>
      <dsp:spPr>
        <a:xfrm>
          <a:off x="1170963" y="2000"/>
          <a:ext cx="9709762" cy="10138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7296" tIns="107296" rIns="107296" bIns="107296" numCol="1" spcCol="1270" anchor="ctr" anchorCtr="0">
          <a:noAutofit/>
        </a:bodyPr>
        <a:lstStyle/>
        <a:p>
          <a:pPr marL="0" lvl="0" indent="0" algn="l" defTabSz="755650">
            <a:lnSpc>
              <a:spcPct val="90000"/>
            </a:lnSpc>
            <a:spcBef>
              <a:spcPct val="0"/>
            </a:spcBef>
            <a:spcAft>
              <a:spcPct val="35000"/>
            </a:spcAft>
            <a:buNone/>
          </a:pPr>
          <a:r>
            <a:rPr lang="en-GB" sz="1700" b="1" kern="1200" baseline="0"/>
            <a:t>Branches as Alternate Timelines: </a:t>
          </a:r>
          <a:r>
            <a:rPr lang="en-GB" sz="1700" kern="1200" baseline="0"/>
            <a:t>Branches in Git allow you to create alternate timelines for your project, enabling you to develop new features or experiment without affecting the main codebase.</a:t>
          </a:r>
          <a:endParaRPr lang="en-US" sz="1700" kern="1200"/>
        </a:p>
      </dsp:txBody>
      <dsp:txXfrm>
        <a:off x="1170963" y="2000"/>
        <a:ext cx="9709762" cy="1013820"/>
      </dsp:txXfrm>
    </dsp:sp>
    <dsp:sp modelId="{E21E55BB-289E-44FF-A26F-F363E71FB475}">
      <dsp:nvSpPr>
        <dsp:cNvPr id="0" name=""/>
        <dsp:cNvSpPr/>
      </dsp:nvSpPr>
      <dsp:spPr>
        <a:xfrm>
          <a:off x="0" y="1269276"/>
          <a:ext cx="10880726" cy="101382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4132C2B-E6A7-4EBA-9E50-C2874E2D1AC5}">
      <dsp:nvSpPr>
        <dsp:cNvPr id="0" name=""/>
        <dsp:cNvSpPr/>
      </dsp:nvSpPr>
      <dsp:spPr>
        <a:xfrm>
          <a:off x="306680" y="1497386"/>
          <a:ext cx="557601" cy="55760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24DB5A7-3D88-4073-97E3-B4F1AE2C8D4D}">
      <dsp:nvSpPr>
        <dsp:cNvPr id="0" name=""/>
        <dsp:cNvSpPr/>
      </dsp:nvSpPr>
      <dsp:spPr>
        <a:xfrm>
          <a:off x="1170963" y="1269276"/>
          <a:ext cx="9709762" cy="10138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7296" tIns="107296" rIns="107296" bIns="107296" numCol="1" spcCol="1270" anchor="ctr" anchorCtr="0">
          <a:noAutofit/>
        </a:bodyPr>
        <a:lstStyle/>
        <a:p>
          <a:pPr marL="0" lvl="0" indent="0" algn="l" defTabSz="755650">
            <a:lnSpc>
              <a:spcPct val="90000"/>
            </a:lnSpc>
            <a:spcBef>
              <a:spcPct val="0"/>
            </a:spcBef>
            <a:spcAft>
              <a:spcPct val="35000"/>
            </a:spcAft>
            <a:buNone/>
          </a:pPr>
          <a:r>
            <a:rPr lang="en-GB" sz="1700" b="1" kern="1200" baseline="0"/>
            <a:t>Parallel Development: </a:t>
          </a:r>
          <a:r>
            <a:rPr lang="en-GB" sz="1700" kern="1200" baseline="0"/>
            <a:t>You can switch between branches to work on different versions of your code in parallel, maintaining a stable main branch while developing experimental features in separate branches.</a:t>
          </a:r>
          <a:endParaRPr lang="en-US" sz="1700" kern="1200"/>
        </a:p>
      </dsp:txBody>
      <dsp:txXfrm>
        <a:off x="1170963" y="1269276"/>
        <a:ext cx="9709762" cy="1013820"/>
      </dsp:txXfrm>
    </dsp:sp>
    <dsp:sp modelId="{9AFA9184-6ED9-43CC-BE6B-31B63D6140B2}">
      <dsp:nvSpPr>
        <dsp:cNvPr id="0" name=""/>
        <dsp:cNvSpPr/>
      </dsp:nvSpPr>
      <dsp:spPr>
        <a:xfrm>
          <a:off x="0" y="2536552"/>
          <a:ext cx="10880726" cy="101382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2800C3A-BBA8-46AE-9458-D822A48E7EC8}">
      <dsp:nvSpPr>
        <dsp:cNvPr id="0" name=""/>
        <dsp:cNvSpPr/>
      </dsp:nvSpPr>
      <dsp:spPr>
        <a:xfrm>
          <a:off x="306680" y="2764662"/>
          <a:ext cx="557601" cy="55760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6A2790A-06D6-4065-9583-21F4795B19FD}">
      <dsp:nvSpPr>
        <dsp:cNvPr id="0" name=""/>
        <dsp:cNvSpPr/>
      </dsp:nvSpPr>
      <dsp:spPr>
        <a:xfrm>
          <a:off x="1170963" y="2536552"/>
          <a:ext cx="9709762" cy="10138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7296" tIns="107296" rIns="107296" bIns="107296" numCol="1" spcCol="1270" anchor="ctr" anchorCtr="0">
          <a:noAutofit/>
        </a:bodyPr>
        <a:lstStyle/>
        <a:p>
          <a:pPr marL="0" lvl="0" indent="0" algn="l" defTabSz="755650">
            <a:lnSpc>
              <a:spcPct val="90000"/>
            </a:lnSpc>
            <a:spcBef>
              <a:spcPct val="0"/>
            </a:spcBef>
            <a:spcAft>
              <a:spcPct val="35000"/>
            </a:spcAft>
            <a:buNone/>
          </a:pPr>
          <a:r>
            <a:rPr lang="en-GB" sz="1700" b="1" kern="1200" baseline="0"/>
            <a:t>Team Collaboration: </a:t>
          </a:r>
          <a:r>
            <a:rPr lang="en-GB" sz="1700" kern="1200" baseline="0"/>
            <a:t>Different team members can work on their own branches, creating multiple timelines that can later be merged back into the main branch seamlessly.</a:t>
          </a:r>
          <a:endParaRPr lang="en-US" sz="1700" kern="1200"/>
        </a:p>
      </dsp:txBody>
      <dsp:txXfrm>
        <a:off x="1170963" y="2536552"/>
        <a:ext cx="9709762" cy="1013820"/>
      </dsp:txXfrm>
    </dsp:sp>
    <dsp:sp modelId="{F6846B10-2ACC-46CC-83A8-980C64289FDD}">
      <dsp:nvSpPr>
        <dsp:cNvPr id="0" name=""/>
        <dsp:cNvSpPr/>
      </dsp:nvSpPr>
      <dsp:spPr>
        <a:xfrm>
          <a:off x="0" y="3803828"/>
          <a:ext cx="10880726" cy="1013820"/>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7E6D9DF-C67F-451F-9B9C-D679AC2935B0}">
      <dsp:nvSpPr>
        <dsp:cNvPr id="0" name=""/>
        <dsp:cNvSpPr/>
      </dsp:nvSpPr>
      <dsp:spPr>
        <a:xfrm>
          <a:off x="306680" y="4031938"/>
          <a:ext cx="557601" cy="557601"/>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24BA39C-5BF8-4EA4-9671-A5D4DAF9FAFA}">
      <dsp:nvSpPr>
        <dsp:cNvPr id="0" name=""/>
        <dsp:cNvSpPr/>
      </dsp:nvSpPr>
      <dsp:spPr>
        <a:xfrm>
          <a:off x="1170963" y="3803828"/>
          <a:ext cx="9709762" cy="10138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7296" tIns="107296" rIns="107296" bIns="107296" numCol="1" spcCol="1270" anchor="ctr" anchorCtr="0">
          <a:noAutofit/>
        </a:bodyPr>
        <a:lstStyle/>
        <a:p>
          <a:pPr marL="0" lvl="0" indent="0" algn="l" defTabSz="755650">
            <a:lnSpc>
              <a:spcPct val="90000"/>
            </a:lnSpc>
            <a:spcBef>
              <a:spcPct val="0"/>
            </a:spcBef>
            <a:spcAft>
              <a:spcPct val="35000"/>
            </a:spcAft>
            <a:buNone/>
          </a:pPr>
          <a:r>
            <a:rPr lang="en-GB" sz="1700" b="1" kern="1200" baseline="0"/>
            <a:t>GUI to visualize all branches</a:t>
          </a:r>
          <a:r>
            <a:rPr lang="en-GB" sz="1700" kern="1200" baseline="0"/>
            <a:t>: gitk --all</a:t>
          </a:r>
          <a:endParaRPr lang="en-US" sz="1700" kern="1200"/>
        </a:p>
      </dsp:txBody>
      <dsp:txXfrm>
        <a:off x="1170963" y="3803828"/>
        <a:ext cx="9709762" cy="1013820"/>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3DB938-1BFF-4266-B8E0-DBF27842E8E0}">
      <dsp:nvSpPr>
        <dsp:cNvPr id="0" name=""/>
        <dsp:cNvSpPr/>
      </dsp:nvSpPr>
      <dsp:spPr>
        <a:xfrm>
          <a:off x="0" y="588"/>
          <a:ext cx="10880726" cy="137670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48DB661-5E8F-4F05-AD8D-D69FBB68078F}">
      <dsp:nvSpPr>
        <dsp:cNvPr id="0" name=""/>
        <dsp:cNvSpPr/>
      </dsp:nvSpPr>
      <dsp:spPr>
        <a:xfrm>
          <a:off x="416453" y="310347"/>
          <a:ext cx="757188" cy="75718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89A3B4E-A0D3-46B0-8550-D2A9CE51EE1E}">
      <dsp:nvSpPr>
        <dsp:cNvPr id="0" name=""/>
        <dsp:cNvSpPr/>
      </dsp:nvSpPr>
      <dsp:spPr>
        <a:xfrm>
          <a:off x="1590096" y="588"/>
          <a:ext cx="9290629" cy="13767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5701" tIns="145701" rIns="145701" bIns="145701" numCol="1" spcCol="1270" anchor="ctr" anchorCtr="0">
          <a:noAutofit/>
        </a:bodyPr>
        <a:lstStyle/>
        <a:p>
          <a:pPr marL="0" lvl="0" indent="0" algn="l" defTabSz="1022350">
            <a:lnSpc>
              <a:spcPct val="90000"/>
            </a:lnSpc>
            <a:spcBef>
              <a:spcPct val="0"/>
            </a:spcBef>
            <a:spcAft>
              <a:spcPct val="35000"/>
            </a:spcAft>
            <a:buNone/>
          </a:pPr>
          <a:r>
            <a:rPr lang="en-GB" sz="2300" b="1" kern="1200" baseline="0"/>
            <a:t>HEAD Pointer: </a:t>
          </a:r>
          <a:r>
            <a:rPr lang="en-GB" sz="2300" kern="1200" baseline="0"/>
            <a:t>The </a:t>
          </a:r>
          <a:r>
            <a:rPr lang="en-GB" sz="2300" b="1" i="1" kern="1200" baseline="0"/>
            <a:t>HEAD</a:t>
          </a:r>
          <a:r>
            <a:rPr lang="en-GB" sz="2300" kern="1200" baseline="0"/>
            <a:t> pointer in Git indicates your current position in the project's history, pointing to the latest commit on the active branch.</a:t>
          </a:r>
          <a:endParaRPr lang="en-US" sz="2300" kern="1200"/>
        </a:p>
      </dsp:txBody>
      <dsp:txXfrm>
        <a:off x="1590096" y="588"/>
        <a:ext cx="9290629" cy="1376706"/>
      </dsp:txXfrm>
    </dsp:sp>
    <dsp:sp modelId="{8024AB01-EBD4-453A-B2F2-264F5835BE5C}">
      <dsp:nvSpPr>
        <dsp:cNvPr id="0" name=""/>
        <dsp:cNvSpPr/>
      </dsp:nvSpPr>
      <dsp:spPr>
        <a:xfrm>
          <a:off x="0" y="1721471"/>
          <a:ext cx="10880726" cy="137670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A6B63A2-6706-4A42-A2F1-9616AE88DD2B}">
      <dsp:nvSpPr>
        <dsp:cNvPr id="0" name=""/>
        <dsp:cNvSpPr/>
      </dsp:nvSpPr>
      <dsp:spPr>
        <a:xfrm>
          <a:off x="416453" y="2031230"/>
          <a:ext cx="757188" cy="75718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11A4C2A-20BE-4308-81A0-8DF7D2AD5CAC}">
      <dsp:nvSpPr>
        <dsp:cNvPr id="0" name=""/>
        <dsp:cNvSpPr/>
      </dsp:nvSpPr>
      <dsp:spPr>
        <a:xfrm>
          <a:off x="1590096" y="1721471"/>
          <a:ext cx="9290629" cy="13767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5701" tIns="145701" rIns="145701" bIns="145701" numCol="1" spcCol="1270" anchor="ctr" anchorCtr="0">
          <a:noAutofit/>
        </a:bodyPr>
        <a:lstStyle/>
        <a:p>
          <a:pPr marL="0" lvl="0" indent="0" algn="l" defTabSz="1022350">
            <a:lnSpc>
              <a:spcPct val="90000"/>
            </a:lnSpc>
            <a:spcBef>
              <a:spcPct val="0"/>
            </a:spcBef>
            <a:spcAft>
              <a:spcPct val="35000"/>
            </a:spcAft>
            <a:buNone/>
          </a:pPr>
          <a:r>
            <a:rPr lang="en-GB" sz="2300" b="1" kern="1200" baseline="0"/>
            <a:t>Branch Navigation: </a:t>
          </a:r>
          <a:r>
            <a:rPr lang="en-GB" sz="2300" kern="1200" baseline="0"/>
            <a:t>When working with multiple branches, the </a:t>
          </a:r>
          <a:r>
            <a:rPr lang="en-GB" sz="2300" b="1" i="1" kern="1200" baseline="0"/>
            <a:t>HEAD</a:t>
          </a:r>
          <a:r>
            <a:rPr lang="en-GB" sz="2300" kern="1200" baseline="0"/>
            <a:t> pointer moves to the latest commit of the branch you're currently working on.</a:t>
          </a:r>
          <a:endParaRPr lang="en-US" sz="2300" kern="1200"/>
        </a:p>
      </dsp:txBody>
      <dsp:txXfrm>
        <a:off x="1590096" y="1721471"/>
        <a:ext cx="9290629" cy="1376706"/>
      </dsp:txXfrm>
    </dsp:sp>
    <dsp:sp modelId="{A1DE1C2A-A359-4DE5-BC87-36B82A323ACC}">
      <dsp:nvSpPr>
        <dsp:cNvPr id="0" name=""/>
        <dsp:cNvSpPr/>
      </dsp:nvSpPr>
      <dsp:spPr>
        <a:xfrm>
          <a:off x="0" y="3442354"/>
          <a:ext cx="10880726" cy="137670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90CF8E8-1900-4767-AD93-43F9C413D7BD}">
      <dsp:nvSpPr>
        <dsp:cNvPr id="0" name=""/>
        <dsp:cNvSpPr/>
      </dsp:nvSpPr>
      <dsp:spPr>
        <a:xfrm>
          <a:off x="416453" y="3752113"/>
          <a:ext cx="757188" cy="75718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52F0EFF-FBA3-402F-91F0-D789BF6E8A25}">
      <dsp:nvSpPr>
        <dsp:cNvPr id="0" name=""/>
        <dsp:cNvSpPr/>
      </dsp:nvSpPr>
      <dsp:spPr>
        <a:xfrm>
          <a:off x="1590096" y="3442354"/>
          <a:ext cx="9290629" cy="13767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5701" tIns="145701" rIns="145701" bIns="145701" numCol="1" spcCol="1270" anchor="ctr" anchorCtr="0">
          <a:noAutofit/>
        </a:bodyPr>
        <a:lstStyle/>
        <a:p>
          <a:pPr marL="0" lvl="0" indent="0" algn="l" defTabSz="1022350">
            <a:lnSpc>
              <a:spcPct val="90000"/>
            </a:lnSpc>
            <a:spcBef>
              <a:spcPct val="0"/>
            </a:spcBef>
            <a:spcAft>
              <a:spcPct val="35000"/>
            </a:spcAft>
            <a:buNone/>
          </a:pPr>
          <a:r>
            <a:rPr lang="en-GB" sz="2300" b="1" kern="1200" baseline="0"/>
            <a:t>Time Machine Concept: </a:t>
          </a:r>
          <a:r>
            <a:rPr lang="en-GB" sz="2300" kern="1200" baseline="0"/>
            <a:t>Think of the </a:t>
          </a:r>
          <a:r>
            <a:rPr lang="en-GB" sz="2300" b="1" i="1" kern="1200" baseline="0"/>
            <a:t>HEAD</a:t>
          </a:r>
          <a:r>
            <a:rPr lang="en-GB" sz="2300" kern="1200" baseline="0"/>
            <a:t> pointer as a time machine that allows you to navigate and work within different points in your project's timeline.</a:t>
          </a:r>
          <a:endParaRPr lang="en-US" sz="2300" kern="1200"/>
        </a:p>
      </dsp:txBody>
      <dsp:txXfrm>
        <a:off x="1590096" y="3442354"/>
        <a:ext cx="9290629" cy="1376706"/>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6C69310-E6FB-49B6-BCB4-987E9D6AA9BB}">
      <dsp:nvSpPr>
        <dsp:cNvPr id="0" name=""/>
        <dsp:cNvSpPr/>
      </dsp:nvSpPr>
      <dsp:spPr>
        <a:xfrm>
          <a:off x="0" y="588"/>
          <a:ext cx="10880726" cy="137670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B630B8F-F8AB-489D-9D80-2F30C6F106C8}">
      <dsp:nvSpPr>
        <dsp:cNvPr id="0" name=""/>
        <dsp:cNvSpPr/>
      </dsp:nvSpPr>
      <dsp:spPr>
        <a:xfrm>
          <a:off x="416453" y="310347"/>
          <a:ext cx="757188" cy="75718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13FBE21-6805-4B7F-9768-379E7B0776DA}">
      <dsp:nvSpPr>
        <dsp:cNvPr id="0" name=""/>
        <dsp:cNvSpPr/>
      </dsp:nvSpPr>
      <dsp:spPr>
        <a:xfrm>
          <a:off x="1590096" y="588"/>
          <a:ext cx="9290629" cy="13767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5701" tIns="145701" rIns="145701" bIns="145701" numCol="1" spcCol="1270" anchor="ctr" anchorCtr="0">
          <a:noAutofit/>
        </a:bodyPr>
        <a:lstStyle/>
        <a:p>
          <a:pPr marL="0" lvl="0" indent="0" algn="l" defTabSz="933450">
            <a:lnSpc>
              <a:spcPct val="90000"/>
            </a:lnSpc>
            <a:spcBef>
              <a:spcPct val="0"/>
            </a:spcBef>
            <a:spcAft>
              <a:spcPct val="35000"/>
            </a:spcAft>
            <a:buNone/>
          </a:pPr>
          <a:r>
            <a:rPr lang="en-GB" sz="2100" b="1" kern="1200" baseline="0"/>
            <a:t>Branch Switching: </a:t>
          </a:r>
          <a:r>
            <a:rPr lang="en-GB" sz="2100" kern="1200" baseline="0"/>
            <a:t>The </a:t>
          </a:r>
          <a:r>
            <a:rPr lang="en-GB" sz="2100" b="1" i="1" kern="1200" baseline="0"/>
            <a:t>git checkout </a:t>
          </a:r>
          <a:r>
            <a:rPr lang="en-GB" sz="2100" kern="1200" baseline="0"/>
            <a:t>command can be used to switch between branches, similar to the git switch command.</a:t>
          </a:r>
          <a:endParaRPr lang="en-US" sz="2100" kern="1200"/>
        </a:p>
      </dsp:txBody>
      <dsp:txXfrm>
        <a:off x="1590096" y="588"/>
        <a:ext cx="9290629" cy="1376706"/>
      </dsp:txXfrm>
    </dsp:sp>
    <dsp:sp modelId="{FD3A3BF4-0313-41AB-B6BE-D1F9143569F7}">
      <dsp:nvSpPr>
        <dsp:cNvPr id="0" name=""/>
        <dsp:cNvSpPr/>
      </dsp:nvSpPr>
      <dsp:spPr>
        <a:xfrm>
          <a:off x="0" y="1721471"/>
          <a:ext cx="10880726" cy="137670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7CF8760-4C5E-47BE-A59E-C8D0DBEF6232}">
      <dsp:nvSpPr>
        <dsp:cNvPr id="0" name=""/>
        <dsp:cNvSpPr/>
      </dsp:nvSpPr>
      <dsp:spPr>
        <a:xfrm>
          <a:off x="416453" y="2031230"/>
          <a:ext cx="757188" cy="75718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BEBFA7E-C16F-4FAC-AB15-849A7836534E}">
      <dsp:nvSpPr>
        <dsp:cNvPr id="0" name=""/>
        <dsp:cNvSpPr/>
      </dsp:nvSpPr>
      <dsp:spPr>
        <a:xfrm>
          <a:off x="1590096" y="1721471"/>
          <a:ext cx="9290629" cy="13767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5701" tIns="145701" rIns="145701" bIns="145701" numCol="1" spcCol="1270" anchor="ctr" anchorCtr="0">
          <a:noAutofit/>
        </a:bodyPr>
        <a:lstStyle/>
        <a:p>
          <a:pPr marL="0" lvl="0" indent="0" algn="l" defTabSz="933450">
            <a:lnSpc>
              <a:spcPct val="90000"/>
            </a:lnSpc>
            <a:spcBef>
              <a:spcPct val="0"/>
            </a:spcBef>
            <a:spcAft>
              <a:spcPct val="35000"/>
            </a:spcAft>
            <a:buNone/>
          </a:pPr>
          <a:r>
            <a:rPr lang="en-GB" sz="2100" b="1" kern="1200" baseline="0"/>
            <a:t>Commit Navigation: </a:t>
          </a:r>
          <a:r>
            <a:rPr lang="en-GB" sz="2100" kern="1200" baseline="0"/>
            <a:t>You can use </a:t>
          </a:r>
          <a:r>
            <a:rPr lang="en-GB" sz="2100" b="1" i="1" kern="1200" baseline="0"/>
            <a:t>git checkout </a:t>
          </a:r>
          <a:r>
            <a:rPr lang="en-GB" sz="2100" kern="1200" baseline="0"/>
            <a:t>to navigate to any specific commit by providing its commit ID, allowing you to work on code from a previous point in time.</a:t>
          </a:r>
          <a:endParaRPr lang="en-US" sz="2100" kern="1200"/>
        </a:p>
      </dsp:txBody>
      <dsp:txXfrm>
        <a:off x="1590096" y="1721471"/>
        <a:ext cx="9290629" cy="1376706"/>
      </dsp:txXfrm>
    </dsp:sp>
    <dsp:sp modelId="{EA866F66-D0B5-47F8-849B-C0438853C603}">
      <dsp:nvSpPr>
        <dsp:cNvPr id="0" name=""/>
        <dsp:cNvSpPr/>
      </dsp:nvSpPr>
      <dsp:spPr>
        <a:xfrm>
          <a:off x="0" y="3442354"/>
          <a:ext cx="10880726" cy="137670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1535842-46DF-4D87-A1C1-72E89BB5D07E}">
      <dsp:nvSpPr>
        <dsp:cNvPr id="0" name=""/>
        <dsp:cNvSpPr/>
      </dsp:nvSpPr>
      <dsp:spPr>
        <a:xfrm>
          <a:off x="416453" y="3752113"/>
          <a:ext cx="757188" cy="75718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B14F541-3F28-458C-B3A3-A266DD2BE938}">
      <dsp:nvSpPr>
        <dsp:cNvPr id="0" name=""/>
        <dsp:cNvSpPr/>
      </dsp:nvSpPr>
      <dsp:spPr>
        <a:xfrm>
          <a:off x="1590096" y="3442354"/>
          <a:ext cx="9290629" cy="13767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5701" tIns="145701" rIns="145701" bIns="145701" numCol="1" spcCol="1270" anchor="ctr" anchorCtr="0">
          <a:noAutofit/>
        </a:bodyPr>
        <a:lstStyle/>
        <a:p>
          <a:pPr marL="0" lvl="0" indent="0" algn="l" defTabSz="933450">
            <a:lnSpc>
              <a:spcPct val="90000"/>
            </a:lnSpc>
            <a:spcBef>
              <a:spcPct val="0"/>
            </a:spcBef>
            <a:spcAft>
              <a:spcPct val="35000"/>
            </a:spcAft>
            <a:buNone/>
          </a:pPr>
          <a:r>
            <a:rPr lang="en-GB" sz="2100" b="1" kern="1200" baseline="0"/>
            <a:t>Interchangeability: </a:t>
          </a:r>
          <a:r>
            <a:rPr lang="en-GB" sz="2100" kern="1200" baseline="0"/>
            <a:t>While </a:t>
          </a:r>
          <a:r>
            <a:rPr lang="en-GB" sz="2100" b="1" i="1" kern="1200" baseline="0"/>
            <a:t>git switch </a:t>
          </a:r>
          <a:r>
            <a:rPr lang="en-GB" sz="2100" kern="1200" baseline="0"/>
            <a:t>is a newer command, </a:t>
          </a:r>
          <a:r>
            <a:rPr lang="en-GB" sz="2100" b="1" i="1" kern="1200" baseline="0"/>
            <a:t>git checkout </a:t>
          </a:r>
          <a:r>
            <a:rPr lang="en-GB" sz="2100" kern="1200" baseline="0"/>
            <a:t>is still commonly used in documentation and tutorials for branch switching, and both commands are interchangeable for this purpose.</a:t>
          </a:r>
          <a:endParaRPr lang="en-US" sz="2100" kern="1200"/>
        </a:p>
      </dsp:txBody>
      <dsp:txXfrm>
        <a:off x="1590096" y="3442354"/>
        <a:ext cx="9290629" cy="1376706"/>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BDAD71C-0A4D-4575-B4C7-443971078A96}">
      <dsp:nvSpPr>
        <dsp:cNvPr id="0" name=""/>
        <dsp:cNvSpPr/>
      </dsp:nvSpPr>
      <dsp:spPr>
        <a:xfrm>
          <a:off x="2176145" y="1506"/>
          <a:ext cx="8704580" cy="1543794"/>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8893" tIns="392124" rIns="168893" bIns="392124" numCol="1" spcCol="1270" anchor="ctr" anchorCtr="0">
          <a:noAutofit/>
        </a:bodyPr>
        <a:lstStyle/>
        <a:p>
          <a:pPr marL="0" lvl="0" indent="0" algn="l" defTabSz="889000">
            <a:lnSpc>
              <a:spcPct val="90000"/>
            </a:lnSpc>
            <a:spcBef>
              <a:spcPct val="0"/>
            </a:spcBef>
            <a:spcAft>
              <a:spcPct val="35000"/>
            </a:spcAft>
            <a:buNone/>
          </a:pPr>
          <a:r>
            <a:rPr lang="en-US" sz="2000" kern="1200"/>
            <a:t>Switching Branches: The git switch command allows you to move between different branches in your project.</a:t>
          </a:r>
        </a:p>
      </dsp:txBody>
      <dsp:txXfrm>
        <a:off x="2176145" y="1506"/>
        <a:ext cx="8704580" cy="1543794"/>
      </dsp:txXfrm>
    </dsp:sp>
    <dsp:sp modelId="{53464530-630E-4C45-81D8-8FC95453AD1B}">
      <dsp:nvSpPr>
        <dsp:cNvPr id="0" name=""/>
        <dsp:cNvSpPr/>
      </dsp:nvSpPr>
      <dsp:spPr>
        <a:xfrm>
          <a:off x="0" y="1506"/>
          <a:ext cx="2176145" cy="1543794"/>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5154" tIns="152493" rIns="115154" bIns="152493" numCol="1" spcCol="1270" anchor="ctr" anchorCtr="0">
          <a:noAutofit/>
        </a:bodyPr>
        <a:lstStyle/>
        <a:p>
          <a:pPr marL="0" lvl="0" indent="0" algn="ctr" defTabSz="1111250">
            <a:lnSpc>
              <a:spcPct val="90000"/>
            </a:lnSpc>
            <a:spcBef>
              <a:spcPct val="0"/>
            </a:spcBef>
            <a:spcAft>
              <a:spcPct val="35000"/>
            </a:spcAft>
            <a:buNone/>
          </a:pPr>
          <a:r>
            <a:rPr lang="en-US" sz="2500" kern="1200"/>
            <a:t>Switching</a:t>
          </a:r>
        </a:p>
      </dsp:txBody>
      <dsp:txXfrm>
        <a:off x="0" y="1506"/>
        <a:ext cx="2176145" cy="1543794"/>
      </dsp:txXfrm>
    </dsp:sp>
    <dsp:sp modelId="{6AF68408-E011-4DDF-A0FC-5B0FDE2A5930}">
      <dsp:nvSpPr>
        <dsp:cNvPr id="0" name=""/>
        <dsp:cNvSpPr/>
      </dsp:nvSpPr>
      <dsp:spPr>
        <a:xfrm>
          <a:off x="2176145" y="1637927"/>
          <a:ext cx="8704580" cy="1543794"/>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8893" tIns="392124" rIns="168893" bIns="392124" numCol="1" spcCol="1270" anchor="ctr" anchorCtr="0">
          <a:noAutofit/>
        </a:bodyPr>
        <a:lstStyle/>
        <a:p>
          <a:pPr marL="0" lvl="0" indent="0" algn="l" defTabSz="889000">
            <a:lnSpc>
              <a:spcPct val="90000"/>
            </a:lnSpc>
            <a:spcBef>
              <a:spcPct val="0"/>
            </a:spcBef>
            <a:spcAft>
              <a:spcPct val="35000"/>
            </a:spcAft>
            <a:buNone/>
          </a:pPr>
          <a:r>
            <a:rPr lang="en-US" sz="2000" kern="1200"/>
            <a:t>Conflict Handling: If there are uncommitted changes that conflict with the branch you're switching to, Git will abort the switch to prevent data loss.</a:t>
          </a:r>
        </a:p>
      </dsp:txBody>
      <dsp:txXfrm>
        <a:off x="2176145" y="1637927"/>
        <a:ext cx="8704580" cy="1543794"/>
      </dsp:txXfrm>
    </dsp:sp>
    <dsp:sp modelId="{B316BBFF-8E53-48C7-8D60-778D157DF9D2}">
      <dsp:nvSpPr>
        <dsp:cNvPr id="0" name=""/>
        <dsp:cNvSpPr/>
      </dsp:nvSpPr>
      <dsp:spPr>
        <a:xfrm>
          <a:off x="0" y="1637927"/>
          <a:ext cx="2176145" cy="1543794"/>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5154" tIns="152493" rIns="115154" bIns="152493" numCol="1" spcCol="1270" anchor="ctr" anchorCtr="0">
          <a:noAutofit/>
        </a:bodyPr>
        <a:lstStyle/>
        <a:p>
          <a:pPr marL="0" lvl="0" indent="0" algn="ctr" defTabSz="1111250">
            <a:lnSpc>
              <a:spcPct val="90000"/>
            </a:lnSpc>
            <a:spcBef>
              <a:spcPct val="0"/>
            </a:spcBef>
            <a:spcAft>
              <a:spcPct val="35000"/>
            </a:spcAft>
            <a:buNone/>
          </a:pPr>
          <a:r>
            <a:rPr lang="en-US" sz="2500" kern="1200"/>
            <a:t>Handling</a:t>
          </a:r>
        </a:p>
      </dsp:txBody>
      <dsp:txXfrm>
        <a:off x="0" y="1637927"/>
        <a:ext cx="2176145" cy="1543794"/>
      </dsp:txXfrm>
    </dsp:sp>
    <dsp:sp modelId="{792659A0-54B6-48C8-BAE2-F8D060695F95}">
      <dsp:nvSpPr>
        <dsp:cNvPr id="0" name=""/>
        <dsp:cNvSpPr/>
      </dsp:nvSpPr>
      <dsp:spPr>
        <a:xfrm>
          <a:off x="2176145" y="3274349"/>
          <a:ext cx="8704580" cy="1543794"/>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8893" tIns="392124" rIns="168893" bIns="392124" numCol="1" spcCol="1270" anchor="ctr" anchorCtr="0">
          <a:noAutofit/>
        </a:bodyPr>
        <a:lstStyle/>
        <a:p>
          <a:pPr marL="0" lvl="0" indent="0" algn="l" defTabSz="889000">
            <a:lnSpc>
              <a:spcPct val="90000"/>
            </a:lnSpc>
            <a:spcBef>
              <a:spcPct val="0"/>
            </a:spcBef>
            <a:spcAft>
              <a:spcPct val="35000"/>
            </a:spcAft>
            <a:buNone/>
          </a:pPr>
          <a:r>
            <a:rPr lang="en-US" sz="2000" kern="1200"/>
            <a:t>Resolving Conflicts: To resolve conflicts, commit your changes on the current branch before attempting to switch to another branch.</a:t>
          </a:r>
        </a:p>
      </dsp:txBody>
      <dsp:txXfrm>
        <a:off x="2176145" y="3274349"/>
        <a:ext cx="8704580" cy="1543794"/>
      </dsp:txXfrm>
    </dsp:sp>
    <dsp:sp modelId="{893A6FFF-133A-4273-A93C-FD949B3B74CF}">
      <dsp:nvSpPr>
        <dsp:cNvPr id="0" name=""/>
        <dsp:cNvSpPr/>
      </dsp:nvSpPr>
      <dsp:spPr>
        <a:xfrm>
          <a:off x="0" y="3274349"/>
          <a:ext cx="2176145" cy="1543794"/>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5154" tIns="152493" rIns="115154" bIns="152493" numCol="1" spcCol="1270" anchor="ctr" anchorCtr="0">
          <a:noAutofit/>
        </a:bodyPr>
        <a:lstStyle/>
        <a:p>
          <a:pPr marL="0" lvl="0" indent="0" algn="ctr" defTabSz="1111250">
            <a:lnSpc>
              <a:spcPct val="90000"/>
            </a:lnSpc>
            <a:spcBef>
              <a:spcPct val="0"/>
            </a:spcBef>
            <a:spcAft>
              <a:spcPct val="35000"/>
            </a:spcAft>
            <a:buNone/>
          </a:pPr>
          <a:r>
            <a:rPr lang="en-US" sz="2500" kern="1200"/>
            <a:t>Resolving</a:t>
          </a:r>
        </a:p>
      </dsp:txBody>
      <dsp:txXfrm>
        <a:off x="0" y="3274349"/>
        <a:ext cx="2176145" cy="1543794"/>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8C63DCB-B0D4-4B30-A603-680AF7518FC4}">
      <dsp:nvSpPr>
        <dsp:cNvPr id="0" name=""/>
        <dsp:cNvSpPr/>
      </dsp:nvSpPr>
      <dsp:spPr>
        <a:xfrm>
          <a:off x="0" y="588"/>
          <a:ext cx="10880726" cy="137670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6D0D149-5C24-42CA-A9D0-C7E99BA29A3B}">
      <dsp:nvSpPr>
        <dsp:cNvPr id="0" name=""/>
        <dsp:cNvSpPr/>
      </dsp:nvSpPr>
      <dsp:spPr>
        <a:xfrm>
          <a:off x="416453" y="310347"/>
          <a:ext cx="757188" cy="75718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0E25662-F9CF-43BD-8A8B-AD6F061E41F0}">
      <dsp:nvSpPr>
        <dsp:cNvPr id="0" name=""/>
        <dsp:cNvSpPr/>
      </dsp:nvSpPr>
      <dsp:spPr>
        <a:xfrm>
          <a:off x="1590096" y="588"/>
          <a:ext cx="9290629" cy="13767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5701" tIns="145701" rIns="145701" bIns="145701" numCol="1" spcCol="1270" anchor="ctr" anchorCtr="0">
          <a:noAutofit/>
        </a:bodyPr>
        <a:lstStyle/>
        <a:p>
          <a:pPr marL="0" lvl="0" indent="0" algn="l" defTabSz="1022350">
            <a:lnSpc>
              <a:spcPct val="90000"/>
            </a:lnSpc>
            <a:spcBef>
              <a:spcPct val="0"/>
            </a:spcBef>
            <a:spcAft>
              <a:spcPct val="35000"/>
            </a:spcAft>
            <a:buNone/>
          </a:pPr>
          <a:r>
            <a:rPr lang="en-GB" sz="2300" b="1" kern="1200"/>
            <a:t>Combining Branches: </a:t>
          </a:r>
          <a:r>
            <a:rPr lang="en-GB" sz="2300" kern="1200"/>
            <a:t>The </a:t>
          </a:r>
          <a:r>
            <a:rPr lang="en-GB" sz="2300" b="1" kern="1200"/>
            <a:t>git merge </a:t>
          </a:r>
          <a:r>
            <a:rPr lang="en-GB" sz="2300" kern="1200"/>
            <a:t>command is used to combine changes from one branch into another, integrating different versions of your code.</a:t>
          </a:r>
          <a:endParaRPr lang="en-US" sz="2300" kern="1200"/>
        </a:p>
      </dsp:txBody>
      <dsp:txXfrm>
        <a:off x="1590096" y="588"/>
        <a:ext cx="9290629" cy="1376706"/>
      </dsp:txXfrm>
    </dsp:sp>
    <dsp:sp modelId="{E91DCDD3-F690-4E9D-B724-B386B0ACC9BE}">
      <dsp:nvSpPr>
        <dsp:cNvPr id="0" name=""/>
        <dsp:cNvSpPr/>
      </dsp:nvSpPr>
      <dsp:spPr>
        <a:xfrm>
          <a:off x="0" y="1721471"/>
          <a:ext cx="10880726" cy="137670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7BD6A78-2DB4-417A-932C-05412B38805C}">
      <dsp:nvSpPr>
        <dsp:cNvPr id="0" name=""/>
        <dsp:cNvSpPr/>
      </dsp:nvSpPr>
      <dsp:spPr>
        <a:xfrm>
          <a:off x="416453" y="2031230"/>
          <a:ext cx="757188" cy="75718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6D91577-5316-4079-974A-8E2227B1572F}">
      <dsp:nvSpPr>
        <dsp:cNvPr id="0" name=""/>
        <dsp:cNvSpPr/>
      </dsp:nvSpPr>
      <dsp:spPr>
        <a:xfrm>
          <a:off x="1590096" y="1721471"/>
          <a:ext cx="9290629" cy="13767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5701" tIns="145701" rIns="145701" bIns="145701" numCol="1" spcCol="1270" anchor="ctr" anchorCtr="0">
          <a:noAutofit/>
        </a:bodyPr>
        <a:lstStyle/>
        <a:p>
          <a:pPr marL="0" lvl="0" indent="0" algn="l" defTabSz="1022350">
            <a:lnSpc>
              <a:spcPct val="90000"/>
            </a:lnSpc>
            <a:spcBef>
              <a:spcPct val="0"/>
            </a:spcBef>
            <a:spcAft>
              <a:spcPct val="35000"/>
            </a:spcAft>
            <a:buNone/>
          </a:pPr>
          <a:r>
            <a:rPr lang="en-GB" sz="2300" b="1" kern="1200"/>
            <a:t>Preservation of Branches: </a:t>
          </a:r>
          <a:r>
            <a:rPr lang="en-GB" sz="2300" kern="1200"/>
            <a:t>Even after merging, the original branches remain intact, allowing you to continue working on them separately if needed.</a:t>
          </a:r>
          <a:endParaRPr lang="en-US" sz="2300" kern="1200"/>
        </a:p>
      </dsp:txBody>
      <dsp:txXfrm>
        <a:off x="1590096" y="1721471"/>
        <a:ext cx="9290629" cy="1376706"/>
      </dsp:txXfrm>
    </dsp:sp>
    <dsp:sp modelId="{DA710D51-C89B-4470-B1D5-08E1BB336B71}">
      <dsp:nvSpPr>
        <dsp:cNvPr id="0" name=""/>
        <dsp:cNvSpPr/>
      </dsp:nvSpPr>
      <dsp:spPr>
        <a:xfrm>
          <a:off x="0" y="3442354"/>
          <a:ext cx="10880726" cy="137670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4A6C572-234A-4A41-AE5D-E957CFC98031}">
      <dsp:nvSpPr>
        <dsp:cNvPr id="0" name=""/>
        <dsp:cNvSpPr/>
      </dsp:nvSpPr>
      <dsp:spPr>
        <a:xfrm>
          <a:off x="416453" y="3752113"/>
          <a:ext cx="757188" cy="75718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F1C8805-C108-4486-ABFF-FCE59E61C8EB}">
      <dsp:nvSpPr>
        <dsp:cNvPr id="0" name=""/>
        <dsp:cNvSpPr/>
      </dsp:nvSpPr>
      <dsp:spPr>
        <a:xfrm>
          <a:off x="1590096" y="3442354"/>
          <a:ext cx="9290629" cy="13767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5701" tIns="145701" rIns="145701" bIns="145701" numCol="1" spcCol="1270" anchor="ctr" anchorCtr="0">
          <a:noAutofit/>
        </a:bodyPr>
        <a:lstStyle/>
        <a:p>
          <a:pPr marL="0" lvl="0" indent="0" algn="l" defTabSz="1022350">
            <a:lnSpc>
              <a:spcPct val="90000"/>
            </a:lnSpc>
            <a:spcBef>
              <a:spcPct val="0"/>
            </a:spcBef>
            <a:spcAft>
              <a:spcPct val="35000"/>
            </a:spcAft>
            <a:buNone/>
          </a:pPr>
          <a:r>
            <a:rPr lang="en-GB" sz="2300" b="1" kern="1200"/>
            <a:t>Conflict Resolution: </a:t>
          </a:r>
          <a:r>
            <a:rPr lang="en-GB" sz="2300" kern="1200"/>
            <a:t>During a merge, Git automatically combines matching pieces of code, but you may need to resolve conflicts manually if there are overlapping changes.</a:t>
          </a:r>
          <a:endParaRPr lang="en-US" sz="2300" kern="1200"/>
        </a:p>
      </dsp:txBody>
      <dsp:txXfrm>
        <a:off x="1590096" y="3442354"/>
        <a:ext cx="9290629" cy="1376706"/>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4B90BB-9D67-441C-939F-782D730B9564}">
      <dsp:nvSpPr>
        <dsp:cNvPr id="0" name=""/>
        <dsp:cNvSpPr/>
      </dsp:nvSpPr>
      <dsp:spPr>
        <a:xfrm>
          <a:off x="0" y="588"/>
          <a:ext cx="10880726" cy="137670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3E41A6E-9206-4315-A41C-94519E03644D}">
      <dsp:nvSpPr>
        <dsp:cNvPr id="0" name=""/>
        <dsp:cNvSpPr/>
      </dsp:nvSpPr>
      <dsp:spPr>
        <a:xfrm>
          <a:off x="416453" y="310347"/>
          <a:ext cx="757188" cy="75718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7367607-5AE2-4C1D-9A98-33D6A2455C35}">
      <dsp:nvSpPr>
        <dsp:cNvPr id="0" name=""/>
        <dsp:cNvSpPr/>
      </dsp:nvSpPr>
      <dsp:spPr>
        <a:xfrm>
          <a:off x="1590096" y="588"/>
          <a:ext cx="9290629" cy="13767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5701" tIns="145701" rIns="145701" bIns="145701" numCol="1" spcCol="1270" anchor="ctr" anchorCtr="0">
          <a:noAutofit/>
        </a:bodyPr>
        <a:lstStyle/>
        <a:p>
          <a:pPr marL="0" lvl="0" indent="0" algn="l" defTabSz="933450">
            <a:lnSpc>
              <a:spcPct val="90000"/>
            </a:lnSpc>
            <a:spcBef>
              <a:spcPct val="0"/>
            </a:spcBef>
            <a:spcAft>
              <a:spcPct val="35000"/>
            </a:spcAft>
            <a:buNone/>
          </a:pPr>
          <a:r>
            <a:rPr lang="en-GB" sz="2100" b="1" kern="1200" baseline="0"/>
            <a:t>Conflict Identification: </a:t>
          </a:r>
          <a:r>
            <a:rPr lang="en-GB" sz="2100" kern="1200" baseline="0"/>
            <a:t>When merging branches with conflicting changes, Git flags these conflicts and stops the merge process, requiring manual resolution.</a:t>
          </a:r>
          <a:endParaRPr lang="en-US" sz="2100" kern="1200"/>
        </a:p>
      </dsp:txBody>
      <dsp:txXfrm>
        <a:off x="1590096" y="588"/>
        <a:ext cx="9290629" cy="1376706"/>
      </dsp:txXfrm>
    </dsp:sp>
    <dsp:sp modelId="{C290C6B7-BDBC-4CA0-A6F8-2A839E2046DF}">
      <dsp:nvSpPr>
        <dsp:cNvPr id="0" name=""/>
        <dsp:cNvSpPr/>
      </dsp:nvSpPr>
      <dsp:spPr>
        <a:xfrm>
          <a:off x="0" y="1721471"/>
          <a:ext cx="10880726" cy="137670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8E06545-5E7D-4A36-A71A-642424BD408D}">
      <dsp:nvSpPr>
        <dsp:cNvPr id="0" name=""/>
        <dsp:cNvSpPr/>
      </dsp:nvSpPr>
      <dsp:spPr>
        <a:xfrm>
          <a:off x="416453" y="2031230"/>
          <a:ext cx="757188" cy="75718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B7597D1-4924-4184-B349-2A0544045572}">
      <dsp:nvSpPr>
        <dsp:cNvPr id="0" name=""/>
        <dsp:cNvSpPr/>
      </dsp:nvSpPr>
      <dsp:spPr>
        <a:xfrm>
          <a:off x="1590096" y="1721471"/>
          <a:ext cx="9290629" cy="13767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5701" tIns="145701" rIns="145701" bIns="145701" numCol="1" spcCol="1270" anchor="ctr" anchorCtr="0">
          <a:noAutofit/>
        </a:bodyPr>
        <a:lstStyle/>
        <a:p>
          <a:pPr marL="0" lvl="0" indent="0" algn="l" defTabSz="933450">
            <a:lnSpc>
              <a:spcPct val="90000"/>
            </a:lnSpc>
            <a:spcBef>
              <a:spcPct val="0"/>
            </a:spcBef>
            <a:spcAft>
              <a:spcPct val="35000"/>
            </a:spcAft>
            <a:buNone/>
          </a:pPr>
          <a:r>
            <a:rPr lang="en-GB" sz="2100" b="1" kern="1200" baseline="0"/>
            <a:t>Conflict Resolution: </a:t>
          </a:r>
          <a:r>
            <a:rPr lang="en-GB" sz="2100" kern="1200" baseline="0"/>
            <a:t>Git highlights the conflicting code, marking it as "current change" (from your branch) and "incoming change" (from the branch being merged). You need to edit the file to resolve these conflicts.</a:t>
          </a:r>
          <a:endParaRPr lang="en-US" sz="2100" kern="1200"/>
        </a:p>
      </dsp:txBody>
      <dsp:txXfrm>
        <a:off x="1590096" y="1721471"/>
        <a:ext cx="9290629" cy="1376706"/>
      </dsp:txXfrm>
    </dsp:sp>
    <dsp:sp modelId="{15ED921B-4989-4783-A79C-37492E32D329}">
      <dsp:nvSpPr>
        <dsp:cNvPr id="0" name=""/>
        <dsp:cNvSpPr/>
      </dsp:nvSpPr>
      <dsp:spPr>
        <a:xfrm>
          <a:off x="0" y="3442354"/>
          <a:ext cx="10880726" cy="1376706"/>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856CC22-32BD-47CC-81FC-6FEF4C8728DD}">
      <dsp:nvSpPr>
        <dsp:cNvPr id="0" name=""/>
        <dsp:cNvSpPr/>
      </dsp:nvSpPr>
      <dsp:spPr>
        <a:xfrm>
          <a:off x="416453" y="3752113"/>
          <a:ext cx="757188" cy="75718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8404C08-1AF8-417B-9A06-2EDCE40B5FE0}">
      <dsp:nvSpPr>
        <dsp:cNvPr id="0" name=""/>
        <dsp:cNvSpPr/>
      </dsp:nvSpPr>
      <dsp:spPr>
        <a:xfrm>
          <a:off x="1590096" y="3442354"/>
          <a:ext cx="9290629" cy="13767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5701" tIns="145701" rIns="145701" bIns="145701" numCol="1" spcCol="1270" anchor="ctr" anchorCtr="0">
          <a:noAutofit/>
        </a:bodyPr>
        <a:lstStyle/>
        <a:p>
          <a:pPr marL="0" lvl="0" indent="0" algn="l" defTabSz="933450">
            <a:lnSpc>
              <a:spcPct val="90000"/>
            </a:lnSpc>
            <a:spcBef>
              <a:spcPct val="0"/>
            </a:spcBef>
            <a:spcAft>
              <a:spcPct val="35000"/>
            </a:spcAft>
            <a:buNone/>
          </a:pPr>
          <a:r>
            <a:rPr lang="en-GB" sz="2100" b="1" kern="1200" baseline="0"/>
            <a:t>Final Steps: </a:t>
          </a:r>
          <a:r>
            <a:rPr lang="en-GB" sz="2100" kern="1200" baseline="0"/>
            <a:t>After resolving the conflicts, use </a:t>
          </a:r>
          <a:r>
            <a:rPr lang="en-GB" sz="2100" b="1" i="1" kern="1200" baseline="0"/>
            <a:t>git add </a:t>
          </a:r>
          <a:r>
            <a:rPr lang="en-GB" sz="2100" kern="1200" baseline="0"/>
            <a:t>to stage the resolved file and </a:t>
          </a:r>
          <a:r>
            <a:rPr lang="en-GB" sz="2100" b="1" i="1" kern="1200" baseline="0"/>
            <a:t>git commit </a:t>
          </a:r>
          <a:r>
            <a:rPr lang="en-GB" sz="2100" kern="1200" baseline="0"/>
            <a:t>to finalize the merge.</a:t>
          </a:r>
          <a:endParaRPr lang="en-US" sz="2100" kern="1200"/>
        </a:p>
      </dsp:txBody>
      <dsp:txXfrm>
        <a:off x="1590096" y="3442354"/>
        <a:ext cx="9290629" cy="1376706"/>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6.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7.xml><?xml version="1.0" encoding="utf-8"?>
<dgm:layoutDef xmlns:dgm="http://schemas.openxmlformats.org/drawingml/2006/diagram" xmlns:a="http://schemas.openxmlformats.org/drawingml/2006/main" uniqueId="urn:microsoft.com/office/officeart/2005/8/layout/hProcess6">
  <dgm:title val=""/>
  <dgm:desc val=""/>
  <dgm:catLst>
    <dgm:cat type="process"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theList">
    <dgm:varLst>
      <dgm:dir/>
      <dgm:animLvl val="lvl"/>
      <dgm:resizeHandles val="exact"/>
    </dgm:varLst>
    <dgm:choose name="Name0">
      <dgm:if name="Name1" func="var" arg="dir" op="equ" val="norm">
        <dgm:alg type="lin">
          <dgm:param type="linDir" val="fromL"/>
          <dgm:param type="nodeHorzAlign" val="l"/>
        </dgm:alg>
      </dgm:if>
      <dgm:else name="Name2">
        <dgm:alg type="lin">
          <dgm:param type="linDir" val="fromR"/>
          <dgm:param type="nodeHorzAlign" val="r"/>
        </dgm:alg>
      </dgm:else>
    </dgm:choose>
    <dgm:shape xmlns:r="http://schemas.openxmlformats.org/officeDocument/2006/relationships" r:blip="">
      <dgm:adjLst/>
    </dgm:shape>
    <dgm:presOf/>
    <dgm:constrLst>
      <dgm:constr type="w" for="ch" forName="compNode" refType="w"/>
      <dgm:constr type="h" for="ch" forName="compNode" refType="w" refFor="ch" refForName="compNode" fact="0.7"/>
      <dgm:constr type="ctrY" for="ch" forName="compNode" refType="h" fact="0.5"/>
      <dgm:constr type="w" for="ch" forName="aSpace" refType="w" fact="0.05"/>
      <dgm:constr type="primFontSz" for="des" forName="childTextHidden" op="equ" val="65"/>
      <dgm:constr type="primFontSz" for="des" forName="parentText" op="equ"/>
    </dgm:constrLst>
    <dgm:ruleLst/>
    <dgm:forEach name="aNodeForEach" axis="ch" ptType="node">
      <dgm:layoutNode name="compNode">
        <dgm:alg type="composite">
          <dgm:param type="ar" val="1.43"/>
        </dgm:alg>
        <dgm:shape xmlns:r="http://schemas.openxmlformats.org/officeDocument/2006/relationships" r:blip="">
          <dgm:adjLst/>
        </dgm:shape>
        <dgm:presOf/>
        <dgm:choose name="Name3">
          <dgm:if name="Name4" func="var" arg="dir" op="equ" val="norm">
            <dgm:constrLst>
              <dgm:constr type="w" for="ch" forName="childTextVisible" refType="w" fact="0.8"/>
              <dgm:constr type="h" for="ch" forName="childTextVisible" refType="h"/>
              <dgm:constr type="r" for="ch" forName="childTextVisible" refType="w"/>
              <dgm:constr type="w" for="ch" forName="childTextHidden" refType="w" fact="0.6"/>
              <dgm:constr type="h" for="ch" forName="childTextHidden" refType="h"/>
              <dgm:constr type="r" for="ch" forName="childTextHidden" refType="w"/>
              <dgm:constr type="l" for="ch" forName="parentText"/>
              <dgm:constr type="w" for="ch" forName="parentText" refType="w" fact="0.4"/>
              <dgm:constr type="h" for="ch" forName="parentText" refType="w" refFor="ch" refForName="parentText" op="equ"/>
              <dgm:constr type="ctrY" for="ch" forName="parentText" refType="h" fact="0.5"/>
            </dgm:constrLst>
          </dgm:if>
          <dgm:else name="Name5">
            <dgm:constrLst>
              <dgm:constr type="w" for="ch" forName="childTextVisible" refType="w" fact="0.8"/>
              <dgm:constr type="h" for="ch" forName="childTextVisible" refType="h"/>
              <dgm:constr type="l" for="ch" forName="childTextVisible"/>
              <dgm:constr type="w" for="ch" forName="childTextHidden" refType="w" fact="0.6"/>
              <dgm:constr type="h" for="ch" forName="childTextHidden" refType="h"/>
              <dgm:constr type="l" for="ch" forName="childTextHidden"/>
              <dgm:constr type="r" for="ch" forName="parentText" refType="w"/>
              <dgm:constr type="w" for="ch" forName="parentText" refType="w" fact="0.4"/>
              <dgm:constr type="h" for="ch" forName="parentText" refType="w" refFor="ch" refForName="parentText" op="equ"/>
              <dgm:constr type="ctrY" for="ch" forName="parentText" refType="h" fact="0.5"/>
            </dgm:constrLst>
          </dgm:else>
        </dgm:choose>
        <dgm:ruleLst/>
        <dgm:layoutNode name="noGeometry">
          <dgm:alg type="sp"/>
          <dgm:shape xmlns:r="http://schemas.openxmlformats.org/officeDocument/2006/relationships" r:blip="">
            <dgm:adjLst/>
          </dgm:shape>
          <dgm:presOf/>
          <dgm:constrLst/>
          <dgm:ruleLst/>
        </dgm:layoutNode>
        <dgm:layoutNode name="childTextVisible" styleLbl="bgAccFollowNode1">
          <dgm:varLst>
            <dgm:bulletEnabled val="1"/>
          </dgm:varLst>
          <dgm:alg type="sp"/>
          <dgm:choose name="Name6">
            <dgm:if name="Name7" func="var" arg="dir" op="equ" val="norm">
              <dgm:shape xmlns:r="http://schemas.openxmlformats.org/officeDocument/2006/relationships" type="rightArrow" r:blip="">
                <dgm:adjLst>
                  <dgm:adj idx="1" val="0.7"/>
                  <dgm:adj idx="2" val="0.5"/>
                </dgm:adjLst>
              </dgm:shape>
            </dgm:if>
            <dgm:else name="Name8">
              <dgm:shape xmlns:r="http://schemas.openxmlformats.org/officeDocument/2006/relationships" type="leftArrow" r:blip="">
                <dgm:adjLst>
                  <dgm:adj idx="1" val="0.7"/>
                  <dgm:adj idx="2" val="0.5"/>
                </dgm:adjLst>
              </dgm:shape>
            </dgm:else>
          </dgm:choose>
          <dgm:presOf axis="des" ptType="node"/>
          <dgm:constrLst/>
          <dgm:ruleLst/>
        </dgm:layoutNode>
        <dgm:layoutNode name="childTextHidden" styleLbl="bgAccFollowNode1">
          <dgm:choose name="Name9">
            <dgm:if name="Name10" axis="des followSib" ptType="node node" st="1 1" cnt="1 0" func="cnt" op="gte" val="1">
              <dgm:alg type="tx">
                <dgm:param type="stBulletLvl" val="1"/>
                <dgm:param type="txAnchorVertCh" val="mid"/>
              </dgm:alg>
            </dgm:if>
            <dgm:else name="Name11">
              <dgm:alg type="tx">
                <dgm:param type="stBulletLvl" val="2"/>
                <dgm:param type="txAnchorVertCh" val="mid"/>
              </dgm:alg>
            </dgm:else>
          </dgm:choose>
          <dgm:choose name="Name12">
            <dgm:if name="Name13" func="var" arg="dir" op="equ" val="norm">
              <dgm:shape xmlns:r="http://schemas.openxmlformats.org/officeDocument/2006/relationships" type="rightArrow" r:blip="" hideGeom="1">
                <dgm:adjLst>
                  <dgm:adj idx="1" val="0.7"/>
                  <dgm:adj idx="2" val="0.5"/>
                </dgm:adjLst>
              </dgm:shape>
            </dgm:if>
            <dgm:else name="Name14">
              <dgm:shape xmlns:r="http://schemas.openxmlformats.org/officeDocument/2006/relationships" type="leftArrow" r:blip="" hideGeom="1">
                <dgm:adjLst>
                  <dgm:adj idx="1" val="0.7"/>
                  <dgm:adj idx="2" val="0.5"/>
                </dgm:adjLst>
              </dgm:shape>
            </dgm:else>
          </dgm:choose>
          <dgm:presOf axis="des" ptType="node"/>
          <dgm:constrLst>
            <dgm:constr type="secFontSz" refType="primFontSz"/>
            <dgm:constr type="tMarg" refType="primFontSz" fact="0.05"/>
            <dgm:constr type="bMarg" refType="primFontSz" fact="0.05"/>
            <dgm:constr type="rMarg" refType="primFontSz" fact="0.1"/>
            <dgm:constr type="lMarg" refType="primFontSz" fact="0.2"/>
          </dgm:constrLst>
          <dgm:ruleLst>
            <dgm:rule type="primFontSz" val="5" fact="NaN" max="NaN"/>
          </dgm:ruleLst>
        </dgm:layoutNode>
        <dgm:layoutNode name="parentText" styleLbl="node1">
          <dgm:varLst>
            <dgm:chMax val="1"/>
            <dgm:bulletEnabled val="1"/>
          </dgm:varLst>
          <dgm:alg type="tx"/>
          <dgm:shape xmlns:r="http://schemas.openxmlformats.org/officeDocument/2006/relationships" type="ellipse" r:blip="">
            <dgm:adjLst/>
          </dgm:shape>
          <dgm:presOf axis="self"/>
          <dgm:constrLst>
            <dgm:constr type="primFontSz" val="65"/>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dgm:choose name="Name15">
        <dgm:if name="Name16" axis="self" ptType="node" func="revPos" op="gte" val="2">
          <dgm:layoutNode name="aSpace">
            <dgm:alg type="sp"/>
            <dgm:shape xmlns:r="http://schemas.openxmlformats.org/officeDocument/2006/relationships" r:blip="">
              <dgm:adjLst/>
            </dgm:shape>
            <dgm:presOf/>
            <dgm:constrLst/>
            <dgm:ruleLst/>
          </dgm:layoutNode>
        </dgm:if>
        <dgm:else name="Name17"/>
      </dgm:choose>
    </dgm:forEach>
  </dgm:layoutNode>
</dgm:layoutDef>
</file>

<file path=ppt/diagrams/layout8.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9.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4.xml><?xml version="1.0" encoding="utf-8"?>
<dgm:layoutDef xmlns:dgm="http://schemas.openxmlformats.org/drawingml/2006/diagram" xmlns:a="http://schemas.openxmlformats.org/drawingml/2006/main" uniqueId="urn:microsoft.com/office/officeart/2016/7/layout/VerticalSolidActionList">
  <dgm:title val="Vertical Solid Action List"/>
  <dgm:desc val="Use to show non-sequential or grouped lists of information. Works well with large amounts of text. All text has the same level of emphasis, and direction is not implied."/>
  <dgm:catLst>
    <dgm:cat type="list"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 modelId="5">
          <dgm:prSet phldr="1"/>
        </dgm:pt>
        <dgm:pt modelId="51">
          <dgm:prSet phldr="1"/>
        </dgm:pt>
      </dgm:ptLst>
      <dgm:cxnLst>
        <dgm:cxn modelId="4" srcId="0" destId="1" srcOrd="0" destOrd="0"/>
        <dgm:cxn modelId="5" srcId="0" destId="2" srcOrd="1" destOrd="0"/>
        <dgm:cxn modelId="6" srcId="0" destId="3" srcOrd="2" destOrd="0"/>
        <dgm:cxn modelId="7" srcId="0" destId="4" srcOrd="3" destOrd="0"/>
        <dgm:cxn modelId="8" srcId="0" destId="5" srcOrd="4" destOrd="0"/>
        <dgm:cxn modelId="13" srcId="1" destId="11" srcOrd="0" destOrd="0"/>
        <dgm:cxn modelId="23" srcId="2" destId="21" srcOrd="0" destOrd="0"/>
        <dgm:cxn modelId="33" srcId="3" destId="31" srcOrd="0" destOrd="0"/>
        <dgm:cxn modelId="43" srcId="4" destId="41" srcOrd="0" destOrd="0"/>
        <dgm:cxn modelId="53" srcId="5" destId="5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6"/>
      <dgm:constr type="primFontSz" for="des" forName="parentText" op="equ" val="28"/>
      <dgm:constr type="primFontSz" for="des" forName="descendantText" refType="primFontSz" refFor="des" refForName="parentText" op="lte" fact="0.82"/>
      <dgm:constr type="primFontSz" for="des" forName="parentText" refType="primFontSz" refFor="des" refForName="descendantText" op="lte" fact="1.25"/>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2"/>
          <dgm:constr type="w" for="ch" forName="descendantText" refType="w" fact="0.8"/>
          <dgm:constr type="h" for="ch" forName="parentText" refType="h"/>
          <dgm:constr type="h" for="ch" forName="descendantText" refType="h" refFor="ch" refForName="parentText"/>
        </dgm:constrLst>
        <dgm:ruleLst/>
        <dgm:layoutNode name="parentText" styleLbl="alignNode1">
          <dgm:varLst>
            <dgm:chMax val="1"/>
            <dgm:bulletEnabled/>
          </dgm:varLst>
          <dgm:alg type="tx"/>
          <dgm:shape xmlns:r="http://schemas.openxmlformats.org/officeDocument/2006/relationships" type="rect" r:blip="" zOrderOff="3">
            <dgm:adjLst/>
          </dgm:shape>
          <dgm:presOf axis="self" ptType="node"/>
          <dgm:constrLst>
            <dgm:constr type="tMarg" refType="h" fact="0.28"/>
            <dgm:constr type="bMarg" refType="h" fact="0.28"/>
            <dgm:constr type="lMarg" refType="w" fact="0.15"/>
            <dgm:constr type="rMarg" refType="w" fact="0.15"/>
          </dgm:constrLst>
          <dgm:ruleLst>
            <dgm:rule type="primFontSz" val="15" fact="NaN" max="NaN"/>
          </dgm:ruleLst>
        </dgm:layoutNode>
        <dgm:layoutNode name="descendantText" styleLbl="alignAccFollowNode1">
          <dgm:varLst>
            <dgm:bulletEnabled/>
          </dgm:varLst>
          <dgm:alg type="tx">
            <dgm:param type="stBulletLvl" val="0"/>
            <dgm:param type="parTxLTRAlign" val="l"/>
            <dgm:param type="shpTxLTRAlignCh" val="l"/>
            <dgm:param type="parTxRTLAlign" val="r"/>
            <dgm:param type="shpTxRTLAlignCh" val="r"/>
          </dgm:alg>
          <dgm:choose name="Name10">
            <dgm:if name="Name11" func="var" arg="dir" op="equ" val="norm">
              <dgm:shape xmlns:r="http://schemas.openxmlformats.org/officeDocument/2006/relationships" type="rect" r:blip="">
                <dgm:adjLst/>
              </dgm:shape>
            </dgm:if>
            <dgm:else name="Name12">
              <dgm:shape xmlns:r="http://schemas.openxmlformats.org/officeDocument/2006/relationships" type="rect" r:blip="">
                <dgm:adjLst/>
              </dgm:shape>
            </dgm:else>
          </dgm:choose>
          <dgm:presOf axis="des" ptType="node"/>
          <dgm:constrLst>
            <dgm:constr type="primFontSz" val="24"/>
            <dgm:constr type="lMarg" refType="w" fact="0.055"/>
            <dgm:constr type="rMarg" refType="w" fact="0.055"/>
            <dgm:constr type="tMarg" refType="h" fact="0.72"/>
            <dgm:constr type="bMarg" refType="h" fact="0.72"/>
          </dgm:constrLst>
          <dgm:ruleLst>
            <dgm:rule type="primFontSz" val="11" fact="NaN" max="NaN"/>
          </dgm:ruleLst>
        </dgm:layoutNod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1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16.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5"/>
            <a:ext cx="2971800" cy="457200"/>
          </a:xfrm>
          <a:prstGeom prst="rect">
            <a:avLst/>
          </a:prstGeom>
        </p:spPr>
        <p:txBody>
          <a:bodyPr vert="horz" lIns="91440" tIns="45720" rIns="91440" bIns="45720" rtlCol="0"/>
          <a:lstStyle>
            <a:lvl1pPr algn="l">
              <a:defRPr sz="1200"/>
            </a:lvl1pPr>
          </a:lstStyle>
          <a:p>
            <a:endParaRPr lang="en-US">
              <a:latin typeface="Segoe UI" pitchFamily="34" charset="0"/>
            </a:endParaRP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795D4D88-BF28-4553-8204-4C69621EE518}" type="datetime8">
              <a:rPr lang="en-US">
                <a:latin typeface="Segoe UI" pitchFamily="34" charset="0"/>
              </a:rPr>
              <a:t>7/5/2025 9:16 AM</a:t>
            </a:fld>
            <a:endParaRPr lang="en-US">
              <a:latin typeface="Segoe UI" pitchFamily="34" charset="0"/>
            </a:endParaRPr>
          </a:p>
        </p:txBody>
      </p:sp>
      <p:sp>
        <p:nvSpPr>
          <p:cNvPr id="8" name="Footer Placeholder 7"/>
          <p:cNvSpPr>
            <a:spLocks noGrp="1"/>
          </p:cNvSpPr>
          <p:nvPr>
            <p:ph type="ftr" sz="quarter" idx="2"/>
          </p:nvPr>
        </p:nvSpPr>
        <p:spPr>
          <a:xfrm>
            <a:off x="0" y="8685213"/>
            <a:ext cx="5795010" cy="332435"/>
          </a:xfrm>
          <a:prstGeom prst="rect">
            <a:avLst/>
          </a:prstGeom>
        </p:spPr>
        <p:txBody>
          <a:bodyPr vert="horz" lIns="91440" tIns="45720" rIns="91440" bIns="45720" rtlCol="0" anchor="b"/>
          <a:lstStyle>
            <a:lvl1pPr algn="l">
              <a:defRPr sz="1200"/>
            </a:lvl1pPr>
          </a:lstStyle>
          <a:p>
            <a:pPr marL="398463" defTabSz="914099" eaLnBrk="0" hangingPunct="0"/>
            <a:r>
              <a:rPr lang="en-US" sz="400">
                <a:gradFill>
                  <a:gsLst>
                    <a:gs pos="0">
                      <a:schemeClr val="tx1"/>
                    </a:gs>
                    <a:gs pos="100000">
                      <a:schemeClr val="tx1"/>
                    </a:gs>
                  </a:gsLst>
                  <a:lin ang="5400000" scaled="0"/>
                </a:gradFill>
                <a:latin typeface="Segoe UI" pitchFamily="34" charset="0"/>
                <a:ea typeface="Segoe UI" pitchFamily="34" charset="0"/>
                <a:cs typeface="Segoe UI" pitchFamily="34" charset="0"/>
              </a:rPr>
              <a:t>© 2017 Microsoft Corporation. All rights reserved. MICROSOFT MAKES NO WARRANTIES, EXPRESS, IMPLIED OR STATUTORY, AS TO THE INFORMATION IN THIS PRESENTATION.</a:t>
            </a: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a:latin typeface="Segoe UI" pitchFamily="34" charset="0"/>
              </a:rPr>
              <a:t>‹#›</a:t>
            </a:fld>
            <a:endParaRPr lang="en-US">
              <a:latin typeface="Segoe UI" pitchFamily="34"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Slide Image Placeholder 8"/>
          <p:cNvSpPr>
            <a:spLocks noGrp="1" noRot="1" noChangeAspect="1"/>
          </p:cNvSpPr>
          <p:nvPr>
            <p:ph type="sldImg" idx="2"/>
          </p:nvPr>
        </p:nvSpPr>
        <p:spPr>
          <a:xfrm>
            <a:off x="685800" y="887413"/>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12DDAC8-B1B1-4B51-A64A-CC46804BBF34}"/>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9E4E40E-7528-461C-B8DF-26C40931DF5C}" type="datetimeFigureOut">
              <a:rPr lang="en-US"/>
              <a:t>7/5/2025</a:t>
            </a:fld>
            <a:endParaRPr lang="en-US"/>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hdr="0" ftr="0"/>
  <p:notesStyle>
    <a:lvl1pPr marL="0" algn="l" defTabSz="914460" rtl="0" eaLnBrk="1" latinLnBrk="0" hangingPunct="1">
      <a:lnSpc>
        <a:spcPct val="100000"/>
      </a:lnSpc>
      <a:spcAft>
        <a:spcPts val="0"/>
      </a:spcAft>
      <a:defRPr sz="1000" kern="1200">
        <a:solidFill>
          <a:schemeClr val="tx1"/>
        </a:solidFill>
        <a:latin typeface="Segoe UI Light" pitchFamily="34" charset="0"/>
        <a:ea typeface="+mn-ea"/>
        <a:cs typeface="+mn-cs"/>
      </a:defRPr>
    </a:lvl1pPr>
    <a:lvl2pPr marL="213004" indent="-105840" algn="l" defTabSz="914460" rtl="0" eaLnBrk="1" latinLnBrk="0" hangingPunct="1">
      <a:lnSpc>
        <a:spcPct val="100000"/>
      </a:lnSpc>
      <a:spcAft>
        <a:spcPts val="0"/>
      </a:spcAft>
      <a:buFont typeface="Arial" pitchFamily="34" charset="0"/>
      <a:buChar char="•"/>
      <a:defRPr sz="1000" kern="1200">
        <a:solidFill>
          <a:schemeClr val="tx1"/>
        </a:solidFill>
        <a:latin typeface="Segoe UI Light" pitchFamily="34" charset="0"/>
        <a:ea typeface="+mn-ea"/>
        <a:cs typeface="+mn-cs"/>
      </a:defRPr>
    </a:lvl2pPr>
    <a:lvl3pPr marL="328105" indent="-115102" algn="l" defTabSz="914460" rtl="0" eaLnBrk="1" latinLnBrk="0" hangingPunct="1">
      <a:lnSpc>
        <a:spcPct val="100000"/>
      </a:lnSpc>
      <a:spcAft>
        <a:spcPts val="0"/>
      </a:spcAft>
      <a:buFont typeface="Arial" pitchFamily="34" charset="0"/>
      <a:buChar char="•"/>
      <a:defRPr sz="1000" kern="1200">
        <a:solidFill>
          <a:schemeClr val="tx1"/>
        </a:solidFill>
        <a:latin typeface="Segoe UI Light" pitchFamily="34" charset="0"/>
        <a:ea typeface="+mn-ea"/>
        <a:cs typeface="+mn-cs"/>
      </a:defRPr>
    </a:lvl3pPr>
    <a:lvl4pPr marL="482897" indent="-146853" algn="l" defTabSz="914460" rtl="0" eaLnBrk="1" latinLnBrk="0" hangingPunct="1">
      <a:lnSpc>
        <a:spcPct val="100000"/>
      </a:lnSpc>
      <a:spcAft>
        <a:spcPts val="0"/>
      </a:spcAft>
      <a:buFont typeface="Arial" pitchFamily="34" charset="0"/>
      <a:buChar char="•"/>
      <a:defRPr sz="1000" kern="1200">
        <a:solidFill>
          <a:schemeClr val="tx1"/>
        </a:solidFill>
        <a:latin typeface="Segoe UI Light" pitchFamily="34" charset="0"/>
        <a:ea typeface="+mn-ea"/>
        <a:cs typeface="+mn-cs"/>
      </a:defRPr>
    </a:lvl4pPr>
    <a:lvl5pPr marL="615197" indent="-115102" algn="l" defTabSz="914460" rtl="0" eaLnBrk="1" latinLnBrk="0" hangingPunct="1">
      <a:lnSpc>
        <a:spcPct val="100000"/>
      </a:lnSpc>
      <a:spcAft>
        <a:spcPts val="0"/>
      </a:spcAft>
      <a:buFont typeface="Arial" pitchFamily="34" charset="0"/>
      <a:buChar char="•"/>
      <a:defRPr sz="1000" kern="1200">
        <a:solidFill>
          <a:schemeClr val="tx1"/>
        </a:solidFill>
        <a:latin typeface="Segoe UI Light" pitchFamily="34" charset="0"/>
        <a:ea typeface="+mn-ea"/>
        <a:cs typeface="+mn-cs"/>
      </a:defRPr>
    </a:lvl5pPr>
    <a:lvl6pPr marL="2286152" algn="l" defTabSz="914460" rtl="0" eaLnBrk="1" latinLnBrk="0" hangingPunct="1">
      <a:defRPr sz="1176" kern="1200">
        <a:solidFill>
          <a:schemeClr val="tx1"/>
        </a:solidFill>
        <a:latin typeface="+mn-lt"/>
        <a:ea typeface="+mn-ea"/>
        <a:cs typeface="+mn-cs"/>
      </a:defRPr>
    </a:lvl6pPr>
    <a:lvl7pPr marL="2743381" algn="l" defTabSz="914460" rtl="0" eaLnBrk="1" latinLnBrk="0" hangingPunct="1">
      <a:defRPr sz="1176" kern="1200">
        <a:solidFill>
          <a:schemeClr val="tx1"/>
        </a:solidFill>
        <a:latin typeface="+mn-lt"/>
        <a:ea typeface="+mn-ea"/>
        <a:cs typeface="+mn-cs"/>
      </a:defRPr>
    </a:lvl7pPr>
    <a:lvl8pPr marL="3200611" algn="l" defTabSz="914460" rtl="0" eaLnBrk="1" latinLnBrk="0" hangingPunct="1">
      <a:defRPr sz="1176" kern="1200">
        <a:solidFill>
          <a:schemeClr val="tx1"/>
        </a:solidFill>
        <a:latin typeface="+mn-lt"/>
        <a:ea typeface="+mn-ea"/>
        <a:cs typeface="+mn-cs"/>
      </a:defRPr>
    </a:lvl8pPr>
    <a:lvl9pPr marL="3657842" algn="l" defTabSz="914460" rtl="0" eaLnBrk="1" latinLnBrk="0" hangingPunct="1">
      <a:defRPr sz="117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martinfowler.com/articles/continuousIntegration.html" TargetMode="External"/><Relationship Id="rId2" Type="http://schemas.openxmlformats.org/officeDocument/2006/relationships/slide" Target="../slides/slide9.xml"/><Relationship Id="rId1" Type="http://schemas.openxmlformats.org/officeDocument/2006/relationships/notesMaster" Target="../notesMasters/notesMaster1.xml"/><Relationship Id="rId4" Type="http://schemas.openxmlformats.org/officeDocument/2006/relationships/hyperlink" Target="https://en.wikipedia.org/wiki/Continuous_delivery" TargetMode="Externa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git-scm.com/" TargetMode="External"/><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xkcd.com/1597/" TargetMode="External"/><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git-scm.com/docs/gitrepository-layout" TargetMode="External"/><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git-scm.com/book/en/v2/Getting-Started-Git-Basics" TargetMode="External"/><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3"/>
          </p:nvPr>
        </p:nvSpPr>
        <p:spPr>
          <a:xfrm>
            <a:off x="5909309" y="8685213"/>
            <a:ext cx="947103" cy="457200"/>
          </a:xfrm>
          <a:prstGeom prst="rect">
            <a:avLst/>
          </a:prstGeom>
        </p:spPr>
        <p:txBody>
          <a:bodyPr anchor="ctr"/>
          <a:lstStyle/>
          <a:p>
            <a:pPr algn="ctr"/>
            <a:fld id="{B4008EB6-D09E-4580-8CD6-DDB14511944F}" type="slidenum">
              <a:rPr lang="en-US" sz="1000">
                <a:latin typeface="Segoe UI Light" panose="020B0502040204020203" pitchFamily="34" charset="0"/>
                <a:cs typeface="Segoe UI Light" panose="020B0502040204020203" pitchFamily="34" charset="0"/>
              </a:rPr>
              <a:pPr algn="ctr"/>
              <a:t>1</a:t>
            </a:fld>
            <a:endParaRPr lang="en-US" sz="1000">
              <a:latin typeface="Segoe UI Light" panose="020B0502040204020203" pitchFamily="34" charset="0"/>
              <a:cs typeface="Segoe UI Light" panose="020B0502040204020203" pitchFamily="34" charset="0"/>
            </a:endParaRPr>
          </a:p>
        </p:txBody>
      </p:sp>
      <p:sp>
        <p:nvSpPr>
          <p:cNvPr id="2" name="Date Placeholder 1">
            <a:extLst>
              <a:ext uri="{FF2B5EF4-FFF2-40B4-BE49-F238E27FC236}">
                <a16:creationId xmlns:a16="http://schemas.microsoft.com/office/drawing/2014/main" id="{9E5055FA-07D8-4DA6-AC32-4413A421166A}"/>
              </a:ext>
            </a:extLst>
          </p:cNvPr>
          <p:cNvSpPr>
            <a:spLocks noGrp="1"/>
          </p:cNvSpPr>
          <p:nvPr>
            <p:ph type="dt" idx="14"/>
          </p:nvPr>
        </p:nvSpPr>
        <p:spPr>
          <a:xfrm>
            <a:off x="3884613" y="1"/>
            <a:ext cx="2971800" cy="458788"/>
          </a:xfrm>
          <a:prstGeom prst="rect">
            <a:avLst/>
          </a:prstGeom>
        </p:spPr>
        <p:txBody>
          <a:bodyPr/>
          <a:lstStyle/>
          <a:p>
            <a:fld id="{D452F1B2-5A1B-401B-80FA-F451C4A333CD}" type="datetime8">
              <a:rPr lang="en-US" sz="1000">
                <a:latin typeface="Segoe UI Light" panose="020B0502040204020203" pitchFamily="34" charset="0"/>
                <a:cs typeface="Segoe UI Light" panose="020B0502040204020203" pitchFamily="34" charset="0"/>
              </a:rPr>
              <a:pPr/>
              <a:t>7/5/2025 8:59 AM</a:t>
            </a:fld>
            <a:endParaRPr lang="en-US" sz="1000">
              <a:latin typeface="Segoe UI Light" panose="020B0502040204020203" pitchFamily="34" charset="0"/>
              <a:cs typeface="Segoe UI Light" panose="020B0502040204020203" pitchFamily="34" charset="0"/>
            </a:endParaRPr>
          </a:p>
        </p:txBody>
      </p:sp>
      <p:sp>
        <p:nvSpPr>
          <p:cNvPr id="6" name="Slide Image Placeholder 5">
            <a:extLst>
              <a:ext uri="{FF2B5EF4-FFF2-40B4-BE49-F238E27FC236}">
                <a16:creationId xmlns:a16="http://schemas.microsoft.com/office/drawing/2014/main" id="{33502380-9092-4FF3-B02C-A2938DCFEE50}"/>
              </a:ext>
            </a:extLst>
          </p:cNvPr>
          <p:cNvSpPr>
            <a:spLocks noGrp="1" noRot="1" noChangeAspect="1"/>
          </p:cNvSpPr>
          <p:nvPr>
            <p:ph type="sldImg"/>
          </p:nvPr>
        </p:nvSpPr>
        <p:spPr/>
      </p:sp>
      <p:sp>
        <p:nvSpPr>
          <p:cNvPr id="8" name="Notes Placeholder 7">
            <a:extLst>
              <a:ext uri="{FF2B5EF4-FFF2-40B4-BE49-F238E27FC236}">
                <a16:creationId xmlns:a16="http://schemas.microsoft.com/office/drawing/2014/main" id="{19988937-EEB7-4434-8C3A-2875505BEEB5}"/>
              </a:ext>
            </a:extLst>
          </p:cNvPr>
          <p:cNvSpPr>
            <a:spLocks noGrp="1"/>
          </p:cNvSpPr>
          <p:nvPr>
            <p:ph type="body" idx="1"/>
          </p:nvPr>
        </p:nvSpPr>
        <p:spPr/>
        <p:txBody>
          <a:bodyPr/>
          <a:lstStyle/>
          <a:p>
            <a:endParaRPr lang="en-US" sz="1000"/>
          </a:p>
        </p:txBody>
      </p:sp>
    </p:spTree>
    <p:extLst>
      <p:ext uri="{BB962C8B-B14F-4D97-AF65-F5344CB8AC3E}">
        <p14:creationId xmlns:p14="http://schemas.microsoft.com/office/powerpoint/2010/main" val="25255321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D05318A-054E-416C-A1EB-50D2E4AB3C8E}"/>
              </a:ext>
            </a:extLst>
          </p:cNvPr>
          <p:cNvSpPr>
            <a:spLocks noGrp="1"/>
          </p:cNvSpPr>
          <p:nvPr>
            <p:ph type="sldNum" sz="quarter" idx="10"/>
          </p:nvPr>
        </p:nvSpPr>
        <p:spPr>
          <a:xfrm>
            <a:off x="5909309" y="8685213"/>
            <a:ext cx="947103" cy="457200"/>
          </a:xfrm>
          <a:prstGeom prst="rect">
            <a:avLst/>
          </a:prstGeom>
        </p:spPr>
        <p:txBody>
          <a:bodyPr/>
          <a:lstStyle/>
          <a:p>
            <a:fld id="{B4008EB6-D09E-4580-8CD6-DDB14511944F}" type="slidenum">
              <a:rPr lang="en-US"/>
              <a:pPr/>
              <a:t>2</a:t>
            </a:fld>
            <a:endParaRPr lang="en-US"/>
          </a:p>
        </p:txBody>
      </p:sp>
      <p:sp>
        <p:nvSpPr>
          <p:cNvPr id="6" name="Slide Image Placeholder 5">
            <a:extLst>
              <a:ext uri="{FF2B5EF4-FFF2-40B4-BE49-F238E27FC236}">
                <a16:creationId xmlns:a16="http://schemas.microsoft.com/office/drawing/2014/main" id="{AB3A5A5B-5223-4DD5-B85D-9233C92BDFA0}"/>
              </a:ext>
            </a:extLst>
          </p:cNvPr>
          <p:cNvSpPr>
            <a:spLocks noGrp="1" noRot="1" noChangeAspect="1"/>
          </p:cNvSpPr>
          <p:nvPr>
            <p:ph type="sldImg"/>
          </p:nvPr>
        </p:nvSpPr>
        <p:spPr/>
      </p:sp>
      <p:sp>
        <p:nvSpPr>
          <p:cNvPr id="7" name="Notes Placeholder 6">
            <a:extLst>
              <a:ext uri="{FF2B5EF4-FFF2-40B4-BE49-F238E27FC236}">
                <a16:creationId xmlns:a16="http://schemas.microsoft.com/office/drawing/2014/main" id="{49C6FDCB-6BB2-45D6-9E4C-5FD135C2D1FC}"/>
              </a:ext>
            </a:extLst>
          </p:cNvPr>
          <p:cNvSpPr>
            <a:spLocks noGrp="1"/>
          </p:cNvSpPr>
          <p:nvPr>
            <p:ph type="body" idx="1"/>
          </p:nvPr>
        </p:nvSpPr>
        <p:spPr/>
        <p:txBody>
          <a:bodyPr/>
          <a:lstStyle/>
          <a:p>
            <a:endParaRPr lang="en-US"/>
          </a:p>
        </p:txBody>
      </p:sp>
      <p:sp>
        <p:nvSpPr>
          <p:cNvPr id="2" name="Date Placeholder 1">
            <a:extLst>
              <a:ext uri="{FF2B5EF4-FFF2-40B4-BE49-F238E27FC236}">
                <a16:creationId xmlns:a16="http://schemas.microsoft.com/office/drawing/2014/main" id="{E54A3777-CF28-491E-9D6F-EDB52FCF7CC7}"/>
              </a:ext>
            </a:extLst>
          </p:cNvPr>
          <p:cNvSpPr>
            <a:spLocks noGrp="1"/>
          </p:cNvSpPr>
          <p:nvPr>
            <p:ph type="dt" idx="11"/>
          </p:nvPr>
        </p:nvSpPr>
        <p:spPr>
          <a:xfrm>
            <a:off x="3884613" y="1"/>
            <a:ext cx="2971800" cy="458788"/>
          </a:xfrm>
          <a:prstGeom prst="rect">
            <a:avLst/>
          </a:prstGeom>
        </p:spPr>
        <p:txBody>
          <a:bodyPr/>
          <a:lstStyle/>
          <a:p>
            <a:fld id="{8BF1F277-1E2C-482D-B27F-EC05DCDBE7D6}" type="datetime8">
              <a:rPr lang="en-US"/>
              <a:t>7/5/2025 8:59 AM</a:t>
            </a:fld>
            <a:endParaRPr lang="en-US"/>
          </a:p>
        </p:txBody>
      </p:sp>
    </p:spTree>
    <p:extLst>
      <p:ext uri="{BB962C8B-B14F-4D97-AF65-F5344CB8AC3E}">
        <p14:creationId xmlns:p14="http://schemas.microsoft.com/office/powerpoint/2010/main" val="26856699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3"/>
          </p:nvPr>
        </p:nvSpPr>
        <p:spPr>
          <a:xfrm>
            <a:off x="5909309" y="8685213"/>
            <a:ext cx="947103" cy="457200"/>
          </a:xfrm>
          <a:prstGeom prst="rect">
            <a:avLst/>
          </a:prstGeom>
        </p:spPr>
        <p:txBody>
          <a:bodyPr anchor="ctr"/>
          <a:lstStyle/>
          <a:p>
            <a:pPr algn="ctr"/>
            <a:fld id="{B4008EB6-D09E-4580-8CD6-DDB14511944F}" type="slidenum">
              <a:rPr lang="en-US" sz="1000">
                <a:latin typeface="Segoe UI Light" panose="020B0502040204020203" pitchFamily="34" charset="0"/>
                <a:cs typeface="Segoe UI Light" panose="020B0502040204020203" pitchFamily="34" charset="0"/>
              </a:rPr>
              <a:pPr algn="ctr"/>
              <a:t>3</a:t>
            </a:fld>
            <a:endParaRPr lang="en-US" sz="1000">
              <a:latin typeface="Segoe UI Light" panose="020B0502040204020203" pitchFamily="34" charset="0"/>
              <a:cs typeface="Segoe UI Light" panose="020B0502040204020203" pitchFamily="34" charset="0"/>
            </a:endParaRPr>
          </a:p>
        </p:txBody>
      </p:sp>
      <p:sp>
        <p:nvSpPr>
          <p:cNvPr id="2" name="Date Placeholder 1">
            <a:extLst>
              <a:ext uri="{FF2B5EF4-FFF2-40B4-BE49-F238E27FC236}">
                <a16:creationId xmlns:a16="http://schemas.microsoft.com/office/drawing/2014/main" id="{9E5055FA-07D8-4DA6-AC32-4413A421166A}"/>
              </a:ext>
            </a:extLst>
          </p:cNvPr>
          <p:cNvSpPr>
            <a:spLocks noGrp="1"/>
          </p:cNvSpPr>
          <p:nvPr>
            <p:ph type="dt" idx="14"/>
          </p:nvPr>
        </p:nvSpPr>
        <p:spPr>
          <a:xfrm>
            <a:off x="3884613" y="1"/>
            <a:ext cx="2971800" cy="458788"/>
          </a:xfrm>
          <a:prstGeom prst="rect">
            <a:avLst/>
          </a:prstGeom>
        </p:spPr>
        <p:txBody>
          <a:bodyPr/>
          <a:lstStyle/>
          <a:p>
            <a:fld id="{D452F1B2-5A1B-401B-80FA-F451C4A333CD}" type="datetime8">
              <a:rPr lang="en-US" sz="1000">
                <a:latin typeface="Segoe UI Light" panose="020B0502040204020203" pitchFamily="34" charset="0"/>
                <a:cs typeface="Segoe UI Light" panose="020B0502040204020203" pitchFamily="34" charset="0"/>
              </a:rPr>
              <a:pPr/>
              <a:t>7/5/2025 8:59 AM</a:t>
            </a:fld>
            <a:endParaRPr lang="en-US" sz="1000">
              <a:latin typeface="Segoe UI Light" panose="020B0502040204020203" pitchFamily="34" charset="0"/>
              <a:cs typeface="Segoe UI Light" panose="020B0502040204020203" pitchFamily="34" charset="0"/>
            </a:endParaRPr>
          </a:p>
        </p:txBody>
      </p:sp>
      <p:sp>
        <p:nvSpPr>
          <p:cNvPr id="6" name="Slide Image Placeholder 5">
            <a:extLst>
              <a:ext uri="{FF2B5EF4-FFF2-40B4-BE49-F238E27FC236}">
                <a16:creationId xmlns:a16="http://schemas.microsoft.com/office/drawing/2014/main" id="{33502380-9092-4FF3-B02C-A2938DCFEE50}"/>
              </a:ext>
            </a:extLst>
          </p:cNvPr>
          <p:cNvSpPr>
            <a:spLocks noGrp="1" noRot="1" noChangeAspect="1"/>
          </p:cNvSpPr>
          <p:nvPr>
            <p:ph type="sldImg"/>
          </p:nvPr>
        </p:nvSpPr>
        <p:spPr/>
      </p:sp>
      <p:sp>
        <p:nvSpPr>
          <p:cNvPr id="8" name="Notes Placeholder 7">
            <a:extLst>
              <a:ext uri="{FF2B5EF4-FFF2-40B4-BE49-F238E27FC236}">
                <a16:creationId xmlns:a16="http://schemas.microsoft.com/office/drawing/2014/main" id="{19988937-EEB7-4434-8C3A-2875505BEEB5}"/>
              </a:ext>
            </a:extLst>
          </p:cNvPr>
          <p:cNvSpPr>
            <a:spLocks noGrp="1"/>
          </p:cNvSpPr>
          <p:nvPr>
            <p:ph type="body" idx="1"/>
          </p:nvPr>
        </p:nvSpPr>
        <p:spPr/>
        <p:txBody>
          <a:bodyPr/>
          <a:lstStyle/>
          <a:p>
            <a:endParaRPr lang="en-US" sz="1000"/>
          </a:p>
        </p:txBody>
      </p:sp>
    </p:spTree>
    <p:extLst>
      <p:ext uri="{BB962C8B-B14F-4D97-AF65-F5344CB8AC3E}">
        <p14:creationId xmlns:p14="http://schemas.microsoft.com/office/powerpoint/2010/main" val="28864950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
          </p:nvPr>
        </p:nvSpPr>
        <p:spPr/>
        <p:txBody>
          <a:bodyPr/>
          <a:lstStyle/>
          <a:p>
            <a:fld id="{429D6B09-697D-4CE6-8660-DFC51A22B0D2}" type="datetime1">
              <a:rPr lang="en-US"/>
              <a:t>7/5/2025</a:t>
            </a:fld>
            <a:endParaRPr lang="en-US"/>
          </a:p>
        </p:txBody>
      </p:sp>
    </p:spTree>
    <p:extLst>
      <p:ext uri="{BB962C8B-B14F-4D97-AF65-F5344CB8AC3E}">
        <p14:creationId xmlns:p14="http://schemas.microsoft.com/office/powerpoint/2010/main" val="9750541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
          </p:nvPr>
        </p:nvSpPr>
        <p:spPr/>
        <p:txBody>
          <a:bodyPr/>
          <a:lstStyle/>
          <a:p>
            <a:fld id="{685A6A68-AA23-480E-B354-BD69A8FFBCEB}" type="datetime1">
              <a:rPr lang="en-US"/>
              <a:t>7/5/2025</a:t>
            </a:fld>
            <a:endParaRPr lang="en-US"/>
          </a:p>
        </p:txBody>
      </p:sp>
    </p:spTree>
    <p:extLst>
      <p:ext uri="{BB962C8B-B14F-4D97-AF65-F5344CB8AC3E}">
        <p14:creationId xmlns:p14="http://schemas.microsoft.com/office/powerpoint/2010/main" val="19692347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olidFill>
                  <a:srgbClr val="FF0000"/>
                </a:solidFill>
              </a:rPr>
              <a:t>So what are the solutions to these challenges?</a:t>
            </a:r>
          </a:p>
          <a:p>
            <a:endParaRPr lang="en-US">
              <a:solidFill>
                <a:srgbClr val="FF0000"/>
              </a:solidFill>
            </a:endParaRPr>
          </a:p>
          <a:p>
            <a:r>
              <a:rPr lang="en-US" dirty="0">
                <a:solidFill>
                  <a:srgbClr val="FF0000"/>
                </a:solidFill>
              </a:rPr>
              <a:t>Applying agile practices to develop ‘Modern Apps’ holds great promise when executed properly:</a:t>
            </a:r>
          </a:p>
          <a:p>
            <a:endParaRPr lang="en-US">
              <a:solidFill>
                <a:srgbClr val="FF0000"/>
              </a:solidFill>
            </a:endParaRPr>
          </a:p>
          <a:p>
            <a:pPr marL="419372" lvl="1" indent="-184973"/>
            <a:r>
              <a:rPr lang="en-US" dirty="0">
                <a:solidFill>
                  <a:srgbClr val="FF0000"/>
                </a:solidFill>
              </a:rPr>
              <a:t>Faster and more frequent delivery</a:t>
            </a:r>
          </a:p>
          <a:p>
            <a:pPr marL="419372" lvl="1" indent="-184973"/>
            <a:r>
              <a:rPr lang="en-US" dirty="0">
                <a:solidFill>
                  <a:srgbClr val="FF0000"/>
                </a:solidFill>
              </a:rPr>
              <a:t>Higher Quality</a:t>
            </a:r>
          </a:p>
          <a:p>
            <a:pPr marL="419372" lvl="1" indent="-184973"/>
            <a:r>
              <a:rPr lang="en-US" dirty="0">
                <a:solidFill>
                  <a:srgbClr val="FF0000"/>
                </a:solidFill>
              </a:rPr>
              <a:t>Increased Stakeholder satisfaction</a:t>
            </a:r>
          </a:p>
          <a:p>
            <a:pPr marL="419372" lvl="1" indent="-184973"/>
            <a:r>
              <a:rPr lang="en-US" dirty="0">
                <a:solidFill>
                  <a:srgbClr val="FF0000"/>
                </a:solidFill>
              </a:rPr>
              <a:t>Higher ROI – continuous delivery of value</a:t>
            </a:r>
          </a:p>
          <a:p>
            <a:endParaRPr lang="en-US"/>
          </a:p>
          <a:p>
            <a:r>
              <a:rPr lang="en-US" dirty="0"/>
              <a:t>Note the</a:t>
            </a:r>
            <a:r>
              <a:rPr lang="en-US" baseline="0" dirty="0"/>
              <a:t> roles engaged in each of the phases – and n</a:t>
            </a:r>
            <a:r>
              <a:rPr lang="en-US" dirty="0"/>
              <a:t>otice that at the heart of all this is </a:t>
            </a:r>
            <a:r>
              <a:rPr lang="en-US" b="1" dirty="0"/>
              <a:t>‘Collaboration</a:t>
            </a:r>
            <a:r>
              <a:rPr lang="en-US" dirty="0"/>
              <a:t>’.    The whole team is aligned and collaborates throughout the lifecycle.</a:t>
            </a:r>
          </a:p>
        </p:txBody>
      </p:sp>
      <p:sp>
        <p:nvSpPr>
          <p:cNvPr id="4" name="Date Placeholder 3"/>
          <p:cNvSpPr>
            <a:spLocks noGrp="1"/>
          </p:cNvSpPr>
          <p:nvPr>
            <p:ph type="dt" idx="1"/>
          </p:nvPr>
        </p:nvSpPr>
        <p:spPr/>
        <p:txBody>
          <a:bodyPr/>
          <a:lstStyle/>
          <a:p>
            <a:fld id="{3C09F027-EF8D-4002-9662-874FCE736557}" type="datetime1">
              <a:rPr lang="en-US"/>
              <a:t>7/5/2025</a:t>
            </a:fld>
            <a:endParaRPr lang="en-US"/>
          </a:p>
        </p:txBody>
      </p:sp>
    </p:spTree>
    <p:extLst>
      <p:ext uri="{BB962C8B-B14F-4D97-AF65-F5344CB8AC3E}">
        <p14:creationId xmlns:p14="http://schemas.microsoft.com/office/powerpoint/2010/main" val="12792422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000" b="0" i="0" kern="1200" dirty="0">
                <a:solidFill>
                  <a:schemeClr val="tx1"/>
                </a:solidFill>
                <a:effectLst/>
                <a:latin typeface="Segoe UI Light" pitchFamily="34" charset="0"/>
                <a:ea typeface="+mn-ea"/>
                <a:cs typeface="+mn-cs"/>
              </a:rPr>
              <a:t>Version control is a system that records changes to a file or set of files over time so that you can recall specific versions later. </a:t>
            </a:r>
            <a:endParaRPr lang="en-US" dirty="0"/>
          </a:p>
        </p:txBody>
      </p:sp>
      <p:sp>
        <p:nvSpPr>
          <p:cNvPr id="4" name="Date Placeholder 3"/>
          <p:cNvSpPr>
            <a:spLocks noGrp="1"/>
          </p:cNvSpPr>
          <p:nvPr>
            <p:ph type="dt" idx="1"/>
          </p:nvPr>
        </p:nvSpPr>
        <p:spPr/>
        <p:txBody>
          <a:bodyPr/>
          <a:lstStyle/>
          <a:p>
            <a:fld id="{3709B731-61C0-4FC6-B637-8BF27985948F}" type="datetime1">
              <a:rPr lang="en-US"/>
              <a:t>7/5/2025</a:t>
            </a:fld>
            <a:endParaRPr lang="en-US"/>
          </a:p>
        </p:txBody>
      </p:sp>
    </p:spTree>
    <p:extLst>
      <p:ext uri="{BB962C8B-B14F-4D97-AF65-F5344CB8AC3E}">
        <p14:creationId xmlns:p14="http://schemas.microsoft.com/office/powerpoint/2010/main" val="9711565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60" rtl="0" eaLnBrk="1" fontAlgn="auto" latinLnBrk="0" hangingPunct="1">
              <a:lnSpc>
                <a:spcPct val="100000"/>
              </a:lnSpc>
              <a:spcBef>
                <a:spcPts val="0"/>
              </a:spcBef>
              <a:spcAft>
                <a:spcPts val="0"/>
              </a:spcAft>
              <a:buClrTx/>
              <a:buSzTx/>
              <a:buFontTx/>
              <a:buNone/>
              <a:tabLst/>
              <a:defRPr/>
            </a:pPr>
            <a:r>
              <a:rPr lang="en-US" dirty="0"/>
              <a:t>CI: “… a software development practice where members of a team integrate their work frequently, usually each person integrates at least daily - leading to multiple integrations per day. Each integration is verified by an automated build (including test) to detect integration errors as quickly as possible. Many teams find that this approach leads to significantly reduced integration problems and allows a team to develop cohesive software more rapidly.” </a:t>
            </a:r>
          </a:p>
          <a:p>
            <a:pPr marL="0" marR="0" lvl="0" indent="0" algn="l" defTabSz="914460" rtl="0" eaLnBrk="1" fontAlgn="auto" latinLnBrk="0" hangingPunct="1">
              <a:lnSpc>
                <a:spcPct val="100000"/>
              </a:lnSpc>
              <a:spcBef>
                <a:spcPts val="0"/>
              </a:spcBef>
              <a:spcAft>
                <a:spcPts val="0"/>
              </a:spcAft>
              <a:buClrTx/>
              <a:buSzTx/>
              <a:buFontTx/>
              <a:buNone/>
              <a:tabLst/>
              <a:defRPr/>
            </a:pPr>
            <a:r>
              <a:rPr lang="en-US" sz="1000" dirty="0">
                <a:solidFill>
                  <a:srgbClr val="002060"/>
                </a:solidFill>
                <a:latin typeface="Segoe UI"/>
              </a:rPr>
              <a:t>Source</a:t>
            </a:r>
            <a:r>
              <a:rPr lang="en-US" sz="1000" dirty="0">
                <a:solidFill>
                  <a:srgbClr val="000000"/>
                </a:solidFill>
                <a:latin typeface="Segoe UI"/>
              </a:rPr>
              <a:t>: </a:t>
            </a:r>
            <a:r>
              <a:rPr lang="en-US" sz="1000" dirty="0">
                <a:solidFill>
                  <a:srgbClr val="000000"/>
                </a:solidFill>
                <a:latin typeface="Segoe UI"/>
                <a:hlinkClick r:id="rId3"/>
              </a:rPr>
              <a:t>https://martinfowler.com/articles/continuousIntegration.html</a:t>
            </a:r>
            <a:r>
              <a:rPr lang="en-US" sz="1000" dirty="0">
                <a:solidFill>
                  <a:srgbClr val="000000"/>
                </a:solidFill>
                <a:latin typeface="Segoe UI"/>
              </a:rPr>
              <a:t> </a:t>
            </a:r>
          </a:p>
          <a:p>
            <a:pPr marL="0" marR="0" lvl="0" indent="0" algn="l" defTabSz="914460" rtl="0" eaLnBrk="1" fontAlgn="auto" latinLnBrk="0" hangingPunct="1">
              <a:lnSpc>
                <a:spcPct val="100000"/>
              </a:lnSpc>
              <a:spcBef>
                <a:spcPts val="0"/>
              </a:spcBef>
              <a:spcAft>
                <a:spcPts val="0"/>
              </a:spcAft>
              <a:buClrTx/>
              <a:buSzTx/>
              <a:buFontTx/>
              <a:buNone/>
              <a:tabLst/>
              <a:defRPr/>
            </a:pPr>
            <a:endParaRPr lang="en-US"/>
          </a:p>
          <a:p>
            <a:pPr marL="0" marR="0" lvl="0" indent="0" algn="l" defTabSz="914460" rtl="0" eaLnBrk="1" fontAlgn="auto" latinLnBrk="0" hangingPunct="1">
              <a:lnSpc>
                <a:spcPct val="100000"/>
              </a:lnSpc>
              <a:spcBef>
                <a:spcPts val="0"/>
              </a:spcBef>
              <a:spcAft>
                <a:spcPts val="0"/>
              </a:spcAft>
              <a:buClrTx/>
              <a:buSzTx/>
              <a:buFontTx/>
              <a:buNone/>
              <a:tabLst/>
              <a:defRPr/>
            </a:pPr>
            <a:r>
              <a:rPr lang="en-US" dirty="0"/>
              <a:t>“… a software engineering approach in which teams produce software in short cycles, ensuring that the software can be reliably released at any time. It aims at building, testing, and releasing software faster and more frequently. The approach helps reduce the cost, time, and risk of delivering changes by allowing for more incremental updates to applications in production. A straightforward and repeatable deployment process is important for continuous delivery.” </a:t>
            </a:r>
          </a:p>
          <a:p>
            <a:pPr marL="0" marR="0" lvl="0" indent="0" algn="l" defTabSz="914460" rtl="0" eaLnBrk="1" fontAlgn="auto" latinLnBrk="0" hangingPunct="1">
              <a:lnSpc>
                <a:spcPct val="100000"/>
              </a:lnSpc>
              <a:spcBef>
                <a:spcPts val="0"/>
              </a:spcBef>
              <a:spcAft>
                <a:spcPts val="0"/>
              </a:spcAft>
              <a:buClrTx/>
              <a:buSzTx/>
              <a:buFontTx/>
              <a:buNone/>
              <a:tabLst/>
              <a:defRPr/>
            </a:pPr>
            <a:r>
              <a:rPr lang="en-US" sz="1000" dirty="0">
                <a:solidFill>
                  <a:srgbClr val="002060"/>
                </a:solidFill>
                <a:latin typeface="Segoe UI"/>
              </a:rPr>
              <a:t>Source</a:t>
            </a:r>
            <a:r>
              <a:rPr lang="en-US" sz="1000" dirty="0">
                <a:solidFill>
                  <a:srgbClr val="000000"/>
                </a:solidFill>
                <a:latin typeface="Segoe UI"/>
              </a:rPr>
              <a:t>: </a:t>
            </a:r>
            <a:r>
              <a:rPr lang="en-US" sz="1000" dirty="0">
                <a:solidFill>
                  <a:srgbClr val="000000"/>
                </a:solidFill>
                <a:latin typeface="Segoe UI"/>
                <a:hlinkClick r:id="rId4"/>
              </a:rPr>
              <a:t>https://en.wikipedia.org/wiki/Continuous_delivery</a:t>
            </a:r>
            <a:r>
              <a:rPr lang="en-US" sz="1000" dirty="0">
                <a:solidFill>
                  <a:srgbClr val="000000"/>
                </a:solidFill>
                <a:latin typeface="Segoe UI"/>
              </a:rPr>
              <a:t> </a:t>
            </a:r>
          </a:p>
          <a:p>
            <a:pPr marL="0" marR="0" lvl="0" indent="0" algn="l" defTabSz="914460" rtl="0" eaLnBrk="1" fontAlgn="auto" latinLnBrk="0" hangingPunct="1">
              <a:lnSpc>
                <a:spcPct val="100000"/>
              </a:lnSpc>
              <a:spcBef>
                <a:spcPts val="0"/>
              </a:spcBef>
              <a:spcAft>
                <a:spcPts val="0"/>
              </a:spcAft>
              <a:buClrTx/>
              <a:buSzTx/>
              <a:buFontTx/>
              <a:buNone/>
              <a:tabLst/>
              <a:defRPr/>
            </a:pPr>
            <a:endParaRPr lang="en-US"/>
          </a:p>
          <a:p>
            <a:endParaRPr lang="en-US"/>
          </a:p>
        </p:txBody>
      </p:sp>
      <p:sp>
        <p:nvSpPr>
          <p:cNvPr id="4" name="Date Placeholder 3"/>
          <p:cNvSpPr>
            <a:spLocks noGrp="1"/>
          </p:cNvSpPr>
          <p:nvPr>
            <p:ph type="dt" idx="1"/>
          </p:nvPr>
        </p:nvSpPr>
        <p:spPr/>
        <p:txBody>
          <a:bodyPr/>
          <a:lstStyle/>
          <a:p>
            <a:fld id="{964FD1D9-4E24-4DDE-AF71-1EC38CC0E182}" type="datetime1">
              <a:rPr lang="en-US"/>
              <a:t>7/5/2025</a:t>
            </a:fld>
            <a:endParaRPr lang="en-US"/>
          </a:p>
        </p:txBody>
      </p:sp>
    </p:spTree>
    <p:extLst>
      <p:ext uri="{BB962C8B-B14F-4D97-AF65-F5344CB8AC3E}">
        <p14:creationId xmlns:p14="http://schemas.microsoft.com/office/powerpoint/2010/main" val="41757234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000" b="0" i="0" kern="1200" dirty="0">
                <a:solidFill>
                  <a:schemeClr val="tx1"/>
                </a:solidFill>
                <a:effectLst/>
                <a:latin typeface="Segoe UI Light" pitchFamily="34" charset="0"/>
                <a:ea typeface="+mn-ea"/>
                <a:cs typeface="+mn-cs"/>
              </a:rPr>
              <a:t>Source: </a:t>
            </a:r>
            <a:r>
              <a:rPr lang="en-US" dirty="0">
                <a:hlinkClick r:id="rId3"/>
              </a:rPr>
              <a:t>https://git-scm.com/</a:t>
            </a:r>
            <a:endParaRPr lang="en-US"/>
          </a:p>
          <a:p>
            <a:r>
              <a:rPr lang="en-US" sz="1000" b="0" i="0" kern="1200" dirty="0">
                <a:solidFill>
                  <a:schemeClr val="tx1"/>
                </a:solidFill>
                <a:effectLst/>
                <a:latin typeface="Segoe UI Light" pitchFamily="34" charset="0"/>
                <a:ea typeface="+mn-ea"/>
                <a:cs typeface="+mn-cs"/>
              </a:rPr>
              <a:t>Git is a free and open source distributed version control system designed to handle everything from small to very large projects with speed and efficiency.</a:t>
            </a:r>
          </a:p>
          <a:p>
            <a:r>
              <a:rPr lang="en-US" sz="1000" b="0" i="0" kern="1200" dirty="0">
                <a:solidFill>
                  <a:schemeClr val="tx1"/>
                </a:solidFill>
                <a:effectLst/>
                <a:latin typeface="Segoe UI Light" pitchFamily="34" charset="0"/>
                <a:ea typeface="+mn-ea"/>
                <a:cs typeface="+mn-cs"/>
              </a:rPr>
              <a:t>Git is easy to learn and has a tiny footprint with lightning fast performance. It outclasses SCM tools like Subversion, CVS, Perforce, and ClearCase with features like cheap local branching, convenient staging areas, and multiple workflows.</a:t>
            </a:r>
          </a:p>
          <a:p>
            <a:endParaRPr lang="en-US" sz="1000" b="0" i="0" kern="1200">
              <a:solidFill>
                <a:schemeClr val="tx1"/>
              </a:solidFill>
              <a:effectLst/>
              <a:latin typeface="Segoe UI Light" pitchFamily="34" charset="0"/>
              <a:ea typeface="+mn-ea"/>
              <a:cs typeface="+mn-cs"/>
            </a:endParaRPr>
          </a:p>
          <a:p>
            <a:endParaRPr lang="en-US" sz="1000" b="0" i="0" kern="1200">
              <a:solidFill>
                <a:schemeClr val="tx1"/>
              </a:solidFill>
              <a:effectLst/>
              <a:latin typeface="Segoe UI Light" pitchFamily="34" charset="0"/>
              <a:ea typeface="+mn-ea"/>
              <a:cs typeface="+mn-cs"/>
            </a:endParaRPr>
          </a:p>
        </p:txBody>
      </p:sp>
      <p:sp>
        <p:nvSpPr>
          <p:cNvPr id="4" name="Date Placeholder 3"/>
          <p:cNvSpPr>
            <a:spLocks noGrp="1"/>
          </p:cNvSpPr>
          <p:nvPr>
            <p:ph type="dt" idx="1"/>
          </p:nvPr>
        </p:nvSpPr>
        <p:spPr/>
        <p:txBody>
          <a:bodyPr/>
          <a:lstStyle/>
          <a:p>
            <a:fld id="{8A350F89-E12F-4E6A-B42A-11241798BFE5}" type="datetime1">
              <a:rPr lang="en-US"/>
              <a:t>7/5/2025</a:t>
            </a:fld>
            <a:endParaRPr lang="en-US"/>
          </a:p>
        </p:txBody>
      </p:sp>
    </p:spTree>
    <p:extLst>
      <p:ext uri="{BB962C8B-B14F-4D97-AF65-F5344CB8AC3E}">
        <p14:creationId xmlns:p14="http://schemas.microsoft.com/office/powerpoint/2010/main" val="17282433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60" rtl="0" eaLnBrk="1" fontAlgn="auto" latinLnBrk="0" hangingPunct="1">
              <a:lnSpc>
                <a:spcPct val="100000"/>
              </a:lnSpc>
              <a:spcBef>
                <a:spcPts val="0"/>
              </a:spcBef>
              <a:spcAft>
                <a:spcPts val="0"/>
              </a:spcAft>
              <a:buClrTx/>
              <a:buSzTx/>
              <a:buFontTx/>
              <a:buNone/>
              <a:tabLst/>
              <a:defRPr/>
            </a:pPr>
            <a:r>
              <a:rPr lang="en-US" dirty="0"/>
              <a:t>Reference: </a:t>
            </a:r>
            <a:r>
              <a:rPr lang="en-US" dirty="0">
                <a:hlinkClick r:id="rId3"/>
              </a:rPr>
              <a:t>https://xkcd.com/1597/</a:t>
            </a:r>
            <a:r>
              <a:rPr lang="en-US" dirty="0"/>
              <a:t> </a:t>
            </a:r>
          </a:p>
          <a:p>
            <a:endParaRPr lang="en-US"/>
          </a:p>
          <a:p>
            <a:r>
              <a:rPr lang="en-US" dirty="0"/>
              <a:t>Despite the “easy” learning curve, the idea of Git can be a bit much to think about. Once the core concepts are understood, Git becomes an indispensable tool.</a:t>
            </a:r>
          </a:p>
        </p:txBody>
      </p:sp>
      <p:sp>
        <p:nvSpPr>
          <p:cNvPr id="4" name="Date Placeholder 3"/>
          <p:cNvSpPr>
            <a:spLocks noGrp="1"/>
          </p:cNvSpPr>
          <p:nvPr>
            <p:ph type="dt" idx="1"/>
          </p:nvPr>
        </p:nvSpPr>
        <p:spPr/>
        <p:txBody>
          <a:bodyPr/>
          <a:lstStyle/>
          <a:p>
            <a:fld id="{6E2FAAA3-93A2-4DE3-8532-3F5022DD3E5C}" type="datetime1">
              <a:rPr lang="en-US"/>
              <a:t>7/5/2025</a:t>
            </a:fld>
            <a:endParaRPr lang="en-US"/>
          </a:p>
        </p:txBody>
      </p:sp>
    </p:spTree>
    <p:extLst>
      <p:ext uri="{BB962C8B-B14F-4D97-AF65-F5344CB8AC3E}">
        <p14:creationId xmlns:p14="http://schemas.microsoft.com/office/powerpoint/2010/main" val="10907725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 We talk more about this process in upcoming slides. This is a high level of cloning a project.</a:t>
            </a:r>
          </a:p>
        </p:txBody>
      </p:sp>
      <p:sp>
        <p:nvSpPr>
          <p:cNvPr id="4" name="Date Placeholder 3"/>
          <p:cNvSpPr>
            <a:spLocks noGrp="1"/>
          </p:cNvSpPr>
          <p:nvPr>
            <p:ph type="dt" idx="1"/>
          </p:nvPr>
        </p:nvSpPr>
        <p:spPr/>
        <p:txBody>
          <a:bodyPr/>
          <a:lstStyle/>
          <a:p>
            <a:fld id="{5F4FF28B-CC80-4799-A340-ABA7B9DB79C4}" type="datetime1">
              <a:rPr lang="en-US"/>
              <a:t>7/5/2025</a:t>
            </a:fld>
            <a:endParaRPr lang="en-US"/>
          </a:p>
        </p:txBody>
      </p:sp>
    </p:spTree>
    <p:extLst>
      <p:ext uri="{BB962C8B-B14F-4D97-AF65-F5344CB8AC3E}">
        <p14:creationId xmlns:p14="http://schemas.microsoft.com/office/powerpoint/2010/main" val="42164043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a:t>
            </a:r>
            <a:r>
              <a:rPr lang="en-US" dirty="0">
                <a:hlinkClick r:id="rId3"/>
              </a:rPr>
              <a:t>https://git-scm.com/docs/gitrepository-layout</a:t>
            </a:r>
            <a:r>
              <a:rPr lang="en-US" dirty="0"/>
              <a:t> </a:t>
            </a:r>
          </a:p>
          <a:p>
            <a:endParaRPr lang="en-US"/>
          </a:p>
        </p:txBody>
      </p:sp>
      <p:sp>
        <p:nvSpPr>
          <p:cNvPr id="4" name="Date Placeholder 3"/>
          <p:cNvSpPr>
            <a:spLocks noGrp="1"/>
          </p:cNvSpPr>
          <p:nvPr>
            <p:ph type="dt" idx="1"/>
          </p:nvPr>
        </p:nvSpPr>
        <p:spPr/>
        <p:txBody>
          <a:bodyPr/>
          <a:lstStyle/>
          <a:p>
            <a:fld id="{60C01286-AC91-4B35-BF1F-0E0A86ABA5B5}" type="datetime1">
              <a:rPr lang="en-US"/>
              <a:t>7/5/2025</a:t>
            </a:fld>
            <a:endParaRPr lang="en-US"/>
          </a:p>
        </p:txBody>
      </p:sp>
    </p:spTree>
    <p:extLst>
      <p:ext uri="{BB962C8B-B14F-4D97-AF65-F5344CB8AC3E}">
        <p14:creationId xmlns:p14="http://schemas.microsoft.com/office/powerpoint/2010/main" val="37096603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60" rtl="0" eaLnBrk="1" fontAlgn="auto" latinLnBrk="0" hangingPunct="1">
              <a:lnSpc>
                <a:spcPct val="100000"/>
              </a:lnSpc>
              <a:spcBef>
                <a:spcPts val="0"/>
              </a:spcBef>
              <a:spcAft>
                <a:spcPts val="0"/>
              </a:spcAft>
              <a:buClrTx/>
              <a:buSzTx/>
              <a:buFontTx/>
              <a:buNone/>
              <a:tabLst/>
              <a:defRPr/>
            </a:pPr>
            <a:r>
              <a:rPr lang="en-US" dirty="0"/>
              <a:t>Reference: </a:t>
            </a:r>
            <a:r>
              <a:rPr lang="en-US" dirty="0">
                <a:hlinkClick r:id="rId3"/>
              </a:rPr>
              <a:t>https://git-scm.com/book/en/v2/Getting-Started-Git-Basics</a:t>
            </a:r>
            <a:r>
              <a:rPr lang="en-US" dirty="0"/>
              <a:t> </a:t>
            </a:r>
          </a:p>
          <a:p>
            <a:endParaRPr lang="en-US"/>
          </a:p>
        </p:txBody>
      </p:sp>
      <p:sp>
        <p:nvSpPr>
          <p:cNvPr id="4" name="Date Placeholder 3"/>
          <p:cNvSpPr>
            <a:spLocks noGrp="1"/>
          </p:cNvSpPr>
          <p:nvPr>
            <p:ph type="dt" idx="1"/>
          </p:nvPr>
        </p:nvSpPr>
        <p:spPr/>
        <p:txBody>
          <a:bodyPr/>
          <a:lstStyle/>
          <a:p>
            <a:fld id="{60C01286-AC91-4B35-BF1F-0E0A86ABA5B5}" type="datetime1">
              <a:rPr lang="en-US"/>
              <a:t>7/5/2025</a:t>
            </a:fld>
            <a:endParaRPr lang="en-US"/>
          </a:p>
        </p:txBody>
      </p:sp>
    </p:spTree>
    <p:extLst>
      <p:ext uri="{BB962C8B-B14F-4D97-AF65-F5344CB8AC3E}">
        <p14:creationId xmlns:p14="http://schemas.microsoft.com/office/powerpoint/2010/main" val="148689433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
          </p:nvPr>
        </p:nvSpPr>
        <p:spPr/>
        <p:txBody>
          <a:bodyPr/>
          <a:lstStyle/>
          <a:p>
            <a:fld id="{4FE05516-E1CF-436F-B73D-4EA0D8454377}" type="datetime1">
              <a:rPr lang="en-US"/>
              <a:t>7/5/2025</a:t>
            </a:fld>
            <a:endParaRPr lang="en-US"/>
          </a:p>
        </p:txBody>
      </p:sp>
    </p:spTree>
    <p:extLst>
      <p:ext uri="{BB962C8B-B14F-4D97-AF65-F5344CB8AC3E}">
        <p14:creationId xmlns:p14="http://schemas.microsoft.com/office/powerpoint/2010/main" val="22614135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3"/>
          </p:nvPr>
        </p:nvSpPr>
        <p:spPr>
          <a:xfrm>
            <a:off x="5909309" y="8685213"/>
            <a:ext cx="947103" cy="457200"/>
          </a:xfrm>
          <a:prstGeom prst="rect">
            <a:avLst/>
          </a:prstGeom>
        </p:spPr>
        <p:txBody>
          <a:bodyPr anchor="ctr"/>
          <a:lstStyle/>
          <a:p>
            <a:pPr algn="ctr"/>
            <a:fld id="{B4008EB6-D09E-4580-8CD6-DDB14511944F}" type="slidenum">
              <a:rPr lang="en-US" sz="1000">
                <a:latin typeface="Segoe UI Light" panose="020B0502040204020203" pitchFamily="34" charset="0"/>
                <a:cs typeface="Segoe UI Light" panose="020B0502040204020203" pitchFamily="34" charset="0"/>
              </a:rPr>
              <a:pPr algn="ctr"/>
              <a:t>19</a:t>
            </a:fld>
            <a:endParaRPr lang="en-US" sz="1000">
              <a:latin typeface="Segoe UI Light" panose="020B0502040204020203" pitchFamily="34" charset="0"/>
              <a:cs typeface="Segoe UI Light" panose="020B0502040204020203" pitchFamily="34" charset="0"/>
            </a:endParaRPr>
          </a:p>
        </p:txBody>
      </p:sp>
      <p:sp>
        <p:nvSpPr>
          <p:cNvPr id="2" name="Date Placeholder 1">
            <a:extLst>
              <a:ext uri="{FF2B5EF4-FFF2-40B4-BE49-F238E27FC236}">
                <a16:creationId xmlns:a16="http://schemas.microsoft.com/office/drawing/2014/main" id="{9E5055FA-07D8-4DA6-AC32-4413A421166A}"/>
              </a:ext>
            </a:extLst>
          </p:cNvPr>
          <p:cNvSpPr>
            <a:spLocks noGrp="1"/>
          </p:cNvSpPr>
          <p:nvPr>
            <p:ph type="dt" idx="14"/>
          </p:nvPr>
        </p:nvSpPr>
        <p:spPr>
          <a:xfrm>
            <a:off x="3884613" y="1"/>
            <a:ext cx="2971800" cy="458788"/>
          </a:xfrm>
          <a:prstGeom prst="rect">
            <a:avLst/>
          </a:prstGeom>
        </p:spPr>
        <p:txBody>
          <a:bodyPr/>
          <a:lstStyle/>
          <a:p>
            <a:fld id="{D452F1B2-5A1B-401B-80FA-F451C4A333CD}" type="datetime8">
              <a:rPr lang="en-US" sz="1000">
                <a:latin typeface="Segoe UI Light" panose="020B0502040204020203" pitchFamily="34" charset="0"/>
                <a:cs typeface="Segoe UI Light" panose="020B0502040204020203" pitchFamily="34" charset="0"/>
              </a:rPr>
              <a:pPr/>
              <a:t>7/5/2025 8:59 AM</a:t>
            </a:fld>
            <a:endParaRPr lang="en-US" sz="1000">
              <a:latin typeface="Segoe UI Light" panose="020B0502040204020203" pitchFamily="34" charset="0"/>
              <a:cs typeface="Segoe UI Light" panose="020B0502040204020203" pitchFamily="34" charset="0"/>
            </a:endParaRPr>
          </a:p>
        </p:txBody>
      </p:sp>
      <p:sp>
        <p:nvSpPr>
          <p:cNvPr id="6" name="Slide Image Placeholder 5">
            <a:extLst>
              <a:ext uri="{FF2B5EF4-FFF2-40B4-BE49-F238E27FC236}">
                <a16:creationId xmlns:a16="http://schemas.microsoft.com/office/drawing/2014/main" id="{33502380-9092-4FF3-B02C-A2938DCFEE50}"/>
              </a:ext>
            </a:extLst>
          </p:cNvPr>
          <p:cNvSpPr>
            <a:spLocks noGrp="1" noRot="1" noChangeAspect="1"/>
          </p:cNvSpPr>
          <p:nvPr>
            <p:ph type="sldImg"/>
          </p:nvPr>
        </p:nvSpPr>
        <p:spPr/>
      </p:sp>
      <p:sp>
        <p:nvSpPr>
          <p:cNvPr id="8" name="Notes Placeholder 7">
            <a:extLst>
              <a:ext uri="{FF2B5EF4-FFF2-40B4-BE49-F238E27FC236}">
                <a16:creationId xmlns:a16="http://schemas.microsoft.com/office/drawing/2014/main" id="{19988937-EEB7-4434-8C3A-2875505BEEB5}"/>
              </a:ext>
            </a:extLst>
          </p:cNvPr>
          <p:cNvSpPr>
            <a:spLocks noGrp="1"/>
          </p:cNvSpPr>
          <p:nvPr>
            <p:ph type="body" idx="1"/>
          </p:nvPr>
        </p:nvSpPr>
        <p:spPr/>
        <p:txBody>
          <a:bodyPr/>
          <a:lstStyle/>
          <a:p>
            <a:endParaRPr lang="en-US" sz="1000"/>
          </a:p>
        </p:txBody>
      </p:sp>
    </p:spTree>
    <p:extLst>
      <p:ext uri="{BB962C8B-B14F-4D97-AF65-F5344CB8AC3E}">
        <p14:creationId xmlns:p14="http://schemas.microsoft.com/office/powerpoint/2010/main" val="252553210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GitHub is only one option for hosting</a:t>
            </a:r>
          </a:p>
        </p:txBody>
      </p:sp>
      <p:sp>
        <p:nvSpPr>
          <p:cNvPr id="4" name="Date Placeholder 3"/>
          <p:cNvSpPr>
            <a:spLocks noGrp="1"/>
          </p:cNvSpPr>
          <p:nvPr>
            <p:ph type="dt" idx="1"/>
          </p:nvPr>
        </p:nvSpPr>
        <p:spPr/>
        <p:txBody>
          <a:bodyPr/>
          <a:lstStyle/>
          <a:p>
            <a:fld id="{34E2CFCE-6F93-4872-B19A-E0BC5F8626BB}" type="datetime1">
              <a:rPr lang="en-US"/>
              <a:t>7/5/2025</a:t>
            </a:fld>
            <a:endParaRPr lang="en-US"/>
          </a:p>
        </p:txBody>
      </p:sp>
    </p:spTree>
    <p:extLst>
      <p:ext uri="{BB962C8B-B14F-4D97-AF65-F5344CB8AC3E}">
        <p14:creationId xmlns:p14="http://schemas.microsoft.com/office/powerpoint/2010/main" val="238144383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 other Git repositories exist but GitHub is one of the most popular.</a:t>
            </a:r>
          </a:p>
        </p:txBody>
      </p:sp>
      <p:sp>
        <p:nvSpPr>
          <p:cNvPr id="4" name="Date Placeholder 3"/>
          <p:cNvSpPr>
            <a:spLocks noGrp="1"/>
          </p:cNvSpPr>
          <p:nvPr>
            <p:ph type="dt" idx="1"/>
          </p:nvPr>
        </p:nvSpPr>
        <p:spPr/>
        <p:txBody>
          <a:bodyPr/>
          <a:lstStyle/>
          <a:p>
            <a:fld id="{4D600CF0-F7F9-440D-8B50-E1EB6120F8BA}" type="datetime1">
              <a:rPr lang="en-US"/>
              <a:t>7/5/2025</a:t>
            </a:fld>
            <a:endParaRPr lang="en-US"/>
          </a:p>
        </p:txBody>
      </p:sp>
    </p:spTree>
    <p:extLst>
      <p:ext uri="{BB962C8B-B14F-4D97-AF65-F5344CB8AC3E}">
        <p14:creationId xmlns:p14="http://schemas.microsoft.com/office/powerpoint/2010/main" val="123514892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
          </p:nvPr>
        </p:nvSpPr>
        <p:spPr/>
        <p:txBody>
          <a:bodyPr/>
          <a:lstStyle/>
          <a:p>
            <a:fld id="{43A2C140-83BD-40D6-8C95-CECD0F16B769}" type="datetime1">
              <a:rPr lang="en-US"/>
              <a:t>7/5/2025</a:t>
            </a:fld>
            <a:endParaRPr lang="en-US"/>
          </a:p>
        </p:txBody>
      </p:sp>
    </p:spTree>
    <p:extLst>
      <p:ext uri="{BB962C8B-B14F-4D97-AF65-F5344CB8AC3E}">
        <p14:creationId xmlns:p14="http://schemas.microsoft.com/office/powerpoint/2010/main" val="38913920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
          </p:nvPr>
        </p:nvSpPr>
        <p:spPr/>
        <p:txBody>
          <a:bodyPr/>
          <a:lstStyle/>
          <a:p>
            <a:fld id="{3D571F3B-9B98-4619-862C-2F62F7A52C26}" type="datetime1">
              <a:rPr lang="en-US"/>
              <a:t>7/5/2025</a:t>
            </a:fld>
            <a:endParaRPr lang="en-US"/>
          </a:p>
        </p:txBody>
      </p:sp>
    </p:spTree>
    <p:extLst>
      <p:ext uri="{BB962C8B-B14F-4D97-AF65-F5344CB8AC3E}">
        <p14:creationId xmlns:p14="http://schemas.microsoft.com/office/powerpoint/2010/main" val="381457769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
          </p:nvPr>
        </p:nvSpPr>
        <p:spPr/>
        <p:txBody>
          <a:bodyPr/>
          <a:lstStyle/>
          <a:p>
            <a:fld id="{94D06A16-D518-468F-B380-251AD3E775BB}" type="datetime1">
              <a:rPr lang="en-US"/>
              <a:t>7/5/2025</a:t>
            </a:fld>
            <a:endParaRPr lang="en-US"/>
          </a:p>
        </p:txBody>
      </p:sp>
    </p:spTree>
    <p:extLst>
      <p:ext uri="{BB962C8B-B14F-4D97-AF65-F5344CB8AC3E}">
        <p14:creationId xmlns:p14="http://schemas.microsoft.com/office/powerpoint/2010/main" val="25637094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0"/>
          </p:nvPr>
        </p:nvSpPr>
        <p:spPr/>
        <p:txBody>
          <a:bodyPr/>
          <a:lstStyle/>
          <a:p>
            <a:fld id="{F475C4C8-7DEA-455A-9336-A4C7DB3AE516}" type="slidenum">
              <a:rPr lang="en-US"/>
              <a:pPr/>
              <a:t>32</a:t>
            </a:fld>
            <a:endParaRPr lang="en-US" dirty="0"/>
          </a:p>
        </p:txBody>
      </p:sp>
      <p:sp>
        <p:nvSpPr>
          <p:cNvPr id="6" name="Date Placeholder 5">
            <a:extLst>
              <a:ext uri="{FF2B5EF4-FFF2-40B4-BE49-F238E27FC236}">
                <a16:creationId xmlns:a16="http://schemas.microsoft.com/office/drawing/2014/main" id="{3EB16111-A97F-457F-91C8-272E5E8DFF89}"/>
              </a:ext>
            </a:extLst>
          </p:cNvPr>
          <p:cNvSpPr>
            <a:spLocks noGrp="1"/>
          </p:cNvSpPr>
          <p:nvPr>
            <p:ph type="dt" idx="12"/>
          </p:nvPr>
        </p:nvSpPr>
        <p:spPr/>
        <p:txBody>
          <a:bodyPr/>
          <a:lstStyle/>
          <a:p>
            <a:fld id="{997C9337-20C5-41EF-80F6-63D1F94ABC0C}" type="datetime1">
              <a:rPr lang="en-US"/>
              <a:t>7/5/2025</a:t>
            </a:fld>
            <a:endParaRPr lang="en-US" dirty="0"/>
          </a:p>
        </p:txBody>
      </p:sp>
      <p:sp>
        <p:nvSpPr>
          <p:cNvPr id="10" name="Slide Image Placeholder 9">
            <a:extLst>
              <a:ext uri="{FF2B5EF4-FFF2-40B4-BE49-F238E27FC236}">
                <a16:creationId xmlns:a16="http://schemas.microsoft.com/office/drawing/2014/main" id="{1E1408CB-E158-45EC-A705-EC77EDB9E722}"/>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80831AF6-C812-4CA9-9A84-72B9BD292CB0}"/>
              </a:ext>
            </a:extLst>
          </p:cNvPr>
          <p:cNvSpPr>
            <a:spLocks noGrp="1"/>
          </p:cNvSpPr>
          <p:nvPr>
            <p:ph type="body" idx="1"/>
          </p:nvPr>
        </p:nvSpPr>
        <p:spPr>
          <a:xfrm>
            <a:off x="685800" y="4400550"/>
            <a:ext cx="5486400" cy="3600450"/>
          </a:xfrm>
          <a:prstGeom prst="rect">
            <a:avLst/>
          </a:prstGeom>
        </p:spPr>
        <p:txBody>
          <a:bodyPr/>
          <a:lstStyle/>
          <a:p>
            <a:pPr>
              <a:lnSpc>
                <a:spcPct val="90000"/>
              </a:lnSpc>
              <a:spcAft>
                <a:spcPts val="333"/>
              </a:spcAft>
              <a:defRPr/>
            </a:pPr>
            <a:r>
              <a:rPr lang="en-US" sz="850" noProof="1">
                <a:solidFill>
                  <a:prstClr val="black"/>
                </a:solidFill>
                <a:latin typeface="Segoe UI Light"/>
                <a:cs typeface="Segoe UI Light"/>
              </a:rPr>
              <a:t>Consider demoing this as you go. You can view the demo ps1 and video in the instructor folder.</a:t>
            </a:r>
          </a:p>
          <a:p>
            <a:pPr marL="228600" indent="-228600">
              <a:lnSpc>
                <a:spcPct val="90000"/>
              </a:lnSpc>
              <a:spcAft>
                <a:spcPts val="333"/>
              </a:spcAft>
              <a:buAutoNum type="arabicPeriod"/>
              <a:defRPr/>
            </a:pPr>
            <a:r>
              <a:rPr lang="en-US" sz="850" noProof="1">
                <a:latin typeface="Segoe UI Light"/>
                <a:cs typeface="Segoe UI Light"/>
              </a:rPr>
              <a:t>configure git with a usename and email</a:t>
            </a:r>
            <a:endParaRPr lang="en-US" sz="850" noProof="1">
              <a:cs typeface="Segoe UI Light"/>
            </a:endParaRPr>
          </a:p>
          <a:p>
            <a:pPr marL="228600" indent="-228600">
              <a:lnSpc>
                <a:spcPct val="90000"/>
              </a:lnSpc>
              <a:spcAft>
                <a:spcPts val="333"/>
              </a:spcAft>
              <a:buAutoNum type="arabicPeriod"/>
              <a:defRPr/>
            </a:pPr>
            <a:r>
              <a:rPr lang="en-US" sz="850" noProof="1">
                <a:latin typeface="Segoe UI Light"/>
                <a:cs typeface="Segoe UI Light"/>
              </a:rPr>
              <a:t>Install posh-git </a:t>
            </a:r>
          </a:p>
          <a:p>
            <a:pPr marL="228600" indent="-228600">
              <a:lnSpc>
                <a:spcPct val="90000"/>
              </a:lnSpc>
              <a:spcAft>
                <a:spcPts val="333"/>
              </a:spcAft>
              <a:buAutoNum type="arabicPeriod"/>
              <a:defRPr/>
            </a:pPr>
            <a:r>
              <a:rPr lang="en-US" sz="850" noProof="1">
                <a:latin typeface="Segoe UI Light"/>
                <a:cs typeface="Segoe UI Light"/>
              </a:rPr>
              <a:t>Make a new directory, init a first repo</a:t>
            </a:r>
          </a:p>
          <a:p>
            <a:pPr marL="228600" indent="-228600">
              <a:lnSpc>
                <a:spcPct val="90000"/>
              </a:lnSpc>
              <a:spcAft>
                <a:spcPts val="333"/>
              </a:spcAft>
              <a:buAutoNum type="arabicPeriod"/>
              <a:defRPr/>
            </a:pPr>
            <a:r>
              <a:rPr lang="en-US" sz="850" noProof="1">
                <a:latin typeface="Segoe UI Light"/>
                <a:cs typeface="Segoe UI Light"/>
              </a:rPr>
              <a:t>Make a file, add that file</a:t>
            </a:r>
          </a:p>
          <a:p>
            <a:pPr marL="228600" indent="-228600">
              <a:lnSpc>
                <a:spcPct val="90000"/>
              </a:lnSpc>
              <a:spcAft>
                <a:spcPts val="333"/>
              </a:spcAft>
              <a:buAutoNum type="arabicPeriod"/>
              <a:defRPr/>
            </a:pPr>
            <a:r>
              <a:rPr lang="en-US" sz="850" noProof="1">
                <a:latin typeface="Segoe UI Light"/>
                <a:cs typeface="Segoe UI Light"/>
              </a:rPr>
              <a:t>Show git status</a:t>
            </a:r>
          </a:p>
          <a:p>
            <a:pPr marL="228600" indent="-228600">
              <a:lnSpc>
                <a:spcPct val="90000"/>
              </a:lnSpc>
              <a:spcAft>
                <a:spcPts val="333"/>
              </a:spcAft>
              <a:buAutoNum type="arabicPeriod"/>
              <a:defRPr/>
            </a:pPr>
            <a:r>
              <a:rPr lang="en-US" sz="850" noProof="1">
                <a:latin typeface="Segoe UI Light"/>
                <a:cs typeface="Segoe UI Light"/>
              </a:rPr>
              <a:t>Commit</a:t>
            </a:r>
          </a:p>
          <a:p>
            <a:pPr marL="228600" indent="-228600">
              <a:lnSpc>
                <a:spcPct val="90000"/>
              </a:lnSpc>
              <a:spcAft>
                <a:spcPts val="333"/>
              </a:spcAft>
              <a:buAutoNum type="arabicPeriod"/>
              <a:defRPr/>
            </a:pPr>
            <a:endParaRPr lang="en-US" sz="850" noProof="1">
              <a:latin typeface="Segoe UI Light"/>
              <a:cs typeface="Segoe UI Light"/>
            </a:endParaRPr>
          </a:p>
          <a:p>
            <a:pPr>
              <a:defRPr/>
            </a:pPr>
            <a:r>
              <a:rPr lang="en-US" noProof="1"/>
              <a:t>#need e-mail and user for git repository</a:t>
            </a:r>
            <a:endParaRPr lang="en-US" dirty="0"/>
          </a:p>
          <a:p>
            <a:pPr marL="384454" lvl="1" indent="-171450">
              <a:buFont typeface="Arial" panose="020B0604020202020204" pitchFamily="34" charset="0"/>
              <a:buChar char="•"/>
              <a:defRPr/>
            </a:pPr>
            <a:r>
              <a:rPr lang="en-US" b="1" noProof="1"/>
              <a:t>git config --global user.name "your name here"</a:t>
            </a:r>
            <a:endParaRPr lang="en-US" b="1" dirty="0"/>
          </a:p>
          <a:p>
            <a:pPr marL="384454" lvl="1" indent="-171450">
              <a:buFont typeface="Arial" panose="020B0604020202020204" pitchFamily="34" charset="0"/>
              <a:buChar char="•"/>
              <a:defRPr/>
            </a:pPr>
            <a:r>
              <a:rPr lang="en-US" b="1" noProof="1"/>
              <a:t>git config --global user.email "your email here"</a:t>
            </a:r>
            <a:endParaRPr lang="en-US" b="1" dirty="0"/>
          </a:p>
          <a:p>
            <a:pPr>
              <a:defRPr/>
            </a:pPr>
            <a:r>
              <a:rPr lang="en-US" noProof="1"/>
              <a:t> </a:t>
            </a:r>
            <a:endParaRPr lang="en-US" dirty="0"/>
          </a:p>
          <a:p>
            <a:pPr>
              <a:defRPr/>
            </a:pPr>
            <a:r>
              <a:rPr lang="en-US" noProof="1"/>
              <a:t>#install the Posh-git module that has colors and information at the command prompt.</a:t>
            </a:r>
            <a:endParaRPr lang="en-US" dirty="0"/>
          </a:p>
          <a:p>
            <a:pPr marL="384454" lvl="1" indent="-171450">
              <a:buFont typeface="Arial" panose="020B0604020202020204" pitchFamily="34" charset="0"/>
              <a:buChar char="•"/>
              <a:defRPr/>
            </a:pPr>
            <a:r>
              <a:rPr lang="en-US" b="1" noProof="1"/>
              <a:t>Install-Module posh-git -force</a:t>
            </a:r>
            <a:endParaRPr lang="en-US" b="1" dirty="0"/>
          </a:p>
          <a:p>
            <a:pPr>
              <a:defRPr/>
            </a:pPr>
            <a:r>
              <a:rPr lang="en-US" noProof="1"/>
              <a:t> </a:t>
            </a:r>
            <a:endParaRPr lang="en-US" dirty="0"/>
          </a:p>
          <a:p>
            <a:pPr>
              <a:defRPr/>
            </a:pPr>
            <a:r>
              <a:rPr lang="en-US" noProof="1"/>
              <a:t>#create folder if not already created</a:t>
            </a:r>
            <a:endParaRPr lang="en-US" dirty="0"/>
          </a:p>
          <a:p>
            <a:pPr marL="384454" lvl="1" indent="-171450">
              <a:buFont typeface="Arial" panose="020B0604020202020204" pitchFamily="34" charset="0"/>
              <a:buChar char="•"/>
              <a:defRPr/>
            </a:pPr>
            <a:r>
              <a:rPr lang="en-US" b="1" noProof="1"/>
              <a:t>New-Item -ItemType Directory 'c:\temp\Repos' -ea 0</a:t>
            </a:r>
            <a:endParaRPr lang="en-US" b="1" dirty="0"/>
          </a:p>
          <a:p>
            <a:pPr>
              <a:defRPr/>
            </a:pPr>
            <a:r>
              <a:rPr lang="en-US" noProof="1"/>
              <a:t> </a:t>
            </a:r>
            <a:endParaRPr lang="en-US" dirty="0"/>
          </a:p>
          <a:p>
            <a:pPr>
              <a:defRPr/>
            </a:pPr>
            <a:r>
              <a:rPr lang="en-US" noProof="1"/>
              <a:t>#change directory to new folder created</a:t>
            </a:r>
            <a:endParaRPr lang="en-US" dirty="0"/>
          </a:p>
          <a:p>
            <a:pPr marL="384454" lvl="1" indent="-171450">
              <a:buFont typeface="Arial" panose="020B0604020202020204" pitchFamily="34" charset="0"/>
              <a:buChar char="•"/>
              <a:defRPr/>
            </a:pPr>
            <a:r>
              <a:rPr lang="en-US" b="1" noProof="1"/>
              <a:t>Set-Location C:\Temp\Repos</a:t>
            </a:r>
            <a:endParaRPr lang="en-US" b="1" dirty="0"/>
          </a:p>
          <a:p>
            <a:pPr>
              <a:defRPr/>
            </a:pPr>
            <a:r>
              <a:rPr lang="en-US" noProof="1"/>
              <a:t> </a:t>
            </a:r>
            <a:endParaRPr lang="en-US" dirty="0"/>
          </a:p>
          <a:p>
            <a:pPr>
              <a:defRPr/>
            </a:pPr>
            <a:r>
              <a:rPr lang="en-US" noProof="1"/>
              <a:t>#create repo</a:t>
            </a:r>
            <a:endParaRPr lang="en-US" dirty="0"/>
          </a:p>
          <a:p>
            <a:pPr marL="384454" lvl="1" indent="-171450">
              <a:buFont typeface="Arial" panose="020B0604020202020204" pitchFamily="34" charset="0"/>
              <a:buChar char="•"/>
              <a:defRPr/>
            </a:pPr>
            <a:r>
              <a:rPr lang="en-US" b="1" noProof="1"/>
              <a:t>git init MyFirstRepo</a:t>
            </a:r>
            <a:endParaRPr lang="en-US" b="1" dirty="0"/>
          </a:p>
          <a:p>
            <a:pPr>
              <a:defRPr/>
            </a:pPr>
            <a:r>
              <a:rPr lang="en-US" noProof="1"/>
              <a:t> </a:t>
            </a:r>
            <a:endParaRPr lang="en-US" dirty="0"/>
          </a:p>
          <a:p>
            <a:pPr>
              <a:defRPr/>
            </a:pPr>
            <a:r>
              <a:rPr lang="en-US" noProof="1"/>
              <a:t>#create file and add content</a:t>
            </a:r>
            <a:endParaRPr lang="en-US" dirty="0"/>
          </a:p>
          <a:p>
            <a:pPr marL="384454" lvl="1" indent="-171450">
              <a:buFont typeface="Arial" panose="020B0604020202020204" pitchFamily="34" charset="0"/>
              <a:buChar char="•"/>
              <a:defRPr/>
            </a:pPr>
            <a:r>
              <a:rPr lang="en-US" b="1" noProof="1"/>
              <a:t>New-Item myfile.txt | Set-Content -Value "This is some text"</a:t>
            </a:r>
            <a:endParaRPr lang="en-US" b="1" dirty="0"/>
          </a:p>
          <a:p>
            <a:pPr>
              <a:defRPr/>
            </a:pPr>
            <a:r>
              <a:rPr lang="en-US" noProof="1"/>
              <a:t> </a:t>
            </a:r>
            <a:endParaRPr lang="en-US" dirty="0"/>
          </a:p>
          <a:p>
            <a:pPr>
              <a:defRPr/>
            </a:pPr>
            <a:r>
              <a:rPr lang="en-US" noProof="1"/>
              <a:t>#add files</a:t>
            </a:r>
            <a:endParaRPr lang="en-US" dirty="0"/>
          </a:p>
          <a:p>
            <a:pPr marL="384454" lvl="1" indent="-171450">
              <a:buFont typeface="Arial" panose="020B0604020202020204" pitchFamily="34" charset="0"/>
              <a:buChar char="•"/>
              <a:defRPr/>
            </a:pPr>
            <a:r>
              <a:rPr lang="en-US" b="1" noProof="1"/>
              <a:t>git add .</a:t>
            </a:r>
            <a:endParaRPr lang="en-US" b="1" dirty="0"/>
          </a:p>
          <a:p>
            <a:pPr>
              <a:defRPr/>
            </a:pPr>
            <a:r>
              <a:rPr lang="en-US" noProof="1"/>
              <a:t> </a:t>
            </a:r>
            <a:endParaRPr lang="en-US" dirty="0"/>
          </a:p>
          <a:p>
            <a:pPr>
              <a:defRPr/>
            </a:pPr>
            <a:r>
              <a:rPr lang="en-US" noProof="1"/>
              <a:t>#get status of git</a:t>
            </a:r>
            <a:endParaRPr lang="en-US" dirty="0"/>
          </a:p>
          <a:p>
            <a:pPr marL="384454" lvl="1" indent="-171450">
              <a:buFont typeface="Arial" panose="020B0604020202020204" pitchFamily="34" charset="0"/>
              <a:buChar char="•"/>
              <a:defRPr/>
            </a:pPr>
            <a:r>
              <a:rPr lang="en-US" b="1" noProof="1"/>
              <a:t>git status</a:t>
            </a:r>
            <a:endParaRPr lang="en-US" b="1" dirty="0"/>
          </a:p>
          <a:p>
            <a:pPr>
              <a:defRPr/>
            </a:pPr>
            <a:r>
              <a:rPr lang="en-US" noProof="1"/>
              <a:t> </a:t>
            </a:r>
            <a:endParaRPr lang="en-US" dirty="0"/>
          </a:p>
          <a:p>
            <a:pPr>
              <a:defRPr/>
            </a:pPr>
            <a:r>
              <a:rPr lang="en-US" noProof="1"/>
              <a:t>#commit to git repo</a:t>
            </a:r>
            <a:endParaRPr lang="en-US" dirty="0"/>
          </a:p>
          <a:p>
            <a:pPr marL="384454" lvl="1" indent="-171450">
              <a:buFont typeface="Arial" panose="020B0604020202020204" pitchFamily="34" charset="0"/>
              <a:buChar char="•"/>
              <a:defRPr/>
            </a:pPr>
            <a:r>
              <a:rPr lang="en-US" b="1" noProof="1"/>
              <a:t>git commit -m "My first commit"</a:t>
            </a:r>
            <a:endParaRPr lang="en-US" b="1" dirty="0"/>
          </a:p>
          <a:p>
            <a:pPr>
              <a:defRPr/>
            </a:pPr>
            <a:r>
              <a:rPr lang="en-US" noProof="1"/>
              <a:t> </a:t>
            </a:r>
            <a:endParaRPr lang="en-US" dirty="0"/>
          </a:p>
          <a:p>
            <a:pPr>
              <a:defRPr/>
            </a:pPr>
            <a:r>
              <a:rPr lang="en-US" noProof="1"/>
              <a:t> </a:t>
            </a:r>
            <a:endParaRPr lang="en-US" dirty="0"/>
          </a:p>
          <a:p>
            <a:pPr marL="384454" lvl="1" indent="-171450">
              <a:buFont typeface="Arial" panose="020B0604020202020204" pitchFamily="34" charset="0"/>
              <a:buChar char="•"/>
              <a:defRPr/>
            </a:pPr>
            <a:r>
              <a:rPr lang="en-US" b="1" noProof="1"/>
              <a:t>git commit</a:t>
            </a:r>
            <a:endParaRPr lang="en-US" b="1" dirty="0"/>
          </a:p>
          <a:p>
            <a:pPr>
              <a:defRPr/>
            </a:pPr>
            <a:r>
              <a:rPr lang="en-US" noProof="1"/>
              <a:t> </a:t>
            </a:r>
            <a:endParaRPr lang="en-US" dirty="0"/>
          </a:p>
          <a:p>
            <a:pPr>
              <a:defRPr/>
            </a:pPr>
            <a:r>
              <a:rPr lang="en-US" noProof="1"/>
              <a:t>#show the log of the git repo changes/commits</a:t>
            </a:r>
            <a:endParaRPr lang="en-US" dirty="0"/>
          </a:p>
          <a:p>
            <a:pPr marL="384454" lvl="1" indent="-171450">
              <a:lnSpc>
                <a:spcPct val="90000"/>
              </a:lnSpc>
              <a:spcAft>
                <a:spcPts val="333"/>
              </a:spcAft>
              <a:buFont typeface="Arial" panose="020B0604020202020204" pitchFamily="34" charset="0"/>
              <a:buChar char="•"/>
              <a:defRPr/>
            </a:pPr>
            <a:r>
              <a:rPr lang="en-US" b="1" noProof="1">
                <a:latin typeface="Segoe UI Light"/>
                <a:cs typeface="Segoe UI Light"/>
              </a:rPr>
              <a:t>git log –oneline</a:t>
            </a:r>
            <a:endParaRPr lang="en-US" b="1" dirty="0">
              <a:cs typeface="Segoe UI Light" pitchFamily="34" charset="0"/>
            </a:endParaRPr>
          </a:p>
          <a:p>
            <a:pPr>
              <a:lnSpc>
                <a:spcPct val="90000"/>
              </a:lnSpc>
              <a:spcAft>
                <a:spcPts val="333"/>
              </a:spcAft>
              <a:defRPr/>
            </a:pPr>
            <a:endParaRPr lang="en-US" noProof="1">
              <a:latin typeface="Segoe UI Light"/>
              <a:cs typeface="Segoe UI Light"/>
            </a:endParaRPr>
          </a:p>
          <a:p>
            <a:pPr>
              <a:lnSpc>
                <a:spcPct val="90000"/>
              </a:lnSpc>
              <a:spcAft>
                <a:spcPts val="333"/>
              </a:spcAft>
              <a:defRPr/>
            </a:pPr>
            <a:r>
              <a:rPr lang="en-US" sz="850" noProof="1">
                <a:cs typeface="Segoe UI Light"/>
              </a:rPr>
              <a:t>#####</a:t>
            </a:r>
          </a:p>
        </p:txBody>
      </p:sp>
      <p:sp>
        <p:nvSpPr>
          <p:cNvPr id="2" name="Header Placeholder 1">
            <a:extLst>
              <a:ext uri="{FF2B5EF4-FFF2-40B4-BE49-F238E27FC236}">
                <a16:creationId xmlns:a16="http://schemas.microsoft.com/office/drawing/2014/main" id="{9830E05C-8F70-4854-835C-C7C6F7556052}"/>
              </a:ext>
            </a:extLst>
          </p:cNvPr>
          <p:cNvSpPr>
            <a:spLocks noGrp="1"/>
          </p:cNvSpPr>
          <p:nvPr>
            <p:ph type="hdr" sz="quarter" idx="13"/>
          </p:nvPr>
        </p:nvSpPr>
        <p:spPr>
          <a:xfrm>
            <a:off x="0" y="0"/>
            <a:ext cx="2971800" cy="458788"/>
          </a:xfrm>
          <a:prstGeom prst="rect">
            <a:avLst/>
          </a:prstGeom>
        </p:spPr>
        <p:txBody>
          <a:bodyPr/>
          <a:lstStyle/>
          <a:p>
            <a:r>
              <a:rPr lang="en-US" dirty="0"/>
              <a:t>[[HEADER]]</a:t>
            </a:r>
          </a:p>
        </p:txBody>
      </p:sp>
    </p:spTree>
    <p:extLst>
      <p:ext uri="{BB962C8B-B14F-4D97-AF65-F5344CB8AC3E}">
        <p14:creationId xmlns:p14="http://schemas.microsoft.com/office/powerpoint/2010/main" val="229864832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rPr lang="en-US" dirty="0"/>
              <a:t>Please inform students to fire up next lab BEFORE you start next </a:t>
            </a:r>
            <a:r>
              <a:rPr lang="en-US" dirty="0" err="1"/>
              <a:t>powerpoint</a:t>
            </a:r>
            <a:r>
              <a:rPr lang="en-US" dirty="0"/>
              <a:t>, It take </a:t>
            </a:r>
            <a:r>
              <a:rPr lang="en-US" dirty="0" err="1"/>
              <a:t>labsetup</a:t>
            </a:r>
            <a:r>
              <a:rPr lang="en-US" dirty="0"/>
              <a:t> +- 10 minutes to get lab ready !!!</a:t>
            </a:r>
          </a:p>
          <a:p>
            <a:endParaRPr lang="en-US" dirty="0"/>
          </a:p>
          <a:p>
            <a:r>
              <a:rPr lang="en-US" dirty="0"/>
              <a:t>##########</a:t>
            </a:r>
          </a:p>
        </p:txBody>
      </p:sp>
      <p:sp>
        <p:nvSpPr>
          <p:cNvPr id="4" name="Slide Number Placeholder 3"/>
          <p:cNvSpPr>
            <a:spLocks noGrp="1"/>
          </p:cNvSpPr>
          <p:nvPr>
            <p:ph type="sldNum" sz="quarter" idx="10"/>
          </p:nvPr>
        </p:nvSpPr>
        <p:spPr/>
        <p:txBody>
          <a:bodyPr/>
          <a:lstStyle/>
          <a:p>
            <a:fld id="{B4008EB6-D09E-4580-8CD6-DDB14511944F}" type="slidenum">
              <a:rPr lang="en-US"/>
              <a:pPr/>
              <a:t>33</a:t>
            </a:fld>
            <a:endParaRPr lang="en-US"/>
          </a:p>
        </p:txBody>
      </p:sp>
      <p:sp>
        <p:nvSpPr>
          <p:cNvPr id="5" name="Footer Placeholder 4"/>
          <p:cNvSpPr>
            <a:spLocks noGrp="1"/>
          </p:cNvSpPr>
          <p:nvPr>
            <p:ph type="ftr" sz="quarter" idx="11"/>
          </p:nvPr>
        </p:nvSpPr>
        <p:spPr/>
        <p:txBody>
          <a:bodyPr/>
          <a:lstStyle/>
          <a:p>
            <a:endParaRPr lang="en-US"/>
          </a:p>
        </p:txBody>
      </p:sp>
      <p:sp>
        <p:nvSpPr>
          <p:cNvPr id="13" name="Slide Image Placeholder 12">
            <a:extLst>
              <a:ext uri="{FF2B5EF4-FFF2-40B4-BE49-F238E27FC236}">
                <a16:creationId xmlns:a16="http://schemas.microsoft.com/office/drawing/2014/main" id="{4F029D2E-C6F0-43A8-B828-60279B978610}"/>
              </a:ext>
            </a:extLst>
          </p:cNvPr>
          <p:cNvSpPr>
            <a:spLocks noGrp="1" noRot="1" noChangeAspect="1"/>
          </p:cNvSpPr>
          <p:nvPr>
            <p:ph type="sldImg"/>
          </p:nvPr>
        </p:nvSpPr>
        <p:spPr>
          <a:xfrm>
            <a:off x="696913" y="857250"/>
            <a:ext cx="5486400" cy="3086100"/>
          </a:xfrm>
        </p:spPr>
      </p:sp>
    </p:spTree>
    <p:extLst>
      <p:ext uri="{BB962C8B-B14F-4D97-AF65-F5344CB8AC3E}">
        <p14:creationId xmlns:p14="http://schemas.microsoft.com/office/powerpoint/2010/main" val="210785976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3"/>
          </p:nvPr>
        </p:nvSpPr>
        <p:spPr>
          <a:xfrm>
            <a:off x="5909309" y="8685213"/>
            <a:ext cx="947103" cy="457200"/>
          </a:xfrm>
          <a:prstGeom prst="rect">
            <a:avLst/>
          </a:prstGeom>
        </p:spPr>
        <p:txBody>
          <a:bodyPr/>
          <a:lstStyle/>
          <a:p>
            <a:fld id="{EC87E0CF-87F6-4B58-B8B8-DCAB2DAAF3CA}" type="slidenum">
              <a:rPr lang="en-US"/>
              <a:pPr/>
              <a:t>34</a:t>
            </a:fld>
            <a:endParaRPr lang="en-US"/>
          </a:p>
        </p:txBody>
      </p:sp>
      <p:sp>
        <p:nvSpPr>
          <p:cNvPr id="10" name="Slide Image Placeholder 9">
            <a:extLst>
              <a:ext uri="{FF2B5EF4-FFF2-40B4-BE49-F238E27FC236}">
                <a16:creationId xmlns:a16="http://schemas.microsoft.com/office/drawing/2014/main" id="{78F88C93-2AC6-4259-8E72-48689E75DD8E}"/>
              </a:ext>
            </a:extLst>
          </p:cNvPr>
          <p:cNvSpPr>
            <a:spLocks noGrp="1" noRot="1" noChangeAspect="1"/>
          </p:cNvSpPr>
          <p:nvPr>
            <p:ph type="sldImg"/>
          </p:nvPr>
        </p:nvSpPr>
        <p:spPr/>
      </p:sp>
      <p:sp>
        <p:nvSpPr>
          <p:cNvPr id="11" name="Notes Placeholder 10">
            <a:extLst>
              <a:ext uri="{FF2B5EF4-FFF2-40B4-BE49-F238E27FC236}">
                <a16:creationId xmlns:a16="http://schemas.microsoft.com/office/drawing/2014/main" id="{5875227C-7667-4D34-AC4C-D2C34D66B61D}"/>
              </a:ext>
            </a:extLst>
          </p:cNvPr>
          <p:cNvSpPr>
            <a:spLocks noGrp="1"/>
          </p:cNvSpPr>
          <p:nvPr>
            <p:ph type="body" idx="1"/>
          </p:nvPr>
        </p:nvSpPr>
        <p:spPr/>
        <p:txBody>
          <a:bodyPr/>
          <a:lstStyle/>
          <a:p>
            <a:endParaRPr lang="en-US"/>
          </a:p>
        </p:txBody>
      </p:sp>
      <p:sp>
        <p:nvSpPr>
          <p:cNvPr id="2" name="Date Placeholder 1">
            <a:extLst>
              <a:ext uri="{FF2B5EF4-FFF2-40B4-BE49-F238E27FC236}">
                <a16:creationId xmlns:a16="http://schemas.microsoft.com/office/drawing/2014/main" id="{CF2BF15B-46B3-461E-B4BD-0EA1A9EAF87F}"/>
              </a:ext>
            </a:extLst>
          </p:cNvPr>
          <p:cNvSpPr>
            <a:spLocks noGrp="1"/>
          </p:cNvSpPr>
          <p:nvPr>
            <p:ph type="dt" idx="15"/>
          </p:nvPr>
        </p:nvSpPr>
        <p:spPr>
          <a:xfrm>
            <a:off x="3884613" y="1"/>
            <a:ext cx="2971800" cy="458788"/>
          </a:xfrm>
          <a:prstGeom prst="rect">
            <a:avLst/>
          </a:prstGeom>
        </p:spPr>
        <p:txBody>
          <a:bodyPr/>
          <a:lstStyle/>
          <a:p>
            <a:fld id="{FEF7E070-ACE9-4688-9DF6-05A4C1EB9BC3}" type="datetime8">
              <a:rPr lang="en-US"/>
              <a:t>7/5/2025 8:59 AM</a:t>
            </a:fld>
            <a:endParaRPr lang="en-US"/>
          </a:p>
        </p:txBody>
      </p:sp>
    </p:spTree>
    <p:extLst>
      <p:ext uri="{BB962C8B-B14F-4D97-AF65-F5344CB8AC3E}">
        <p14:creationId xmlns:p14="http://schemas.microsoft.com/office/powerpoint/2010/main" val="150718785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LID4096" dirty="0"/>
          </a:p>
        </p:txBody>
      </p:sp>
      <p:sp>
        <p:nvSpPr>
          <p:cNvPr id="4" name="Date Placeholder 3"/>
          <p:cNvSpPr>
            <a:spLocks noGrp="1"/>
          </p:cNvSpPr>
          <p:nvPr>
            <p:ph type="dt" idx="1"/>
          </p:nvPr>
        </p:nvSpPr>
        <p:spPr/>
        <p:txBody>
          <a:bodyPr/>
          <a:lstStyle/>
          <a:p>
            <a:fld id="{96D1AD41-2205-491A-BA15-584BC262908D}" type="datetime1">
              <a:rPr lang="en-US" smtClean="0"/>
              <a:t>7/5/2025</a:t>
            </a:fld>
            <a:endParaRPr lang="en-US"/>
          </a:p>
        </p:txBody>
      </p:sp>
    </p:spTree>
    <p:extLst>
      <p:ext uri="{BB962C8B-B14F-4D97-AF65-F5344CB8AC3E}">
        <p14:creationId xmlns:p14="http://schemas.microsoft.com/office/powerpoint/2010/main" val="373077510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Date Placeholder 3"/>
          <p:cNvSpPr>
            <a:spLocks noGrp="1"/>
          </p:cNvSpPr>
          <p:nvPr>
            <p:ph type="dt" idx="1"/>
          </p:nvPr>
        </p:nvSpPr>
        <p:spPr/>
        <p:txBody>
          <a:bodyPr/>
          <a:lstStyle/>
          <a:p>
            <a:fld id="{E71E478F-722C-4494-AF20-26B0F93CFF4C}" type="datetime1">
              <a:rPr lang="en-US"/>
              <a:t>7/5/2025</a:t>
            </a:fld>
            <a:endParaRPr lang="en-US"/>
          </a:p>
        </p:txBody>
      </p:sp>
    </p:spTree>
    <p:extLst>
      <p:ext uri="{BB962C8B-B14F-4D97-AF65-F5344CB8AC3E}">
        <p14:creationId xmlns:p14="http://schemas.microsoft.com/office/powerpoint/2010/main" val="335667135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endParaRPr lang="en-IL"/>
          </a:p>
        </p:txBody>
      </p:sp>
      <p:sp>
        <p:nvSpPr>
          <p:cNvPr id="4" name="Slide Number Placeholder 3"/>
          <p:cNvSpPr>
            <a:spLocks noGrp="1"/>
          </p:cNvSpPr>
          <p:nvPr>
            <p:ph type="sldNum" sz="quarter" idx="10"/>
          </p:nvPr>
        </p:nvSpPr>
        <p:spPr/>
        <p:txBody>
          <a:bodyPr/>
          <a:lstStyle/>
          <a:p>
            <a:fld id="{B4008EB6-D09E-4580-8CD6-DDB14511944F}" type="slidenum">
              <a:rPr lang="en-US"/>
              <a:pPr/>
              <a:t>55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3" name="Slide Image Placeholder 12">
            <a:extLst>
              <a:ext uri="{FF2B5EF4-FFF2-40B4-BE49-F238E27FC236}">
                <a16:creationId xmlns:a16="http://schemas.microsoft.com/office/drawing/2014/main" id="{4F029D2E-C6F0-43A8-B828-60279B978610}"/>
              </a:ext>
            </a:extLst>
          </p:cNvPr>
          <p:cNvSpPr>
            <a:spLocks noGrp="1" noRot="1" noChangeAspect="1"/>
          </p:cNvSpPr>
          <p:nvPr>
            <p:ph type="sldImg"/>
          </p:nvPr>
        </p:nvSpPr>
        <p:spPr>
          <a:xfrm>
            <a:off x="696913" y="857250"/>
            <a:ext cx="5486400" cy="3086100"/>
          </a:xfrm>
        </p:spPr>
      </p:sp>
    </p:spTree>
    <p:extLst>
      <p:ext uri="{BB962C8B-B14F-4D97-AF65-F5344CB8AC3E}">
        <p14:creationId xmlns:p14="http://schemas.microsoft.com/office/powerpoint/2010/main" val="2804542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bin"/><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bin"/><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bin"/><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bin"/><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bin"/><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hyperlink" Target="https://www.microsoft.com/en-us/legal/intellectualproperty/permissions/default.aspx" TargetMode="External"/><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3.bin"/><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hoto_Option">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9688A36C-BC63-4BAF-B681-46924F4FEF72}"/>
              </a:ext>
              <a:ext uri="{C183D7F6-B498-43B3-948B-1728B52AA6E4}">
                <adec:decorative xmlns:adec="http://schemas.microsoft.com/office/drawing/2017/decorative" val="1"/>
              </a:ext>
            </a:extLst>
          </p:cNvPr>
          <p:cNvSpPr>
            <a:spLocks noGrp="1"/>
          </p:cNvSpPr>
          <p:nvPr>
            <p:ph type="pic" sz="quarter" idx="15" hasCustomPrompt="1"/>
          </p:nvPr>
        </p:nvSpPr>
        <p:spPr>
          <a:xfrm>
            <a:off x="0" y="0"/>
            <a:ext cx="12192000" cy="6858000"/>
          </a:xfrm>
        </p:spPr>
        <p:txBody>
          <a:bodyPr/>
          <a:lstStyle>
            <a:lvl1pPr marL="0" indent="0">
              <a:buNone/>
              <a:defRPr/>
            </a:lvl1pPr>
          </a:lstStyle>
          <a:p>
            <a:r>
              <a:rPr lang="en-US" dirty="0"/>
              <a:t> </a:t>
            </a:r>
          </a:p>
        </p:txBody>
      </p:sp>
      <p:sp>
        <p:nvSpPr>
          <p:cNvPr id="10" name="Title 1">
            <a:extLst>
              <a:ext uri="{FF2B5EF4-FFF2-40B4-BE49-F238E27FC236}">
                <a16:creationId xmlns:a16="http://schemas.microsoft.com/office/drawing/2014/main" id="{6918950D-BA52-4C37-9FC7-9B2441DABC4D}"/>
              </a:ext>
            </a:extLst>
          </p:cNvPr>
          <p:cNvSpPr>
            <a:spLocks noGrp="1"/>
          </p:cNvSpPr>
          <p:nvPr>
            <p:ph type="title" hasCustomPrompt="1"/>
          </p:nvPr>
        </p:nvSpPr>
        <p:spPr>
          <a:xfrm>
            <a:off x="621451" y="4519136"/>
            <a:ext cx="10960949" cy="738664"/>
          </a:xfrm>
          <a:noFill/>
        </p:spPr>
        <p:txBody>
          <a:bodyPr wrap="square" lIns="0" tIns="0" rIns="0" bIns="182880" anchor="b" anchorCtr="0">
            <a:spAutoFit/>
          </a:bodyPr>
          <a:lstStyle>
            <a:lvl1pPr>
              <a:lnSpc>
                <a:spcPct val="100000"/>
              </a:lnSpc>
              <a:defRPr sz="3600" strike="noStrike" spc="-147" baseline="0">
                <a:solidFill>
                  <a:schemeClr val="bg2"/>
                </a:solidFill>
              </a:defRPr>
            </a:lvl1pPr>
          </a:lstStyle>
          <a:p>
            <a:r>
              <a:rPr lang="en-US" dirty="0"/>
              <a:t>Presentation Title</a:t>
            </a:r>
          </a:p>
        </p:txBody>
      </p:sp>
      <p:sp>
        <p:nvSpPr>
          <p:cNvPr id="11" name="Text Placeholder 4">
            <a:extLst>
              <a:ext uri="{FF2B5EF4-FFF2-40B4-BE49-F238E27FC236}">
                <a16:creationId xmlns:a16="http://schemas.microsoft.com/office/drawing/2014/main" id="{4B7969DA-51E9-4FB3-BFCC-63C88E80862C}"/>
              </a:ext>
            </a:extLst>
          </p:cNvPr>
          <p:cNvSpPr>
            <a:spLocks noGrp="1"/>
          </p:cNvSpPr>
          <p:nvPr>
            <p:ph type="body" sz="quarter" idx="12" hasCustomPrompt="1"/>
          </p:nvPr>
        </p:nvSpPr>
        <p:spPr>
          <a:xfrm>
            <a:off x="621759" y="5257800"/>
            <a:ext cx="10960641" cy="915892"/>
          </a:xfrm>
          <a:noFill/>
        </p:spPr>
        <p:txBody>
          <a:bodyPr lIns="0" tIns="0" rIns="0" bIns="0" anchor="t">
            <a:noAutofit/>
          </a:bodyPr>
          <a:lstStyle>
            <a:lvl1pPr marL="0" indent="0">
              <a:lnSpc>
                <a:spcPct val="100000"/>
              </a:lnSpc>
              <a:spcBef>
                <a:spcPts val="0"/>
              </a:spcBef>
              <a:buNone/>
              <a:defRPr sz="2200" spc="0" baseline="0">
                <a:solidFill>
                  <a:schemeClr val="bg2"/>
                </a:solidFill>
                <a:latin typeface="+mn-lt"/>
              </a:defRPr>
            </a:lvl1pPr>
          </a:lstStyle>
          <a:p>
            <a:pPr lvl="0"/>
            <a:r>
              <a:rPr lang="en-US" dirty="0"/>
              <a:t>Presenter Name</a:t>
            </a:r>
          </a:p>
        </p:txBody>
      </p:sp>
      <p:sp>
        <p:nvSpPr>
          <p:cNvPr id="3" name="Picture Placeholder 2" descr="Logo">
            <a:extLst>
              <a:ext uri="{FF2B5EF4-FFF2-40B4-BE49-F238E27FC236}">
                <a16:creationId xmlns:a16="http://schemas.microsoft.com/office/drawing/2014/main" id="{E6B00F91-76AF-4D03-A6BF-A8C5D64009A9}"/>
              </a:ext>
              <a:ext uri="{C183D7F6-B498-43B3-948B-1728B52AA6E4}">
                <adec:decorative xmlns:adec="http://schemas.microsoft.com/office/drawing/2017/decorative" val="0"/>
              </a:ext>
            </a:extLst>
          </p:cNvPr>
          <p:cNvSpPr>
            <a:spLocks noGrp="1"/>
          </p:cNvSpPr>
          <p:nvPr>
            <p:ph type="pic" sz="quarter" idx="14" hasCustomPrompt="1"/>
          </p:nvPr>
        </p:nvSpPr>
        <p:spPr>
          <a:xfrm>
            <a:off x="304809" y="304800"/>
            <a:ext cx="2062163" cy="924737"/>
          </a:xfrm>
          <a:noFill/>
        </p:spPr>
        <p:txBody>
          <a:bodyPr anchor="ctr"/>
          <a:lstStyle>
            <a:lvl1pPr marL="0" indent="0" algn="ctr">
              <a:buNone/>
              <a:defRPr>
                <a:solidFill>
                  <a:schemeClr val="bg1">
                    <a:lumMod val="50000"/>
                  </a:schemeClr>
                </a:solidFill>
              </a:defRPr>
            </a:lvl1pPr>
          </a:lstStyle>
          <a:p>
            <a:r>
              <a:rPr lang="en-US" dirty="0"/>
              <a:t> Select Logo</a:t>
            </a:r>
          </a:p>
        </p:txBody>
      </p:sp>
    </p:spTree>
    <p:extLst>
      <p:ext uri="{BB962C8B-B14F-4D97-AF65-F5344CB8AC3E}">
        <p14:creationId xmlns:p14="http://schemas.microsoft.com/office/powerpoint/2010/main" val="387755587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Photo_Option 2">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B21D95A3-707B-494A-8F6A-B2065D3E09E2}"/>
              </a:ext>
              <a:ext uri="{C183D7F6-B498-43B3-948B-1728B52AA6E4}">
                <adec:decorative xmlns:adec="http://schemas.microsoft.com/office/drawing/2017/decorative" val="1"/>
              </a:ext>
            </a:extLst>
          </p:cNvPr>
          <p:cNvSpPr>
            <a:spLocks noGrp="1"/>
          </p:cNvSpPr>
          <p:nvPr>
            <p:ph type="pic" sz="quarter" idx="15" hasCustomPrompt="1"/>
          </p:nvPr>
        </p:nvSpPr>
        <p:spPr>
          <a:xfrm>
            <a:off x="0" y="0"/>
            <a:ext cx="12192000" cy="6858000"/>
          </a:xfrm>
        </p:spPr>
        <p:txBody>
          <a:bodyPr/>
          <a:lstStyle>
            <a:lvl1pPr marL="0" indent="0">
              <a:buNone/>
              <a:defRPr/>
            </a:lvl1pPr>
          </a:lstStyle>
          <a:p>
            <a:r>
              <a:rPr lang="en-US" dirty="0"/>
              <a:t> </a:t>
            </a:r>
          </a:p>
        </p:txBody>
      </p:sp>
      <p:sp>
        <p:nvSpPr>
          <p:cNvPr id="4" name="Title 1">
            <a:extLst>
              <a:ext uri="{FF2B5EF4-FFF2-40B4-BE49-F238E27FC236}">
                <a16:creationId xmlns:a16="http://schemas.microsoft.com/office/drawing/2014/main" id="{0442A5CB-2756-47D2-94A4-25B9E27E02AB}"/>
              </a:ext>
            </a:extLst>
          </p:cNvPr>
          <p:cNvSpPr>
            <a:spLocks noGrp="1"/>
          </p:cNvSpPr>
          <p:nvPr>
            <p:ph type="title" hasCustomPrompt="1"/>
          </p:nvPr>
        </p:nvSpPr>
        <p:spPr>
          <a:xfrm>
            <a:off x="621452" y="4519136"/>
            <a:ext cx="10960948" cy="738664"/>
          </a:xfrm>
          <a:noFill/>
        </p:spPr>
        <p:txBody>
          <a:bodyPr wrap="square" lIns="0" tIns="0" rIns="0" bIns="182880" anchor="b" anchorCtr="0">
            <a:noAutofit/>
          </a:bodyPr>
          <a:lstStyle>
            <a:lvl1pPr>
              <a:lnSpc>
                <a:spcPct val="100000"/>
              </a:lnSpc>
              <a:defRPr sz="3600" strike="noStrike" spc="-147" baseline="0">
                <a:solidFill>
                  <a:schemeClr val="bg2"/>
                </a:solidFill>
              </a:defRPr>
            </a:lvl1pPr>
          </a:lstStyle>
          <a:p>
            <a:r>
              <a:rPr lang="en-US" dirty="0"/>
              <a:t>Presentation Title</a:t>
            </a:r>
          </a:p>
        </p:txBody>
      </p:sp>
      <p:sp>
        <p:nvSpPr>
          <p:cNvPr id="5" name="Text Placeholder 4">
            <a:extLst>
              <a:ext uri="{FF2B5EF4-FFF2-40B4-BE49-F238E27FC236}">
                <a16:creationId xmlns:a16="http://schemas.microsoft.com/office/drawing/2014/main" id="{1FA97999-5655-43B5-8C83-B51E643EF449}"/>
              </a:ext>
            </a:extLst>
          </p:cNvPr>
          <p:cNvSpPr>
            <a:spLocks noGrp="1"/>
          </p:cNvSpPr>
          <p:nvPr>
            <p:ph type="body" sz="quarter" idx="12" hasCustomPrompt="1"/>
          </p:nvPr>
        </p:nvSpPr>
        <p:spPr>
          <a:xfrm>
            <a:off x="621759" y="5257800"/>
            <a:ext cx="10960641" cy="915892"/>
          </a:xfrm>
          <a:noFill/>
        </p:spPr>
        <p:txBody>
          <a:bodyPr lIns="0" tIns="0" rIns="0" bIns="0" anchor="t">
            <a:noAutofit/>
          </a:bodyPr>
          <a:lstStyle>
            <a:lvl1pPr marL="0" indent="0">
              <a:lnSpc>
                <a:spcPct val="100000"/>
              </a:lnSpc>
              <a:spcBef>
                <a:spcPts val="0"/>
              </a:spcBef>
              <a:buNone/>
              <a:defRPr sz="2200" spc="0" baseline="0">
                <a:solidFill>
                  <a:schemeClr val="bg2"/>
                </a:solidFill>
                <a:latin typeface="+mn-lt"/>
              </a:defRPr>
            </a:lvl1pPr>
          </a:lstStyle>
          <a:p>
            <a:pPr lvl="0"/>
            <a:r>
              <a:rPr lang="en-US" dirty="0"/>
              <a:t>Presenter Name</a:t>
            </a:r>
          </a:p>
        </p:txBody>
      </p:sp>
    </p:spTree>
    <p:extLst>
      <p:ext uri="{BB962C8B-B14F-4D97-AF65-F5344CB8AC3E}">
        <p14:creationId xmlns:p14="http://schemas.microsoft.com/office/powerpoint/2010/main" val="3371849812"/>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Square Photo">
    <p:bg>
      <p:bgPr>
        <a:solidFill>
          <a:schemeClr val="bg1"/>
        </a:solidFill>
        <a:effectLst/>
      </p:bgPr>
    </p:bg>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FB5FE381-099C-4376-B457-AA59D20F15BF}"/>
              </a:ext>
            </a:extLst>
          </p:cNvPr>
          <p:cNvSpPr>
            <a:spLocks noGrp="1"/>
          </p:cNvSpPr>
          <p:nvPr>
            <p:ph type="ctrTitle"/>
          </p:nvPr>
        </p:nvSpPr>
        <p:spPr>
          <a:xfrm>
            <a:off x="655637" y="2487168"/>
            <a:ext cx="4352925" cy="1097280"/>
          </a:xfrm>
        </p:spPr>
        <p:txBody>
          <a:bodyPr bIns="45720" anchor="b">
            <a:noAutofit/>
          </a:bodyPr>
          <a:lstStyle>
            <a:lvl1pPr algn="l">
              <a:defRPr sz="3600">
                <a:solidFill>
                  <a:schemeClr val="tx1"/>
                </a:solidFill>
              </a:defRPr>
            </a:lvl1pPr>
          </a:lstStyle>
          <a:p>
            <a:r>
              <a:rPr lang="en-US" noProof="0"/>
              <a:t>Click to edit Master title style</a:t>
            </a:r>
            <a:endParaRPr lang="en-US" noProof="0" dirty="0"/>
          </a:p>
        </p:txBody>
      </p:sp>
      <p:sp>
        <p:nvSpPr>
          <p:cNvPr id="10" name="2 Subtitle">
            <a:extLst>
              <a:ext uri="{FF2B5EF4-FFF2-40B4-BE49-F238E27FC236}">
                <a16:creationId xmlns:a16="http://schemas.microsoft.com/office/drawing/2014/main" id="{D55E7899-E90B-4B88-95E2-00E3DAC8A7A7}"/>
              </a:ext>
            </a:extLst>
          </p:cNvPr>
          <p:cNvSpPr>
            <a:spLocks noGrp="1"/>
          </p:cNvSpPr>
          <p:nvPr>
            <p:ph type="subTitle" idx="1"/>
          </p:nvPr>
        </p:nvSpPr>
        <p:spPr>
          <a:xfrm>
            <a:off x="655638" y="3895090"/>
            <a:ext cx="4352924" cy="311150"/>
          </a:xfrm>
          <a:prstGeom prst="rect">
            <a:avLst/>
          </a:prstGeom>
        </p:spPr>
        <p:txBody>
          <a:bodyPr/>
          <a:lstStyle>
            <a:lvl1pPr marL="0" indent="0" algn="l" defTabSz="932688">
              <a:lnSpc>
                <a:spcPct val="100000"/>
              </a:lnSpc>
              <a:spcBef>
                <a:spcPts val="672"/>
              </a:spcBef>
              <a:buFontTx/>
              <a:buNone/>
              <a:defRPr sz="2200" baseline="0">
                <a:solidFill>
                  <a:schemeClr val="tx1"/>
                </a:solidFill>
              </a:defRPr>
            </a:lvl1pPr>
            <a:lvl2pPr marL="0" indent="0" algn="l" defTabSz="932688">
              <a:lnSpc>
                <a:spcPct val="100000"/>
              </a:lnSpc>
              <a:spcBef>
                <a:spcPts val="672"/>
              </a:spcBef>
              <a:buFontTx/>
              <a:buNone/>
              <a:defRPr sz="2200" baseline="0">
                <a:solidFill>
                  <a:schemeClr val="tx1"/>
                </a:solidFill>
              </a:defRPr>
            </a:lvl2pPr>
            <a:lvl3pPr marL="0" indent="0" algn="l" defTabSz="932688">
              <a:lnSpc>
                <a:spcPct val="100000"/>
              </a:lnSpc>
              <a:spcBef>
                <a:spcPts val="672"/>
              </a:spcBef>
              <a:buFontTx/>
              <a:buNone/>
              <a:defRPr sz="2200" baseline="0">
                <a:solidFill>
                  <a:schemeClr val="tx1"/>
                </a:solidFill>
              </a:defRPr>
            </a:lvl3pPr>
            <a:lvl4pPr marL="0" indent="0" algn="l" defTabSz="932688">
              <a:lnSpc>
                <a:spcPct val="100000"/>
              </a:lnSpc>
              <a:spcBef>
                <a:spcPts val="672"/>
              </a:spcBef>
              <a:buFontTx/>
              <a:buNone/>
              <a:defRPr sz="2200" baseline="0">
                <a:solidFill>
                  <a:schemeClr val="tx1"/>
                </a:solidFill>
              </a:defRPr>
            </a:lvl4pPr>
            <a:lvl5pPr marL="0" indent="0" algn="l">
              <a:lnSpc>
                <a:spcPct val="110000"/>
              </a:lnSpc>
              <a:buNone/>
              <a:defRPr sz="2200" baseline="0">
                <a:solidFill>
                  <a:schemeClr val="tx1"/>
                </a:solidFill>
              </a:defRPr>
            </a:lvl5pPr>
            <a:lvl6pPr marL="0" indent="0" algn="l" defTabSz="932688">
              <a:lnSpc>
                <a:spcPct val="100000"/>
              </a:lnSpc>
              <a:spcBef>
                <a:spcPts val="672"/>
              </a:spcBef>
              <a:buFontTx/>
              <a:buNone/>
              <a:defRPr sz="2200" baseline="0">
                <a:solidFill>
                  <a:schemeClr val="tx1"/>
                </a:solidFill>
              </a:defRPr>
            </a:lvl6pPr>
            <a:lvl7pPr marL="0" indent="0" algn="l" defTabSz="932688">
              <a:lnSpc>
                <a:spcPct val="100000"/>
              </a:lnSpc>
              <a:spcBef>
                <a:spcPts val="672"/>
              </a:spcBef>
              <a:buFontTx/>
              <a:buNone/>
              <a:defRPr sz="2200" baseline="0">
                <a:solidFill>
                  <a:schemeClr val="tx1"/>
                </a:solidFill>
              </a:defRPr>
            </a:lvl7pPr>
            <a:lvl8pPr marL="0" indent="0" algn="l" defTabSz="932688">
              <a:lnSpc>
                <a:spcPct val="100000"/>
              </a:lnSpc>
              <a:spcBef>
                <a:spcPts val="672"/>
              </a:spcBef>
              <a:buFontTx/>
              <a:buNone/>
              <a:defRPr sz="2200" baseline="0">
                <a:solidFill>
                  <a:schemeClr val="tx1"/>
                </a:solidFill>
              </a:defRPr>
            </a:lvl8pPr>
            <a:lvl9pPr marL="0" indent="0" algn="l" defTabSz="932688">
              <a:lnSpc>
                <a:spcPct val="100000"/>
              </a:lnSpc>
              <a:spcBef>
                <a:spcPts val="672"/>
              </a:spcBef>
              <a:buFontTx/>
              <a:buNone/>
              <a:defRPr sz="2200" baseline="0">
                <a:solidFill>
                  <a:schemeClr val="tx1"/>
                </a:solidFill>
              </a:defRPr>
            </a:lvl9pPr>
          </a:lstStyle>
          <a:p>
            <a:r>
              <a:rPr lang="en-US" noProof="0"/>
              <a:t>Click to edit Master subtitle style</a:t>
            </a:r>
            <a:endParaRPr lang="en-US" noProof="0" dirty="0"/>
          </a:p>
        </p:txBody>
      </p:sp>
      <p:sp>
        <p:nvSpPr>
          <p:cNvPr id="13" name="Picture Placeholder 8">
            <a:extLst>
              <a:ext uri="{FF2B5EF4-FFF2-40B4-BE49-F238E27FC236}">
                <a16:creationId xmlns:a16="http://schemas.microsoft.com/office/drawing/2014/main" id="{182FB499-89AE-4177-A821-127E0BD7F722}"/>
              </a:ext>
            </a:extLst>
          </p:cNvPr>
          <p:cNvSpPr>
            <a:spLocks noGrp="1"/>
          </p:cNvSpPr>
          <p:nvPr>
            <p:ph type="pic" sz="quarter" idx="17" hasCustomPrompt="1"/>
          </p:nvPr>
        </p:nvSpPr>
        <p:spPr>
          <a:xfrm>
            <a:off x="5333682" y="3524"/>
            <a:ext cx="6858000" cy="6858000"/>
          </a:xfrm>
          <a:noFill/>
        </p:spPr>
        <p:txBody>
          <a:bodyPr tIns="1828800" anchor="t"/>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pic>
        <p:nvPicPr>
          <p:cNvPr id="7" name="Picture 6" descr="Microsoft Logo">
            <a:extLst>
              <a:ext uri="{FF2B5EF4-FFF2-40B4-BE49-F238E27FC236}">
                <a16:creationId xmlns:a16="http://schemas.microsoft.com/office/drawing/2014/main" id="{47E9D3B8-4995-4497-883C-57B842669D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9" y="304800"/>
            <a:ext cx="2063191" cy="924737"/>
          </a:xfrm>
          <a:prstGeom prst="rect">
            <a:avLst/>
          </a:prstGeom>
        </p:spPr>
      </p:pic>
    </p:spTree>
    <p:extLst>
      <p:ext uri="{BB962C8B-B14F-4D97-AF65-F5344CB8AC3E}">
        <p14:creationId xmlns:p14="http://schemas.microsoft.com/office/powerpoint/2010/main" val="2766924124"/>
      </p:ext>
    </p:extLst>
  </p:cSld>
  <p:clrMapOvr>
    <a:masterClrMapping/>
  </p:clrMapOvr>
  <p:hf sldNum="0" hdr="0" ftr="0" dt="0"/>
  <p:extLst>
    <p:ext uri="{DCECCB84-F9BA-43D5-87BE-67443E8EF086}">
      <p15:sldGuideLst xmlns:p15="http://schemas.microsoft.com/office/powerpoint/2012/main">
        <p15:guide id="9" orient="horz" pos="2160">
          <p15:clr>
            <a:srgbClr val="547EBF"/>
          </p15:clr>
        </p15:guide>
        <p15:guide id="10" orient="horz" pos="1572">
          <p15:clr>
            <a:srgbClr val="547EBF"/>
          </p15:clr>
        </p15:guide>
        <p15:guide id="11" orient="horz" pos="2258">
          <p15:clr>
            <a:srgbClr val="547EBF"/>
          </p15:clr>
        </p15:guide>
        <p15:guide id="12" orient="horz" pos="2454">
          <p15:clr>
            <a:srgbClr val="547EBF"/>
          </p15:clr>
        </p15:guide>
        <p15:guide id="13" orient="horz" pos="2650">
          <p15:clr>
            <a:srgbClr val="547EBF"/>
          </p15:clr>
        </p15:guide>
        <p15:guide id="14" pos="3155">
          <p15:clr>
            <a:srgbClr val="547EBF"/>
          </p15:clr>
        </p15:guide>
        <p15:guide id="15" pos="413">
          <p15:clr>
            <a:srgbClr val="547EBF"/>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Slide Square Photo 1">
    <p:bg>
      <p:bgPr>
        <a:solidFill>
          <a:srgbClr val="E6E6E6"/>
        </a:solidFill>
        <a:effectLst/>
      </p:bgPr>
    </p:bg>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FB5FE381-099C-4376-B457-AA59D20F15BF}"/>
              </a:ext>
            </a:extLst>
          </p:cNvPr>
          <p:cNvSpPr>
            <a:spLocks noGrp="1"/>
          </p:cNvSpPr>
          <p:nvPr>
            <p:ph type="ctrTitle"/>
          </p:nvPr>
        </p:nvSpPr>
        <p:spPr>
          <a:xfrm>
            <a:off x="655638" y="2487168"/>
            <a:ext cx="4352925" cy="1097280"/>
          </a:xfrm>
          <a:noFill/>
        </p:spPr>
        <p:txBody>
          <a:bodyPr bIns="45720" anchor="b">
            <a:noAutofit/>
          </a:bodyPr>
          <a:lstStyle>
            <a:lvl1pPr algn="l">
              <a:defRPr sz="3600">
                <a:solidFill>
                  <a:srgbClr val="000000"/>
                </a:solidFill>
              </a:defRPr>
            </a:lvl1pPr>
          </a:lstStyle>
          <a:p>
            <a:r>
              <a:rPr lang="en-US" noProof="0"/>
              <a:t>Click to edit Master title style</a:t>
            </a:r>
            <a:endParaRPr lang="en-US" noProof="0" dirty="0"/>
          </a:p>
        </p:txBody>
      </p:sp>
      <p:sp>
        <p:nvSpPr>
          <p:cNvPr id="3" name="2 Subtitle">
            <a:extLst>
              <a:ext uri="{FF2B5EF4-FFF2-40B4-BE49-F238E27FC236}">
                <a16:creationId xmlns:a16="http://schemas.microsoft.com/office/drawing/2014/main" id="{24B82284-0B36-4B6A-8B07-D375444A511C}"/>
              </a:ext>
            </a:extLst>
          </p:cNvPr>
          <p:cNvSpPr>
            <a:spLocks noGrp="1"/>
          </p:cNvSpPr>
          <p:nvPr>
            <p:ph type="subTitle" idx="1"/>
          </p:nvPr>
        </p:nvSpPr>
        <p:spPr>
          <a:xfrm>
            <a:off x="655638" y="3895090"/>
            <a:ext cx="4352924" cy="311150"/>
          </a:xfrm>
          <a:prstGeom prst="rect">
            <a:avLst/>
          </a:prstGeom>
        </p:spPr>
        <p:txBody>
          <a:bodyPr/>
          <a:lstStyle>
            <a:lvl1pPr marL="0" indent="0" algn="l" defTabSz="932688">
              <a:lnSpc>
                <a:spcPct val="100000"/>
              </a:lnSpc>
              <a:spcBef>
                <a:spcPts val="672"/>
              </a:spcBef>
              <a:buFontTx/>
              <a:buNone/>
              <a:defRPr sz="2200" baseline="0">
                <a:solidFill>
                  <a:srgbClr val="000000"/>
                </a:solidFill>
              </a:defRPr>
            </a:lvl1pPr>
            <a:lvl2pPr marL="0" indent="0" algn="l" defTabSz="932688">
              <a:lnSpc>
                <a:spcPct val="100000"/>
              </a:lnSpc>
              <a:spcBef>
                <a:spcPts val="672"/>
              </a:spcBef>
              <a:buFontTx/>
              <a:buNone/>
              <a:defRPr sz="2200" baseline="0">
                <a:solidFill>
                  <a:schemeClr val="bg1"/>
                </a:solidFill>
              </a:defRPr>
            </a:lvl2pPr>
            <a:lvl3pPr marL="0" indent="0" algn="l" defTabSz="932688">
              <a:lnSpc>
                <a:spcPct val="100000"/>
              </a:lnSpc>
              <a:spcBef>
                <a:spcPts val="672"/>
              </a:spcBef>
              <a:buFontTx/>
              <a:buNone/>
              <a:defRPr sz="2200" baseline="0">
                <a:solidFill>
                  <a:schemeClr val="bg1"/>
                </a:solidFill>
              </a:defRPr>
            </a:lvl3pPr>
            <a:lvl4pPr marL="0" indent="0" algn="l" defTabSz="932688">
              <a:lnSpc>
                <a:spcPct val="100000"/>
              </a:lnSpc>
              <a:spcBef>
                <a:spcPts val="672"/>
              </a:spcBef>
              <a:buFontTx/>
              <a:buNone/>
              <a:defRPr sz="2200" baseline="0">
                <a:solidFill>
                  <a:schemeClr val="bg1"/>
                </a:solidFill>
              </a:defRPr>
            </a:lvl4pPr>
            <a:lvl5pPr marL="0" indent="0" algn="l">
              <a:lnSpc>
                <a:spcPct val="110000"/>
              </a:lnSpc>
              <a:buNone/>
              <a:defRPr sz="2200" baseline="0">
                <a:solidFill>
                  <a:schemeClr val="bg1"/>
                </a:solidFill>
              </a:defRPr>
            </a:lvl5pPr>
            <a:lvl6pPr marL="0" indent="0" algn="l" defTabSz="932688">
              <a:lnSpc>
                <a:spcPct val="100000"/>
              </a:lnSpc>
              <a:spcBef>
                <a:spcPts val="672"/>
              </a:spcBef>
              <a:buFontTx/>
              <a:buNone/>
              <a:defRPr sz="2200" baseline="0">
                <a:solidFill>
                  <a:schemeClr val="bg1"/>
                </a:solidFill>
              </a:defRPr>
            </a:lvl6pPr>
            <a:lvl7pPr marL="0" indent="0" algn="l" defTabSz="932688">
              <a:lnSpc>
                <a:spcPct val="100000"/>
              </a:lnSpc>
              <a:spcBef>
                <a:spcPts val="672"/>
              </a:spcBef>
              <a:buFontTx/>
              <a:buNone/>
              <a:defRPr sz="2200" baseline="0">
                <a:solidFill>
                  <a:schemeClr val="bg1"/>
                </a:solidFill>
              </a:defRPr>
            </a:lvl7pPr>
            <a:lvl8pPr marL="0" indent="0" algn="l" defTabSz="932688">
              <a:lnSpc>
                <a:spcPct val="100000"/>
              </a:lnSpc>
              <a:spcBef>
                <a:spcPts val="672"/>
              </a:spcBef>
              <a:buFontTx/>
              <a:buNone/>
              <a:defRPr sz="2200" baseline="0">
                <a:solidFill>
                  <a:schemeClr val="bg1"/>
                </a:solidFill>
              </a:defRPr>
            </a:lvl8pPr>
            <a:lvl9pPr marL="0" indent="0" algn="l" defTabSz="932688">
              <a:lnSpc>
                <a:spcPct val="100000"/>
              </a:lnSpc>
              <a:spcBef>
                <a:spcPts val="672"/>
              </a:spcBef>
              <a:buFontTx/>
              <a:buNone/>
              <a:defRPr sz="2200" baseline="0">
                <a:solidFill>
                  <a:schemeClr val="bg1"/>
                </a:solidFill>
              </a:defRPr>
            </a:lvl9pPr>
          </a:lstStyle>
          <a:p>
            <a:r>
              <a:rPr lang="en-US" noProof="0"/>
              <a:t>Click to edit Master subtitle style</a:t>
            </a:r>
            <a:endParaRPr lang="en-US" noProof="0" dirty="0"/>
          </a:p>
        </p:txBody>
      </p:sp>
      <p:sp>
        <p:nvSpPr>
          <p:cNvPr id="12" name="Picture Placeholder 8">
            <a:extLst>
              <a:ext uri="{FF2B5EF4-FFF2-40B4-BE49-F238E27FC236}">
                <a16:creationId xmlns:a16="http://schemas.microsoft.com/office/drawing/2014/main" id="{B932132E-B617-4844-ABE7-BFFF16E12CCA}"/>
              </a:ext>
            </a:extLst>
          </p:cNvPr>
          <p:cNvSpPr>
            <a:spLocks noGrp="1"/>
          </p:cNvSpPr>
          <p:nvPr>
            <p:ph type="pic" sz="quarter" idx="17" hasCustomPrompt="1"/>
          </p:nvPr>
        </p:nvSpPr>
        <p:spPr>
          <a:xfrm>
            <a:off x="5333682" y="3524"/>
            <a:ext cx="6858000" cy="6858000"/>
          </a:xfrm>
          <a:solidFill>
            <a:schemeClr val="bg1"/>
          </a:solidFill>
        </p:spPr>
        <p:txBody>
          <a:bodyPr tIns="1828800" anchor="t"/>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pic>
        <p:nvPicPr>
          <p:cNvPr id="8" name="Picture 7">
            <a:extLst>
              <a:ext uri="{FF2B5EF4-FFF2-40B4-BE49-F238E27FC236}">
                <a16:creationId xmlns:a16="http://schemas.microsoft.com/office/drawing/2014/main" id="{7E765150-9B8A-4E90-9E2E-0FE3601E6171}"/>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07096" y="304800"/>
            <a:ext cx="2058616" cy="924737"/>
          </a:xfrm>
          <a:prstGeom prst="rect">
            <a:avLst/>
          </a:prstGeom>
        </p:spPr>
      </p:pic>
    </p:spTree>
    <p:extLst>
      <p:ext uri="{BB962C8B-B14F-4D97-AF65-F5344CB8AC3E}">
        <p14:creationId xmlns:p14="http://schemas.microsoft.com/office/powerpoint/2010/main" val="586015782"/>
      </p:ext>
    </p:extLst>
  </p:cSld>
  <p:clrMapOvr>
    <a:masterClrMapping/>
  </p:clrMapOvr>
  <p:hf sldNum="0" hdr="0" ftr="0" dt="0"/>
  <p:extLst>
    <p:ext uri="{DCECCB84-F9BA-43D5-87BE-67443E8EF086}">
      <p15:sldGuideLst xmlns:p15="http://schemas.microsoft.com/office/powerpoint/2012/main">
        <p15:guide id="8" orient="horz" pos="2160">
          <p15:clr>
            <a:srgbClr val="FFFFFF"/>
          </p15:clr>
        </p15:guide>
        <p15:guide id="9" pos="413">
          <p15:clr>
            <a:srgbClr val="FFFFFF"/>
          </p15:clr>
        </p15:guide>
        <p15:guide id="10" pos="3155">
          <p15:clr>
            <a:srgbClr val="FFFFFF"/>
          </p15:clr>
        </p15:guide>
        <p15:guide id="11" orient="horz" pos="1572">
          <p15:clr>
            <a:srgbClr val="FFFFFF"/>
          </p15:clr>
        </p15:guide>
        <p15:guide id="12" orient="horz" pos="2258">
          <p15:clr>
            <a:srgbClr val="FFFFFF"/>
          </p15:clr>
        </p15:guide>
        <p15:guide id="13" orient="horz" pos="2454">
          <p15:clr>
            <a:srgbClr val="FFFFFF"/>
          </p15:clr>
        </p15:guide>
        <p15:guide id="14" orient="horz" pos="2650">
          <p15:clr>
            <a:srgbClr val="FFFFFF"/>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Slide Square Photo 2">
    <p:bg>
      <p:bgPr>
        <a:solidFill>
          <a:schemeClr val="bg1"/>
        </a:solidFill>
        <a:effectLst/>
      </p:bgPr>
    </p:bg>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FB5FE381-099C-4376-B457-AA59D20F15BF}"/>
              </a:ext>
            </a:extLst>
          </p:cNvPr>
          <p:cNvSpPr>
            <a:spLocks noGrp="1"/>
          </p:cNvSpPr>
          <p:nvPr>
            <p:ph type="ctrTitle"/>
          </p:nvPr>
        </p:nvSpPr>
        <p:spPr>
          <a:xfrm>
            <a:off x="655637" y="2487168"/>
            <a:ext cx="4352925" cy="1097280"/>
          </a:xfrm>
        </p:spPr>
        <p:txBody>
          <a:bodyPr bIns="45720" anchor="b">
            <a:noAutofit/>
          </a:bodyPr>
          <a:lstStyle>
            <a:lvl1pPr algn="l">
              <a:defRPr sz="3600">
                <a:solidFill>
                  <a:schemeClr val="tx1"/>
                </a:solidFill>
              </a:defRPr>
            </a:lvl1pPr>
          </a:lstStyle>
          <a:p>
            <a:r>
              <a:rPr lang="en-US" noProof="0"/>
              <a:t>Click to edit Master title style</a:t>
            </a:r>
            <a:endParaRPr lang="en-US" noProof="0" dirty="0"/>
          </a:p>
        </p:txBody>
      </p:sp>
      <p:sp>
        <p:nvSpPr>
          <p:cNvPr id="10" name="2 Subtitle">
            <a:extLst>
              <a:ext uri="{FF2B5EF4-FFF2-40B4-BE49-F238E27FC236}">
                <a16:creationId xmlns:a16="http://schemas.microsoft.com/office/drawing/2014/main" id="{D55E7899-E90B-4B88-95E2-00E3DAC8A7A7}"/>
              </a:ext>
            </a:extLst>
          </p:cNvPr>
          <p:cNvSpPr>
            <a:spLocks noGrp="1"/>
          </p:cNvSpPr>
          <p:nvPr>
            <p:ph type="subTitle" idx="1"/>
          </p:nvPr>
        </p:nvSpPr>
        <p:spPr>
          <a:xfrm>
            <a:off x="655638" y="3895090"/>
            <a:ext cx="4352924" cy="311150"/>
          </a:xfrm>
          <a:prstGeom prst="rect">
            <a:avLst/>
          </a:prstGeom>
        </p:spPr>
        <p:txBody>
          <a:bodyPr/>
          <a:lstStyle>
            <a:lvl1pPr marL="0" indent="0" algn="l" defTabSz="932688">
              <a:lnSpc>
                <a:spcPct val="100000"/>
              </a:lnSpc>
              <a:spcBef>
                <a:spcPts val="672"/>
              </a:spcBef>
              <a:buFontTx/>
              <a:buNone/>
              <a:defRPr sz="2200" baseline="0">
                <a:solidFill>
                  <a:schemeClr val="tx1"/>
                </a:solidFill>
              </a:defRPr>
            </a:lvl1pPr>
            <a:lvl2pPr marL="0" indent="0" algn="l" defTabSz="932688">
              <a:lnSpc>
                <a:spcPct val="100000"/>
              </a:lnSpc>
              <a:spcBef>
                <a:spcPts val="672"/>
              </a:spcBef>
              <a:buFontTx/>
              <a:buNone/>
              <a:defRPr sz="2200" baseline="0">
                <a:solidFill>
                  <a:schemeClr val="tx1"/>
                </a:solidFill>
              </a:defRPr>
            </a:lvl2pPr>
            <a:lvl3pPr marL="0" indent="0" algn="l" defTabSz="932688">
              <a:lnSpc>
                <a:spcPct val="100000"/>
              </a:lnSpc>
              <a:spcBef>
                <a:spcPts val="672"/>
              </a:spcBef>
              <a:buFontTx/>
              <a:buNone/>
              <a:defRPr sz="2200" baseline="0">
                <a:solidFill>
                  <a:schemeClr val="tx1"/>
                </a:solidFill>
              </a:defRPr>
            </a:lvl3pPr>
            <a:lvl4pPr marL="0" indent="0" algn="l" defTabSz="932688">
              <a:lnSpc>
                <a:spcPct val="100000"/>
              </a:lnSpc>
              <a:spcBef>
                <a:spcPts val="672"/>
              </a:spcBef>
              <a:buFontTx/>
              <a:buNone/>
              <a:defRPr sz="2200" baseline="0">
                <a:solidFill>
                  <a:schemeClr val="tx1"/>
                </a:solidFill>
              </a:defRPr>
            </a:lvl4pPr>
            <a:lvl5pPr marL="0" indent="0" algn="l">
              <a:lnSpc>
                <a:spcPct val="110000"/>
              </a:lnSpc>
              <a:buNone/>
              <a:defRPr sz="2200" baseline="0">
                <a:solidFill>
                  <a:schemeClr val="tx1"/>
                </a:solidFill>
              </a:defRPr>
            </a:lvl5pPr>
            <a:lvl6pPr marL="0" indent="0" algn="l" defTabSz="932688">
              <a:lnSpc>
                <a:spcPct val="100000"/>
              </a:lnSpc>
              <a:spcBef>
                <a:spcPts val="672"/>
              </a:spcBef>
              <a:buFontTx/>
              <a:buNone/>
              <a:defRPr sz="2200" baseline="0">
                <a:solidFill>
                  <a:schemeClr val="tx1"/>
                </a:solidFill>
              </a:defRPr>
            </a:lvl6pPr>
            <a:lvl7pPr marL="0" indent="0" algn="l" defTabSz="932688">
              <a:lnSpc>
                <a:spcPct val="100000"/>
              </a:lnSpc>
              <a:spcBef>
                <a:spcPts val="672"/>
              </a:spcBef>
              <a:buFontTx/>
              <a:buNone/>
              <a:defRPr sz="2200" baseline="0">
                <a:solidFill>
                  <a:schemeClr val="tx1"/>
                </a:solidFill>
              </a:defRPr>
            </a:lvl7pPr>
            <a:lvl8pPr marL="0" indent="0" algn="l" defTabSz="932688">
              <a:lnSpc>
                <a:spcPct val="100000"/>
              </a:lnSpc>
              <a:spcBef>
                <a:spcPts val="672"/>
              </a:spcBef>
              <a:buFontTx/>
              <a:buNone/>
              <a:defRPr sz="2200" baseline="0">
                <a:solidFill>
                  <a:schemeClr val="tx1"/>
                </a:solidFill>
              </a:defRPr>
            </a:lvl8pPr>
            <a:lvl9pPr marL="0" indent="0" algn="l" defTabSz="932688">
              <a:lnSpc>
                <a:spcPct val="100000"/>
              </a:lnSpc>
              <a:spcBef>
                <a:spcPts val="672"/>
              </a:spcBef>
              <a:buFontTx/>
              <a:buNone/>
              <a:defRPr sz="2200" baseline="0">
                <a:solidFill>
                  <a:schemeClr val="tx1"/>
                </a:solidFill>
              </a:defRPr>
            </a:lvl9pPr>
          </a:lstStyle>
          <a:p>
            <a:r>
              <a:rPr lang="en-US" noProof="0"/>
              <a:t>Click to edit Master subtitle style</a:t>
            </a:r>
            <a:endParaRPr lang="en-US" noProof="0" dirty="0"/>
          </a:p>
        </p:txBody>
      </p:sp>
      <p:pic>
        <p:nvPicPr>
          <p:cNvPr id="9" name="Picture 8" descr="Microsoft Logo">
            <a:extLst>
              <a:ext uri="{FF2B5EF4-FFF2-40B4-BE49-F238E27FC236}">
                <a16:creationId xmlns:a16="http://schemas.microsoft.com/office/drawing/2014/main" id="{7B2B8873-2FD0-4CA6-96D3-EB6C967911B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9" y="304800"/>
            <a:ext cx="2063191" cy="924737"/>
          </a:xfrm>
          <a:prstGeom prst="rect">
            <a:avLst/>
          </a:prstGeom>
        </p:spPr>
      </p:pic>
      <p:sp>
        <p:nvSpPr>
          <p:cNvPr id="13" name="Picture Placeholder 8">
            <a:extLst>
              <a:ext uri="{FF2B5EF4-FFF2-40B4-BE49-F238E27FC236}">
                <a16:creationId xmlns:a16="http://schemas.microsoft.com/office/drawing/2014/main" id="{182FB499-89AE-4177-A821-127E0BD7F722}"/>
              </a:ext>
              <a:ext uri="{C183D7F6-B498-43B3-948B-1728B52AA6E4}">
                <adec:decorative xmlns:adec="http://schemas.microsoft.com/office/drawing/2017/decorative" val="1"/>
              </a:ext>
            </a:extLst>
          </p:cNvPr>
          <p:cNvSpPr>
            <a:spLocks noGrp="1"/>
          </p:cNvSpPr>
          <p:nvPr>
            <p:ph type="pic" sz="quarter" idx="17" hasCustomPrompt="1"/>
          </p:nvPr>
        </p:nvSpPr>
        <p:spPr>
          <a:xfrm>
            <a:off x="5333682" y="0"/>
            <a:ext cx="6858000" cy="6861524"/>
          </a:xfrm>
          <a:solidFill>
            <a:srgbClr val="E6E6E6"/>
          </a:solidFill>
        </p:spPr>
        <p:txBody>
          <a:bodyPr tIns="1828800" anchor="t"/>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Tree>
    <p:extLst>
      <p:ext uri="{BB962C8B-B14F-4D97-AF65-F5344CB8AC3E}">
        <p14:creationId xmlns:p14="http://schemas.microsoft.com/office/powerpoint/2010/main" val="3473492308"/>
      </p:ext>
    </p:extLst>
  </p:cSld>
  <p:clrMapOvr>
    <a:masterClrMapping/>
  </p:clrMapOvr>
  <p:hf sldNum="0" hdr="0" ftr="0" dt="0"/>
  <p:extLst>
    <p:ext uri="{DCECCB84-F9BA-43D5-87BE-67443E8EF086}">
      <p15:sldGuideLst xmlns:p15="http://schemas.microsoft.com/office/powerpoint/2012/main">
        <p15:guide id="9" orient="horz" pos="2160">
          <p15:clr>
            <a:srgbClr val="547EBF"/>
          </p15:clr>
        </p15:guide>
        <p15:guide id="10" orient="horz" pos="1572">
          <p15:clr>
            <a:srgbClr val="547EBF"/>
          </p15:clr>
        </p15:guide>
        <p15:guide id="11" orient="horz" pos="2258">
          <p15:clr>
            <a:srgbClr val="547EBF"/>
          </p15:clr>
        </p15:guide>
        <p15:guide id="12" orient="horz" pos="2454">
          <p15:clr>
            <a:srgbClr val="547EBF"/>
          </p15:clr>
        </p15:guide>
        <p15:guide id="13" orient="horz" pos="2650">
          <p15:clr>
            <a:srgbClr val="547EBF"/>
          </p15:clr>
        </p15:guide>
        <p15:guide id="14" pos="3155">
          <p15:clr>
            <a:srgbClr val="547EBF"/>
          </p15:clr>
        </p15:guide>
        <p15:guide id="15" pos="413">
          <p15:clr>
            <a:srgbClr val="547EBF"/>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Slide">
    <p:bg>
      <p:bgPr>
        <a:solidFill>
          <a:srgbClr val="E6E6E6"/>
        </a:solidFill>
        <a:effectLst/>
      </p:bgPr>
    </p:bg>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17D53EF6-E97C-46E7-A9D5-30F96F1F21F3}"/>
              </a:ext>
            </a:extLst>
          </p:cNvPr>
          <p:cNvSpPr>
            <a:spLocks noGrp="1"/>
          </p:cNvSpPr>
          <p:nvPr>
            <p:ph type="title"/>
          </p:nvPr>
        </p:nvSpPr>
        <p:spPr>
          <a:xfrm>
            <a:off x="655638" y="2979777"/>
            <a:ext cx="9015411" cy="604798"/>
          </a:xfrm>
        </p:spPr>
        <p:txBody>
          <a:bodyPr vert="horz" lIns="0" tIns="0" rIns="0" bIns="45720" rtlCol="0" anchor="b">
            <a:noAutofit/>
          </a:bodyPr>
          <a:lstStyle>
            <a:lvl1pPr>
              <a:defRPr lang="en-GB" sz="3600" baseline="0" dirty="0">
                <a:solidFill>
                  <a:srgbClr val="000000"/>
                </a:solidFill>
              </a:defRPr>
            </a:lvl1pPr>
          </a:lstStyle>
          <a:p>
            <a:pPr lvl="0"/>
            <a:r>
              <a:rPr lang="en-US" noProof="0"/>
              <a:t>Click to edit Master title style</a:t>
            </a:r>
            <a:endParaRPr lang="en-US" noProof="0" dirty="0"/>
          </a:p>
        </p:txBody>
      </p:sp>
      <p:sp>
        <p:nvSpPr>
          <p:cNvPr id="8" name="2 Subtitle">
            <a:extLst>
              <a:ext uri="{FF2B5EF4-FFF2-40B4-BE49-F238E27FC236}">
                <a16:creationId xmlns:a16="http://schemas.microsoft.com/office/drawing/2014/main" id="{16A44250-24E5-40C9-A0C6-F8F7E55B832B}"/>
              </a:ext>
            </a:extLst>
          </p:cNvPr>
          <p:cNvSpPr>
            <a:spLocks noGrp="1"/>
          </p:cNvSpPr>
          <p:nvPr>
            <p:ph type="subTitle" idx="1"/>
          </p:nvPr>
        </p:nvSpPr>
        <p:spPr>
          <a:xfrm>
            <a:off x="655638" y="3895090"/>
            <a:ext cx="9015730" cy="311150"/>
          </a:xfrm>
          <a:prstGeom prst="rect">
            <a:avLst/>
          </a:prstGeom>
        </p:spPr>
        <p:txBody>
          <a:bodyPr/>
          <a:lstStyle>
            <a:lvl1pPr marL="0" indent="0" algn="l" defTabSz="932688">
              <a:lnSpc>
                <a:spcPct val="100000"/>
              </a:lnSpc>
              <a:spcBef>
                <a:spcPts val="672"/>
              </a:spcBef>
              <a:buFontTx/>
              <a:buNone/>
              <a:defRPr sz="2200" baseline="0">
                <a:solidFill>
                  <a:srgbClr val="000000"/>
                </a:solidFill>
              </a:defRPr>
            </a:lvl1pPr>
            <a:lvl2pPr marL="0" indent="0" algn="l" defTabSz="932688">
              <a:lnSpc>
                <a:spcPct val="100000"/>
              </a:lnSpc>
              <a:spcBef>
                <a:spcPts val="672"/>
              </a:spcBef>
              <a:buFontTx/>
              <a:buNone/>
              <a:defRPr sz="2200" baseline="0">
                <a:solidFill>
                  <a:schemeClr val="bg1"/>
                </a:solidFill>
              </a:defRPr>
            </a:lvl2pPr>
            <a:lvl3pPr marL="0" indent="0" algn="l" defTabSz="932688">
              <a:lnSpc>
                <a:spcPct val="100000"/>
              </a:lnSpc>
              <a:spcBef>
                <a:spcPts val="672"/>
              </a:spcBef>
              <a:buFontTx/>
              <a:buNone/>
              <a:defRPr sz="2200" baseline="0">
                <a:solidFill>
                  <a:schemeClr val="bg1"/>
                </a:solidFill>
              </a:defRPr>
            </a:lvl3pPr>
            <a:lvl4pPr marL="0" indent="0" algn="l" defTabSz="932688">
              <a:lnSpc>
                <a:spcPct val="100000"/>
              </a:lnSpc>
              <a:spcBef>
                <a:spcPts val="672"/>
              </a:spcBef>
              <a:buFontTx/>
              <a:buNone/>
              <a:defRPr sz="2200" baseline="0">
                <a:solidFill>
                  <a:schemeClr val="bg1"/>
                </a:solidFill>
              </a:defRPr>
            </a:lvl4pPr>
            <a:lvl5pPr marL="0" indent="0" algn="l">
              <a:lnSpc>
                <a:spcPct val="110000"/>
              </a:lnSpc>
              <a:buNone/>
              <a:defRPr sz="2200" baseline="0">
                <a:solidFill>
                  <a:schemeClr val="bg1"/>
                </a:solidFill>
              </a:defRPr>
            </a:lvl5pPr>
            <a:lvl6pPr marL="0" indent="0" algn="l" defTabSz="932688">
              <a:lnSpc>
                <a:spcPct val="100000"/>
              </a:lnSpc>
              <a:spcBef>
                <a:spcPts val="672"/>
              </a:spcBef>
              <a:buFontTx/>
              <a:buNone/>
              <a:defRPr sz="2200" baseline="0">
                <a:solidFill>
                  <a:schemeClr val="bg1"/>
                </a:solidFill>
              </a:defRPr>
            </a:lvl6pPr>
            <a:lvl7pPr marL="0" indent="0" algn="l" defTabSz="932688">
              <a:lnSpc>
                <a:spcPct val="100000"/>
              </a:lnSpc>
              <a:spcBef>
                <a:spcPts val="672"/>
              </a:spcBef>
              <a:buFontTx/>
              <a:buNone/>
              <a:defRPr sz="2200" baseline="0">
                <a:solidFill>
                  <a:schemeClr val="bg1"/>
                </a:solidFill>
              </a:defRPr>
            </a:lvl7pPr>
            <a:lvl8pPr marL="0" indent="0" algn="l" defTabSz="932688">
              <a:lnSpc>
                <a:spcPct val="100000"/>
              </a:lnSpc>
              <a:spcBef>
                <a:spcPts val="672"/>
              </a:spcBef>
              <a:buFontTx/>
              <a:buNone/>
              <a:defRPr sz="2200" baseline="0">
                <a:solidFill>
                  <a:schemeClr val="bg1"/>
                </a:solidFill>
              </a:defRPr>
            </a:lvl8pPr>
            <a:lvl9pPr marL="0" indent="0" algn="l" defTabSz="932688">
              <a:lnSpc>
                <a:spcPct val="100000"/>
              </a:lnSpc>
              <a:spcBef>
                <a:spcPts val="672"/>
              </a:spcBef>
              <a:buFontTx/>
              <a:buNone/>
              <a:defRPr sz="2200" baseline="0">
                <a:solidFill>
                  <a:schemeClr val="bg1"/>
                </a:solidFill>
              </a:defRPr>
            </a:lvl9pPr>
          </a:lstStyle>
          <a:p>
            <a:r>
              <a:rPr lang="en-US" noProof="0"/>
              <a:t>Click to edit Master subtitle style</a:t>
            </a:r>
          </a:p>
        </p:txBody>
      </p:sp>
      <p:pic>
        <p:nvPicPr>
          <p:cNvPr id="9" name="Picture 8">
            <a:extLst>
              <a:ext uri="{FF2B5EF4-FFF2-40B4-BE49-F238E27FC236}">
                <a16:creationId xmlns:a16="http://schemas.microsoft.com/office/drawing/2014/main" id="{13DA2EB4-5DF2-403D-BFDD-4C2B21B71DB7}"/>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07096" y="304800"/>
            <a:ext cx="2058616" cy="924737"/>
          </a:xfrm>
          <a:prstGeom prst="rect">
            <a:avLst/>
          </a:prstGeom>
        </p:spPr>
      </p:pic>
    </p:spTree>
    <p:extLst>
      <p:ext uri="{BB962C8B-B14F-4D97-AF65-F5344CB8AC3E}">
        <p14:creationId xmlns:p14="http://schemas.microsoft.com/office/powerpoint/2010/main" val="222428053"/>
      </p:ext>
    </p:extLst>
  </p:cSld>
  <p:clrMapOvr>
    <a:masterClrMapping/>
  </p:clrMapOvr>
  <p:extLst>
    <p:ext uri="{DCECCB84-F9BA-43D5-87BE-67443E8EF086}">
      <p15:sldGuideLst xmlns:p15="http://schemas.microsoft.com/office/powerpoint/2012/main">
        <p15:guide id="1" pos="413">
          <p15:clr>
            <a:srgbClr val="FFFFFF"/>
          </p15:clr>
        </p15:guide>
        <p15:guide id="2" pos="6092">
          <p15:clr>
            <a:srgbClr val="FFFFFF"/>
          </p15:clr>
        </p15:guide>
        <p15:guide id="3" orient="horz" pos="2160">
          <p15:clr>
            <a:srgbClr val="FFFFFF"/>
          </p15:clr>
        </p15:guide>
        <p15:guide id="4" orient="horz" pos="1866">
          <p15:clr>
            <a:srgbClr val="FFFFFF"/>
          </p15:clr>
        </p15:guide>
        <p15:guide id="5" orient="horz" pos="2258">
          <p15:clr>
            <a:srgbClr val="FFFFFF"/>
          </p15:clr>
        </p15:guide>
        <p15:guide id="6" orient="horz" pos="2454">
          <p15:clr>
            <a:srgbClr val="FFFFFF"/>
          </p15:clr>
        </p15:guide>
        <p15:guide id="7" orient="horz" pos="2650">
          <p15:clr>
            <a:srgbClr val="FFFFFF"/>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Slide 2">
    <p:bg>
      <p:bgPr>
        <a:solidFill>
          <a:schemeClr val="bg1"/>
        </a:solidFill>
        <a:effectLst/>
      </p:bgPr>
    </p:bg>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17D53EF6-E97C-46E7-A9D5-30F96F1F21F3}"/>
              </a:ext>
            </a:extLst>
          </p:cNvPr>
          <p:cNvSpPr>
            <a:spLocks noGrp="1"/>
          </p:cNvSpPr>
          <p:nvPr>
            <p:ph type="title"/>
          </p:nvPr>
        </p:nvSpPr>
        <p:spPr>
          <a:xfrm>
            <a:off x="655638" y="2979777"/>
            <a:ext cx="9015412" cy="604797"/>
          </a:xfrm>
        </p:spPr>
        <p:txBody>
          <a:bodyPr vert="horz" lIns="0" tIns="0" rIns="0" bIns="45720" rtlCol="0" anchor="b">
            <a:noAutofit/>
          </a:bodyPr>
          <a:lstStyle>
            <a:lvl1pPr>
              <a:defRPr lang="en-GB" sz="3600" baseline="0" dirty="0"/>
            </a:lvl1pPr>
          </a:lstStyle>
          <a:p>
            <a:pPr lvl="0"/>
            <a:r>
              <a:rPr lang="en-US" noProof="0"/>
              <a:t>Click to edit Master title style</a:t>
            </a:r>
            <a:endParaRPr lang="en-US" noProof="0" dirty="0"/>
          </a:p>
        </p:txBody>
      </p:sp>
      <p:sp>
        <p:nvSpPr>
          <p:cNvPr id="10" name="2 Subtitle">
            <a:extLst>
              <a:ext uri="{FF2B5EF4-FFF2-40B4-BE49-F238E27FC236}">
                <a16:creationId xmlns:a16="http://schemas.microsoft.com/office/drawing/2014/main" id="{EBA27D59-8026-4A20-9B79-094DBDACB810}"/>
              </a:ext>
            </a:extLst>
          </p:cNvPr>
          <p:cNvSpPr>
            <a:spLocks noGrp="1"/>
          </p:cNvSpPr>
          <p:nvPr>
            <p:ph type="subTitle" idx="1"/>
          </p:nvPr>
        </p:nvSpPr>
        <p:spPr>
          <a:xfrm>
            <a:off x="655638" y="3895090"/>
            <a:ext cx="9015730" cy="311150"/>
          </a:xfrm>
          <a:prstGeom prst="rect">
            <a:avLst/>
          </a:prstGeom>
        </p:spPr>
        <p:txBody>
          <a:bodyPr/>
          <a:lstStyle>
            <a:lvl1pPr marL="0" indent="0" algn="l" defTabSz="932688">
              <a:lnSpc>
                <a:spcPct val="100000"/>
              </a:lnSpc>
              <a:spcBef>
                <a:spcPts val="672"/>
              </a:spcBef>
              <a:buFontTx/>
              <a:buNone/>
              <a:defRPr sz="2200" baseline="0">
                <a:solidFill>
                  <a:schemeClr val="tx1"/>
                </a:solidFill>
              </a:defRPr>
            </a:lvl1pPr>
            <a:lvl2pPr marL="0" indent="0" algn="l" defTabSz="932688">
              <a:lnSpc>
                <a:spcPct val="100000"/>
              </a:lnSpc>
              <a:spcBef>
                <a:spcPts val="672"/>
              </a:spcBef>
              <a:buFontTx/>
              <a:buNone/>
              <a:defRPr sz="2200" baseline="0">
                <a:solidFill>
                  <a:schemeClr val="tx1"/>
                </a:solidFill>
              </a:defRPr>
            </a:lvl2pPr>
            <a:lvl3pPr marL="0" indent="0" algn="l" defTabSz="932688">
              <a:lnSpc>
                <a:spcPct val="100000"/>
              </a:lnSpc>
              <a:spcBef>
                <a:spcPts val="672"/>
              </a:spcBef>
              <a:buFontTx/>
              <a:buNone/>
              <a:defRPr sz="2200" baseline="0">
                <a:solidFill>
                  <a:schemeClr val="tx1"/>
                </a:solidFill>
              </a:defRPr>
            </a:lvl3pPr>
            <a:lvl4pPr marL="0" indent="0" algn="l" defTabSz="932688">
              <a:lnSpc>
                <a:spcPct val="100000"/>
              </a:lnSpc>
              <a:spcBef>
                <a:spcPts val="672"/>
              </a:spcBef>
              <a:buFontTx/>
              <a:buNone/>
              <a:defRPr sz="2200" baseline="0">
                <a:solidFill>
                  <a:schemeClr val="tx1"/>
                </a:solidFill>
              </a:defRPr>
            </a:lvl4pPr>
            <a:lvl5pPr marL="0" indent="0" algn="l">
              <a:lnSpc>
                <a:spcPct val="110000"/>
              </a:lnSpc>
              <a:buNone/>
              <a:defRPr sz="2200" baseline="0">
                <a:solidFill>
                  <a:schemeClr val="tx1"/>
                </a:solidFill>
              </a:defRPr>
            </a:lvl5pPr>
            <a:lvl6pPr marL="0" indent="0" algn="l" defTabSz="932688">
              <a:lnSpc>
                <a:spcPct val="100000"/>
              </a:lnSpc>
              <a:spcBef>
                <a:spcPts val="672"/>
              </a:spcBef>
              <a:buFontTx/>
              <a:buNone/>
              <a:defRPr sz="2200" baseline="0">
                <a:solidFill>
                  <a:schemeClr val="tx1"/>
                </a:solidFill>
              </a:defRPr>
            </a:lvl6pPr>
            <a:lvl7pPr marL="0" indent="0" algn="l" defTabSz="932688">
              <a:lnSpc>
                <a:spcPct val="100000"/>
              </a:lnSpc>
              <a:spcBef>
                <a:spcPts val="672"/>
              </a:spcBef>
              <a:buFontTx/>
              <a:buNone/>
              <a:defRPr sz="2200" baseline="0">
                <a:solidFill>
                  <a:schemeClr val="tx1"/>
                </a:solidFill>
              </a:defRPr>
            </a:lvl7pPr>
            <a:lvl8pPr marL="0" indent="0" algn="l" defTabSz="932688">
              <a:lnSpc>
                <a:spcPct val="100000"/>
              </a:lnSpc>
              <a:spcBef>
                <a:spcPts val="672"/>
              </a:spcBef>
              <a:buFontTx/>
              <a:buNone/>
              <a:defRPr sz="2200" baseline="0">
                <a:solidFill>
                  <a:schemeClr val="tx1"/>
                </a:solidFill>
              </a:defRPr>
            </a:lvl8pPr>
            <a:lvl9pPr marL="0" indent="0" algn="l" defTabSz="932688">
              <a:lnSpc>
                <a:spcPct val="100000"/>
              </a:lnSpc>
              <a:spcBef>
                <a:spcPts val="672"/>
              </a:spcBef>
              <a:buFontTx/>
              <a:buNone/>
              <a:defRPr sz="2200" baseline="0">
                <a:solidFill>
                  <a:schemeClr val="tx1"/>
                </a:solidFill>
              </a:defRPr>
            </a:lvl9pPr>
          </a:lstStyle>
          <a:p>
            <a:r>
              <a:rPr lang="en-US" noProof="0"/>
              <a:t>Click to edit Master subtitle style</a:t>
            </a:r>
            <a:endParaRPr lang="en-US" noProof="0" dirty="0"/>
          </a:p>
        </p:txBody>
      </p:sp>
      <p:pic>
        <p:nvPicPr>
          <p:cNvPr id="9" name="Picture 8" descr="Microsoft Logo">
            <a:extLst>
              <a:ext uri="{FF2B5EF4-FFF2-40B4-BE49-F238E27FC236}">
                <a16:creationId xmlns:a16="http://schemas.microsoft.com/office/drawing/2014/main" id="{9B4ADFB7-6E01-4D7D-8D44-0FC68CECDD9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809" y="304800"/>
            <a:ext cx="2063191" cy="924737"/>
          </a:xfrm>
          <a:prstGeom prst="rect">
            <a:avLst/>
          </a:prstGeom>
        </p:spPr>
      </p:pic>
    </p:spTree>
    <p:extLst>
      <p:ext uri="{BB962C8B-B14F-4D97-AF65-F5344CB8AC3E}">
        <p14:creationId xmlns:p14="http://schemas.microsoft.com/office/powerpoint/2010/main" val="688364606"/>
      </p:ext>
    </p:extLst>
  </p:cSld>
  <p:clrMapOvr>
    <a:masterClrMapping/>
  </p:clrMapOvr>
  <p:hf sldNum="0" hdr="0" ftr="0" dt="0"/>
  <p:extLst>
    <p:ext uri="{DCECCB84-F9BA-43D5-87BE-67443E8EF086}">
      <p15:sldGuideLst xmlns:p15="http://schemas.microsoft.com/office/powerpoint/2012/main">
        <p15:guide id="9" orient="horz" pos="2160">
          <p15:clr>
            <a:srgbClr val="A4A3A4"/>
          </p15:clr>
        </p15:guide>
        <p15:guide id="10" orient="horz" pos="2258">
          <p15:clr>
            <a:srgbClr val="547EBF"/>
          </p15:clr>
        </p15:guide>
        <p15:guide id="11" orient="horz" pos="1866">
          <p15:clr>
            <a:srgbClr val="547EBF"/>
          </p15:clr>
        </p15:guide>
        <p15:guide id="12" orient="horz" pos="2650">
          <p15:clr>
            <a:srgbClr val="547EBF"/>
          </p15:clr>
        </p15:guide>
        <p15:guide id="13" orient="horz" pos="2454">
          <p15:clr>
            <a:srgbClr val="547EBF"/>
          </p15:clr>
        </p15:guide>
        <p15:guide id="14" pos="413">
          <p15:clr>
            <a:srgbClr val="547EBF"/>
          </p15:clr>
        </p15:guide>
        <p15:guide id="15" pos="6092">
          <p15:clr>
            <a:srgbClr val="547EBF"/>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BA75DCF9-2114-4543-8491-DC0390D875DB}"/>
              </a:ext>
            </a:extLst>
          </p:cNvPr>
          <p:cNvSpPr>
            <a:spLocks noGrp="1"/>
          </p:cNvSpPr>
          <p:nvPr>
            <p:ph type="title"/>
          </p:nvPr>
        </p:nvSpPr>
        <p:spPr>
          <a:xfrm>
            <a:off x="655638" y="320040"/>
            <a:ext cx="10880725" cy="461665"/>
          </a:xfrm>
          <a:solidFill>
            <a:schemeClr val="bg1"/>
          </a:solidFill>
        </p:spPr>
        <p:txBody>
          <a:bodyPr/>
          <a:lstStyle>
            <a:lvl1pPr>
              <a:defRPr/>
            </a:lvl1pPr>
          </a:lstStyle>
          <a:p>
            <a:r>
              <a:rPr lang="en-US" noProof="0"/>
              <a:t>Click to edit Master title style</a:t>
            </a:r>
            <a:endParaRPr lang="en-US" noProof="0" dirty="0"/>
          </a:p>
        </p:txBody>
      </p:sp>
      <p:sp>
        <p:nvSpPr>
          <p:cNvPr id="7" name="3 Content Placeholder">
            <a:extLst>
              <a:ext uri="{FF2B5EF4-FFF2-40B4-BE49-F238E27FC236}">
                <a16:creationId xmlns:a16="http://schemas.microsoft.com/office/drawing/2014/main" id="{67FFA91E-2F74-4D40-9DCA-2240811B5980}"/>
              </a:ext>
            </a:extLst>
          </p:cNvPr>
          <p:cNvSpPr>
            <a:spLocks noGrp="1"/>
          </p:cNvSpPr>
          <p:nvPr>
            <p:ph sz="quarter" idx="13"/>
          </p:nvPr>
        </p:nvSpPr>
        <p:spPr>
          <a:xfrm>
            <a:off x="655638" y="1408114"/>
            <a:ext cx="10880726" cy="4819650"/>
          </a:xfrm>
          <a:prstGeom prst="rect">
            <a:avLst/>
          </a:prstGeom>
        </p:spPr>
        <p:txBody>
          <a:bodyPr/>
          <a:lstStyle>
            <a:lvl1pPr>
              <a:defRPr sz="2400"/>
            </a:lvl1pPr>
            <a:lvl5pPr>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2915558085"/>
      </p:ext>
    </p:extLst>
  </p:cSld>
  <p:clrMapOvr>
    <a:masterClrMapping/>
  </p:clrMapOvr>
  <p:hf sldNum="0" hdr="0" ftr="0" dt="0"/>
  <p:extLst>
    <p:ext uri="{DCECCB84-F9BA-43D5-87BE-67443E8EF086}">
      <p15:sldGuideLst xmlns:p15="http://schemas.microsoft.com/office/powerpoint/2012/main">
        <p15:guide id="1" orient="horz" pos="880">
          <p15:clr>
            <a:srgbClr val="547EBF"/>
          </p15:clr>
        </p15:guide>
        <p15:guide id="2" orient="horz" pos="3923">
          <p15:clr>
            <a:srgbClr val="547EBF"/>
          </p15:clr>
        </p15:guide>
        <p15:guide id="3" orient="horz" pos="789">
          <p15:clr>
            <a:srgbClr val="547EBF"/>
          </p15:clr>
        </p15:guide>
        <p15:guide id="4" orient="horz" pos="202">
          <p15:clr>
            <a:srgbClr val="547EBF"/>
          </p15:clr>
        </p15:guide>
        <p15:guide id="5" orient="horz" pos="495">
          <p15:clr>
            <a:srgbClr val="547EBF"/>
          </p15:clr>
        </p15:guide>
        <p15:guide id="6" pos="384">
          <p15:clr>
            <a:srgbClr val="547EBF"/>
          </p15:clr>
        </p15:guide>
        <p15:guide id="7" pos="7267">
          <p15:clr>
            <a:srgbClr val="547EBF"/>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 Subtitle and Content">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BA75DCF9-2114-4543-8491-DC0390D875DB}"/>
              </a:ext>
            </a:extLst>
          </p:cNvPr>
          <p:cNvSpPr>
            <a:spLocks noGrp="1"/>
          </p:cNvSpPr>
          <p:nvPr>
            <p:ph type="title"/>
          </p:nvPr>
        </p:nvSpPr>
        <p:spPr>
          <a:xfrm>
            <a:off x="655638" y="320040"/>
            <a:ext cx="10880725" cy="461665"/>
          </a:xfrm>
          <a:solidFill>
            <a:schemeClr val="bg1"/>
          </a:solidFill>
        </p:spPr>
        <p:txBody>
          <a:bodyPr/>
          <a:lstStyle>
            <a:lvl1pPr>
              <a:defRPr/>
            </a:lvl1pPr>
          </a:lstStyle>
          <a:p>
            <a:r>
              <a:rPr lang="en-US" noProof="0"/>
              <a:t>Click to edit Master title style</a:t>
            </a:r>
            <a:endParaRPr lang="en-US" noProof="0" dirty="0"/>
          </a:p>
        </p:txBody>
      </p:sp>
      <p:sp>
        <p:nvSpPr>
          <p:cNvPr id="8" name="2 Subtitle">
            <a:extLst>
              <a:ext uri="{FF2B5EF4-FFF2-40B4-BE49-F238E27FC236}">
                <a16:creationId xmlns:a16="http://schemas.microsoft.com/office/drawing/2014/main" id="{C7C3AFAE-72AD-4B70-BB9C-37420C66D458}"/>
              </a:ext>
            </a:extLst>
          </p:cNvPr>
          <p:cNvSpPr>
            <a:spLocks noGrp="1"/>
          </p:cNvSpPr>
          <p:nvPr>
            <p:ph type="subTitle" idx="1"/>
          </p:nvPr>
        </p:nvSpPr>
        <p:spPr>
          <a:xfrm>
            <a:off x="655637" y="786383"/>
            <a:ext cx="10880725" cy="461665"/>
          </a:xfrm>
          <a:prstGeom prst="rect">
            <a:avLst/>
          </a:prstGeom>
        </p:spPr>
        <p:txBody>
          <a:bodyPr>
            <a:normAutofit/>
          </a:bodyPr>
          <a:lstStyle>
            <a:lvl1pPr marL="0" indent="0" algn="l" defTabSz="932688">
              <a:lnSpc>
                <a:spcPct val="100000"/>
              </a:lnSpc>
              <a:spcBef>
                <a:spcPts val="672"/>
              </a:spcBef>
              <a:buFontTx/>
              <a:buNone/>
              <a:defRPr sz="2000" baseline="0">
                <a:solidFill>
                  <a:schemeClr val="tx1"/>
                </a:solidFill>
              </a:defRPr>
            </a:lvl1pPr>
            <a:lvl2pPr marL="0" indent="0" algn="l" defTabSz="932688">
              <a:lnSpc>
                <a:spcPct val="100000"/>
              </a:lnSpc>
              <a:spcBef>
                <a:spcPts val="672"/>
              </a:spcBef>
              <a:buFontTx/>
              <a:buNone/>
              <a:defRPr sz="2200" baseline="0">
                <a:solidFill>
                  <a:schemeClr val="tx1"/>
                </a:solidFill>
              </a:defRPr>
            </a:lvl2pPr>
            <a:lvl3pPr marL="0" indent="0" algn="l" defTabSz="932688">
              <a:lnSpc>
                <a:spcPct val="100000"/>
              </a:lnSpc>
              <a:spcBef>
                <a:spcPts val="672"/>
              </a:spcBef>
              <a:buFontTx/>
              <a:buNone/>
              <a:defRPr sz="2200" baseline="0">
                <a:solidFill>
                  <a:schemeClr val="tx1"/>
                </a:solidFill>
              </a:defRPr>
            </a:lvl3pPr>
            <a:lvl4pPr marL="0" indent="0" algn="l" defTabSz="932688">
              <a:lnSpc>
                <a:spcPct val="100000"/>
              </a:lnSpc>
              <a:spcBef>
                <a:spcPts val="672"/>
              </a:spcBef>
              <a:buFontTx/>
              <a:buNone/>
              <a:defRPr sz="2200" baseline="0">
                <a:solidFill>
                  <a:schemeClr val="tx1"/>
                </a:solidFill>
              </a:defRPr>
            </a:lvl4pPr>
            <a:lvl5pPr marL="0" indent="0" algn="l">
              <a:lnSpc>
                <a:spcPct val="110000"/>
              </a:lnSpc>
              <a:buNone/>
              <a:defRPr sz="2200" baseline="0">
                <a:solidFill>
                  <a:schemeClr val="tx1"/>
                </a:solidFill>
              </a:defRPr>
            </a:lvl5pPr>
            <a:lvl6pPr marL="0" indent="0" algn="l" defTabSz="932688">
              <a:lnSpc>
                <a:spcPct val="100000"/>
              </a:lnSpc>
              <a:spcBef>
                <a:spcPts val="672"/>
              </a:spcBef>
              <a:buFontTx/>
              <a:buNone/>
              <a:defRPr sz="2200" baseline="0">
                <a:solidFill>
                  <a:schemeClr val="tx1"/>
                </a:solidFill>
              </a:defRPr>
            </a:lvl6pPr>
            <a:lvl7pPr marL="0" indent="0" algn="l" defTabSz="932688">
              <a:lnSpc>
                <a:spcPct val="100000"/>
              </a:lnSpc>
              <a:spcBef>
                <a:spcPts val="672"/>
              </a:spcBef>
              <a:buFontTx/>
              <a:buNone/>
              <a:defRPr sz="2200" baseline="0">
                <a:solidFill>
                  <a:schemeClr val="tx1"/>
                </a:solidFill>
              </a:defRPr>
            </a:lvl7pPr>
            <a:lvl8pPr marL="0" indent="0" algn="l" defTabSz="932688">
              <a:lnSpc>
                <a:spcPct val="100000"/>
              </a:lnSpc>
              <a:spcBef>
                <a:spcPts val="672"/>
              </a:spcBef>
              <a:buFontTx/>
              <a:buNone/>
              <a:defRPr sz="2200" baseline="0">
                <a:solidFill>
                  <a:schemeClr val="tx1"/>
                </a:solidFill>
              </a:defRPr>
            </a:lvl8pPr>
            <a:lvl9pPr marL="0" indent="0" algn="l" defTabSz="932688">
              <a:lnSpc>
                <a:spcPct val="100000"/>
              </a:lnSpc>
              <a:spcBef>
                <a:spcPts val="672"/>
              </a:spcBef>
              <a:buFontTx/>
              <a:buNone/>
              <a:defRPr sz="2200" baseline="0">
                <a:solidFill>
                  <a:schemeClr val="tx1"/>
                </a:solidFill>
              </a:defRPr>
            </a:lvl9pPr>
          </a:lstStyle>
          <a:p>
            <a:r>
              <a:rPr lang="en-US" noProof="0"/>
              <a:t>Click to edit Master subtitle style</a:t>
            </a:r>
            <a:endParaRPr lang="en-US" noProof="0" dirty="0"/>
          </a:p>
        </p:txBody>
      </p:sp>
      <p:sp>
        <p:nvSpPr>
          <p:cNvPr id="7" name="3 Content Placeholder">
            <a:extLst>
              <a:ext uri="{FF2B5EF4-FFF2-40B4-BE49-F238E27FC236}">
                <a16:creationId xmlns:a16="http://schemas.microsoft.com/office/drawing/2014/main" id="{67FFA91E-2F74-4D40-9DCA-2240811B5980}"/>
              </a:ext>
            </a:extLst>
          </p:cNvPr>
          <p:cNvSpPr>
            <a:spLocks noGrp="1"/>
          </p:cNvSpPr>
          <p:nvPr>
            <p:ph sz="quarter" idx="13"/>
          </p:nvPr>
        </p:nvSpPr>
        <p:spPr>
          <a:xfrm>
            <a:off x="655638" y="1408114"/>
            <a:ext cx="10880726" cy="4819650"/>
          </a:xfrm>
          <a:prstGeom prst="rect">
            <a:avLst/>
          </a:prstGeom>
        </p:spPr>
        <p:txBody>
          <a:bodyPr/>
          <a:lstStyle>
            <a:lvl1pPr>
              <a:defRPr sz="2400"/>
            </a:lvl1pPr>
            <a:lvl5pPr>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2887461014"/>
      </p:ext>
    </p:extLst>
  </p:cSld>
  <p:clrMapOvr>
    <a:masterClrMapping/>
  </p:clrMapOvr>
  <p:hf sldNum="0" hdr="0" ftr="0" dt="0"/>
  <p:extLst>
    <p:ext uri="{DCECCB84-F9BA-43D5-87BE-67443E8EF086}">
      <p15:sldGuideLst xmlns:p15="http://schemas.microsoft.com/office/powerpoint/2012/main">
        <p15:guide id="1" orient="horz" pos="880">
          <p15:clr>
            <a:srgbClr val="547EBF"/>
          </p15:clr>
        </p15:guide>
        <p15:guide id="2" orient="horz" pos="3923">
          <p15:clr>
            <a:srgbClr val="547EBF"/>
          </p15:clr>
        </p15:guide>
        <p15:guide id="3" orient="horz" pos="789">
          <p15:clr>
            <a:srgbClr val="547EBF"/>
          </p15:clr>
        </p15:guide>
        <p15:guide id="4" orient="horz" pos="202">
          <p15:clr>
            <a:srgbClr val="547EBF"/>
          </p15:clr>
        </p15:guide>
        <p15:guide id="5" orient="horz" pos="495">
          <p15:clr>
            <a:srgbClr val="547EBF"/>
          </p15:clr>
        </p15:guide>
        <p15:guide id="6" pos="384">
          <p15:clr>
            <a:srgbClr val="547EBF"/>
          </p15:clr>
        </p15:guide>
        <p15:guide id="7" pos="7267">
          <p15:clr>
            <a:srgbClr val="547EBF"/>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mp; Non-bulleted text">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BA75DCF9-2114-4543-8491-DC0390D875DB}"/>
              </a:ext>
            </a:extLst>
          </p:cNvPr>
          <p:cNvSpPr>
            <a:spLocks noGrp="1"/>
          </p:cNvSpPr>
          <p:nvPr>
            <p:ph type="title"/>
          </p:nvPr>
        </p:nvSpPr>
        <p:spPr>
          <a:xfrm>
            <a:off x="655638" y="320040"/>
            <a:ext cx="10880725" cy="461665"/>
          </a:xfrm>
          <a:solidFill>
            <a:schemeClr val="bg1"/>
          </a:solidFill>
        </p:spPr>
        <p:txBody>
          <a:bodyPr/>
          <a:lstStyle>
            <a:lvl1pPr>
              <a:defRPr/>
            </a:lvl1pPr>
          </a:lstStyle>
          <a:p>
            <a:r>
              <a:rPr lang="en-US" noProof="0"/>
              <a:t>Click to edit Master title style</a:t>
            </a:r>
            <a:endParaRPr lang="en-US" noProof="0" dirty="0"/>
          </a:p>
        </p:txBody>
      </p:sp>
      <p:sp>
        <p:nvSpPr>
          <p:cNvPr id="7" name="3 Content Placeholder">
            <a:extLst>
              <a:ext uri="{FF2B5EF4-FFF2-40B4-BE49-F238E27FC236}">
                <a16:creationId xmlns:a16="http://schemas.microsoft.com/office/drawing/2014/main" id="{67FFA91E-2F74-4D40-9DCA-2240811B5980}"/>
              </a:ext>
            </a:extLst>
          </p:cNvPr>
          <p:cNvSpPr>
            <a:spLocks noGrp="1"/>
          </p:cNvSpPr>
          <p:nvPr>
            <p:ph sz="quarter" idx="13"/>
          </p:nvPr>
        </p:nvSpPr>
        <p:spPr>
          <a:xfrm>
            <a:off x="655638" y="1408114"/>
            <a:ext cx="10880726" cy="4819650"/>
          </a:xfrm>
          <a:prstGeom prst="rect">
            <a:avLst/>
          </a:prstGeom>
        </p:spPr>
        <p:txBody>
          <a:bodyPr/>
          <a:lstStyle>
            <a:lvl1pPr marL="0" indent="0">
              <a:buNone/>
              <a:defRPr sz="2400"/>
            </a:lvl1pPr>
            <a:lvl2pPr marL="310896" indent="0">
              <a:buNone/>
              <a:defRPr/>
            </a:lvl2pPr>
            <a:lvl3pPr marL="621792" indent="0">
              <a:buNone/>
              <a:defRPr/>
            </a:lvl3pPr>
            <a:lvl4pPr marL="932688" indent="0">
              <a:buNone/>
              <a:defRPr/>
            </a:lvl4pPr>
            <a:lvl5pPr marL="1225296" indent="0">
              <a:buNone/>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1882888304"/>
      </p:ext>
    </p:extLst>
  </p:cSld>
  <p:clrMapOvr>
    <a:masterClrMapping/>
  </p:clrMapOvr>
  <p:hf sldNum="0" hdr="0" ftr="0" dt="0"/>
  <p:extLst>
    <p:ext uri="{DCECCB84-F9BA-43D5-87BE-67443E8EF086}">
      <p15:sldGuideLst xmlns:p15="http://schemas.microsoft.com/office/powerpoint/2012/main">
        <p15:guide id="1" orient="horz" pos="887">
          <p15:clr>
            <a:srgbClr val="547EBF"/>
          </p15:clr>
        </p15:guide>
        <p15:guide id="2" orient="horz" pos="3923">
          <p15:clr>
            <a:srgbClr val="547EBF"/>
          </p15:clr>
        </p15:guide>
        <p15:guide id="3" orient="horz" pos="789">
          <p15:clr>
            <a:srgbClr val="547EBF"/>
          </p15:clr>
        </p15:guide>
        <p15:guide id="4" orient="horz" pos="202">
          <p15:clr>
            <a:srgbClr val="547EBF"/>
          </p15:clr>
        </p15:guide>
        <p15:guide id="5" orient="horz" pos="495">
          <p15:clr>
            <a:srgbClr val="547EBF"/>
          </p15:clr>
        </p15:guide>
        <p15:guide id="6" pos="384">
          <p15:clr>
            <a:srgbClr val="547EBF"/>
          </p15:clr>
        </p15:guide>
        <p15:guide id="7" pos="7267">
          <p15:clr>
            <a:srgbClr val="547EBF"/>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 Subtitle &amp; Non-bulleted text">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BA75DCF9-2114-4543-8491-DC0390D875DB}"/>
              </a:ext>
            </a:extLst>
          </p:cNvPr>
          <p:cNvSpPr>
            <a:spLocks noGrp="1"/>
          </p:cNvSpPr>
          <p:nvPr>
            <p:ph type="title"/>
          </p:nvPr>
        </p:nvSpPr>
        <p:spPr>
          <a:xfrm>
            <a:off x="655638" y="320040"/>
            <a:ext cx="10880725" cy="461665"/>
          </a:xfrm>
          <a:solidFill>
            <a:schemeClr val="bg1"/>
          </a:solidFill>
        </p:spPr>
        <p:txBody>
          <a:bodyPr/>
          <a:lstStyle>
            <a:lvl1pPr>
              <a:defRPr/>
            </a:lvl1pPr>
          </a:lstStyle>
          <a:p>
            <a:r>
              <a:rPr lang="en-US" noProof="0"/>
              <a:t>Click to edit Master title style</a:t>
            </a:r>
            <a:endParaRPr lang="en-US" noProof="0" dirty="0"/>
          </a:p>
        </p:txBody>
      </p:sp>
      <p:sp>
        <p:nvSpPr>
          <p:cNvPr id="8" name="2 Subtitle">
            <a:extLst>
              <a:ext uri="{FF2B5EF4-FFF2-40B4-BE49-F238E27FC236}">
                <a16:creationId xmlns:a16="http://schemas.microsoft.com/office/drawing/2014/main" id="{C7C3AFAE-72AD-4B70-BB9C-37420C66D458}"/>
              </a:ext>
            </a:extLst>
          </p:cNvPr>
          <p:cNvSpPr>
            <a:spLocks noGrp="1"/>
          </p:cNvSpPr>
          <p:nvPr>
            <p:ph type="subTitle" idx="1"/>
          </p:nvPr>
        </p:nvSpPr>
        <p:spPr>
          <a:xfrm>
            <a:off x="655637" y="786383"/>
            <a:ext cx="10880725" cy="461665"/>
          </a:xfrm>
          <a:prstGeom prst="rect">
            <a:avLst/>
          </a:prstGeom>
        </p:spPr>
        <p:txBody>
          <a:bodyPr>
            <a:normAutofit/>
          </a:bodyPr>
          <a:lstStyle>
            <a:lvl1pPr marL="0" indent="0" algn="l" defTabSz="932688">
              <a:lnSpc>
                <a:spcPct val="100000"/>
              </a:lnSpc>
              <a:spcBef>
                <a:spcPts val="672"/>
              </a:spcBef>
              <a:buFontTx/>
              <a:buNone/>
              <a:defRPr sz="2000" baseline="0">
                <a:solidFill>
                  <a:schemeClr val="tx1"/>
                </a:solidFill>
              </a:defRPr>
            </a:lvl1pPr>
            <a:lvl2pPr marL="0" indent="0" algn="l" defTabSz="932688">
              <a:lnSpc>
                <a:spcPct val="100000"/>
              </a:lnSpc>
              <a:spcBef>
                <a:spcPts val="672"/>
              </a:spcBef>
              <a:buFontTx/>
              <a:buNone/>
              <a:defRPr sz="2200" baseline="0">
                <a:solidFill>
                  <a:schemeClr val="tx1"/>
                </a:solidFill>
              </a:defRPr>
            </a:lvl2pPr>
            <a:lvl3pPr marL="0" indent="0" algn="l" defTabSz="932688">
              <a:lnSpc>
                <a:spcPct val="100000"/>
              </a:lnSpc>
              <a:spcBef>
                <a:spcPts val="672"/>
              </a:spcBef>
              <a:buFontTx/>
              <a:buNone/>
              <a:defRPr sz="2200" baseline="0">
                <a:solidFill>
                  <a:schemeClr val="tx1"/>
                </a:solidFill>
              </a:defRPr>
            </a:lvl3pPr>
            <a:lvl4pPr marL="0" indent="0" algn="l" defTabSz="932688">
              <a:lnSpc>
                <a:spcPct val="100000"/>
              </a:lnSpc>
              <a:spcBef>
                <a:spcPts val="672"/>
              </a:spcBef>
              <a:buFontTx/>
              <a:buNone/>
              <a:defRPr sz="2200" baseline="0">
                <a:solidFill>
                  <a:schemeClr val="tx1"/>
                </a:solidFill>
              </a:defRPr>
            </a:lvl4pPr>
            <a:lvl5pPr marL="0" indent="0" algn="l">
              <a:lnSpc>
                <a:spcPct val="110000"/>
              </a:lnSpc>
              <a:buNone/>
              <a:defRPr sz="2200" baseline="0">
                <a:solidFill>
                  <a:schemeClr val="tx1"/>
                </a:solidFill>
              </a:defRPr>
            </a:lvl5pPr>
            <a:lvl6pPr marL="0" indent="0" algn="l" defTabSz="932688">
              <a:lnSpc>
                <a:spcPct val="100000"/>
              </a:lnSpc>
              <a:spcBef>
                <a:spcPts val="672"/>
              </a:spcBef>
              <a:buFontTx/>
              <a:buNone/>
              <a:defRPr sz="2200" baseline="0">
                <a:solidFill>
                  <a:schemeClr val="tx1"/>
                </a:solidFill>
              </a:defRPr>
            </a:lvl6pPr>
            <a:lvl7pPr marL="0" indent="0" algn="l" defTabSz="932688">
              <a:lnSpc>
                <a:spcPct val="100000"/>
              </a:lnSpc>
              <a:spcBef>
                <a:spcPts val="672"/>
              </a:spcBef>
              <a:buFontTx/>
              <a:buNone/>
              <a:defRPr sz="2200" baseline="0">
                <a:solidFill>
                  <a:schemeClr val="tx1"/>
                </a:solidFill>
              </a:defRPr>
            </a:lvl7pPr>
            <a:lvl8pPr marL="0" indent="0" algn="l" defTabSz="932688">
              <a:lnSpc>
                <a:spcPct val="100000"/>
              </a:lnSpc>
              <a:spcBef>
                <a:spcPts val="672"/>
              </a:spcBef>
              <a:buFontTx/>
              <a:buNone/>
              <a:defRPr sz="2200" baseline="0">
                <a:solidFill>
                  <a:schemeClr val="tx1"/>
                </a:solidFill>
              </a:defRPr>
            </a:lvl8pPr>
            <a:lvl9pPr marL="0" indent="0" algn="l" defTabSz="932688">
              <a:lnSpc>
                <a:spcPct val="100000"/>
              </a:lnSpc>
              <a:spcBef>
                <a:spcPts val="672"/>
              </a:spcBef>
              <a:buFontTx/>
              <a:buNone/>
              <a:defRPr sz="2200" baseline="0">
                <a:solidFill>
                  <a:schemeClr val="tx1"/>
                </a:solidFill>
              </a:defRPr>
            </a:lvl9pPr>
          </a:lstStyle>
          <a:p>
            <a:r>
              <a:rPr lang="en-US" noProof="0"/>
              <a:t>Click to edit Master subtitle style</a:t>
            </a:r>
            <a:endParaRPr lang="en-US" noProof="0" dirty="0"/>
          </a:p>
        </p:txBody>
      </p:sp>
      <p:sp>
        <p:nvSpPr>
          <p:cNvPr id="7" name="3 Content Placeholder">
            <a:extLst>
              <a:ext uri="{FF2B5EF4-FFF2-40B4-BE49-F238E27FC236}">
                <a16:creationId xmlns:a16="http://schemas.microsoft.com/office/drawing/2014/main" id="{67FFA91E-2F74-4D40-9DCA-2240811B5980}"/>
              </a:ext>
            </a:extLst>
          </p:cNvPr>
          <p:cNvSpPr>
            <a:spLocks noGrp="1"/>
          </p:cNvSpPr>
          <p:nvPr>
            <p:ph sz="quarter" idx="13"/>
          </p:nvPr>
        </p:nvSpPr>
        <p:spPr>
          <a:xfrm>
            <a:off x="655638" y="1408114"/>
            <a:ext cx="10880726" cy="4819650"/>
          </a:xfrm>
          <a:prstGeom prst="rect">
            <a:avLst/>
          </a:prstGeom>
        </p:spPr>
        <p:txBody>
          <a:bodyPr/>
          <a:lstStyle>
            <a:lvl1pPr marL="0" indent="0">
              <a:buNone/>
              <a:defRPr sz="2400"/>
            </a:lvl1pPr>
            <a:lvl2pPr marL="310896" indent="0">
              <a:buNone/>
              <a:defRPr/>
            </a:lvl2pPr>
            <a:lvl3pPr marL="621792" indent="0">
              <a:buNone/>
              <a:defRPr/>
            </a:lvl3pPr>
            <a:lvl4pPr marL="932688" indent="0">
              <a:buNone/>
              <a:defRPr/>
            </a:lvl4pPr>
            <a:lvl5pPr marL="1225296" indent="0">
              <a:buNone/>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2787419747"/>
      </p:ext>
    </p:extLst>
  </p:cSld>
  <p:clrMapOvr>
    <a:masterClrMapping/>
  </p:clrMapOvr>
  <p:hf sldNum="0" hdr="0" ftr="0" dt="0"/>
  <p:extLst>
    <p:ext uri="{DCECCB84-F9BA-43D5-87BE-67443E8EF086}">
      <p15:sldGuideLst xmlns:p15="http://schemas.microsoft.com/office/powerpoint/2012/main">
        <p15:guide id="1" orient="horz" pos="887">
          <p15:clr>
            <a:srgbClr val="547EBF"/>
          </p15:clr>
        </p15:guide>
        <p15:guide id="2" orient="horz" pos="3923">
          <p15:clr>
            <a:srgbClr val="547EBF"/>
          </p15:clr>
        </p15:guide>
        <p15:guide id="3" orient="horz" pos="789">
          <p15:clr>
            <a:srgbClr val="547EBF"/>
          </p15:clr>
        </p15:guide>
        <p15:guide id="4" orient="horz" pos="202">
          <p15:clr>
            <a:srgbClr val="547EBF"/>
          </p15:clr>
        </p15:guide>
        <p15:guide id="5" orient="horz" pos="495">
          <p15:clr>
            <a:srgbClr val="547EBF"/>
          </p15:clr>
        </p15:guide>
        <p15:guide id="6" pos="384">
          <p15:clr>
            <a:srgbClr val="547EBF"/>
          </p15:clr>
        </p15:guide>
        <p15:guide id="7" pos="7267">
          <p15:clr>
            <a:srgbClr val="547EBF"/>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wo Column Bullet text">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0D75157F-D103-4B72-869F-2D01AFADEC9B}"/>
              </a:ext>
            </a:extLst>
          </p:cNvPr>
          <p:cNvSpPr>
            <a:spLocks noGrp="1"/>
          </p:cNvSpPr>
          <p:nvPr>
            <p:ph type="title"/>
          </p:nvPr>
        </p:nvSpPr>
        <p:spPr/>
        <p:txBody>
          <a:bodyPr/>
          <a:lstStyle/>
          <a:p>
            <a:r>
              <a:rPr lang="en-US" noProof="0"/>
              <a:t>Click to edit Master title style</a:t>
            </a:r>
          </a:p>
        </p:txBody>
      </p:sp>
      <p:sp>
        <p:nvSpPr>
          <p:cNvPr id="8" name="3 Content Placeholder left">
            <a:extLst>
              <a:ext uri="{FF2B5EF4-FFF2-40B4-BE49-F238E27FC236}">
                <a16:creationId xmlns:a16="http://schemas.microsoft.com/office/drawing/2014/main" id="{DA942A9C-8106-42F7-9928-B8F912CDD29D}"/>
              </a:ext>
            </a:extLst>
          </p:cNvPr>
          <p:cNvSpPr>
            <a:spLocks noGrp="1"/>
          </p:cNvSpPr>
          <p:nvPr>
            <p:ph sz="quarter" idx="13"/>
          </p:nvPr>
        </p:nvSpPr>
        <p:spPr>
          <a:xfrm>
            <a:off x="655638" y="1408113"/>
            <a:ext cx="5284787" cy="4819650"/>
          </a:xfrm>
        </p:spPr>
        <p:txBody>
          <a:bodyPr/>
          <a:lstStyle>
            <a:lvl1pPr marL="0" indent="0">
              <a:buNone/>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4 Content Placeholder right">
            <a:extLst>
              <a:ext uri="{FF2B5EF4-FFF2-40B4-BE49-F238E27FC236}">
                <a16:creationId xmlns:a16="http://schemas.microsoft.com/office/drawing/2014/main" id="{9405EA7B-7E1D-4443-AC76-BECBECB0EC78}"/>
              </a:ext>
            </a:extLst>
          </p:cNvPr>
          <p:cNvSpPr>
            <a:spLocks noGrp="1"/>
          </p:cNvSpPr>
          <p:nvPr>
            <p:ph sz="quarter" idx="14"/>
          </p:nvPr>
        </p:nvSpPr>
        <p:spPr>
          <a:xfrm>
            <a:off x="6251576" y="1408113"/>
            <a:ext cx="5284785" cy="4819650"/>
          </a:xfrm>
        </p:spPr>
        <p:txBody>
          <a:bodyPr/>
          <a:lstStyle>
            <a:lvl1pPr marL="0" indent="0">
              <a:buNone/>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309840628"/>
      </p:ext>
    </p:extLst>
  </p:cSld>
  <p:clrMapOvr>
    <a:masterClrMapping/>
  </p:clrMapOvr>
  <p:hf sldNum="0" hdr="0" ftr="0" dt="0"/>
  <p:extLst>
    <p:ext uri="{DCECCB84-F9BA-43D5-87BE-67443E8EF086}">
      <p15:sldGuideLst xmlns:p15="http://schemas.microsoft.com/office/powerpoint/2012/main">
        <p15:guide id="10" pos="413">
          <p15:clr>
            <a:srgbClr val="547EBF"/>
          </p15:clr>
        </p15:guide>
        <p15:guide id="11" orient="horz" pos="789">
          <p15:clr>
            <a:srgbClr val="547EBF"/>
          </p15:clr>
        </p15:guide>
        <p15:guide id="12" orient="horz" pos="887">
          <p15:clr>
            <a:srgbClr val="547EBF"/>
          </p15:clr>
        </p15:guide>
        <p15:guide id="13" pos="3742">
          <p15:clr>
            <a:srgbClr val="547EBF"/>
          </p15:clr>
        </p15:guide>
        <p15:guide id="14" pos="3938">
          <p15:clr>
            <a:srgbClr val="547EBF"/>
          </p15:clr>
        </p15:guide>
        <p15:guide id="15" pos="7267">
          <p15:clr>
            <a:srgbClr val="547EBF"/>
          </p15:clr>
        </p15:guide>
        <p15:guide id="16" orient="horz" pos="495">
          <p15:clr>
            <a:srgbClr val="547EBF"/>
          </p15:clr>
        </p15:guide>
        <p15:guide id="17" orient="horz" pos="202">
          <p15:clr>
            <a:srgbClr val="547EBF"/>
          </p15:clr>
        </p15:guide>
        <p15:guide id="18" orient="horz" pos="3923">
          <p15:clr>
            <a:srgbClr val="547EBF"/>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wo Column Bullet text with subtitle">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0D75157F-D103-4B72-869F-2D01AFADEC9B}"/>
              </a:ext>
            </a:extLst>
          </p:cNvPr>
          <p:cNvSpPr>
            <a:spLocks noGrp="1"/>
          </p:cNvSpPr>
          <p:nvPr>
            <p:ph type="title"/>
          </p:nvPr>
        </p:nvSpPr>
        <p:spPr/>
        <p:txBody>
          <a:bodyPr/>
          <a:lstStyle/>
          <a:p>
            <a:r>
              <a:rPr lang="en-US" noProof="0"/>
              <a:t>Click to edit Master title style</a:t>
            </a:r>
          </a:p>
        </p:txBody>
      </p:sp>
      <p:sp>
        <p:nvSpPr>
          <p:cNvPr id="12" name="2 Subtitle">
            <a:extLst>
              <a:ext uri="{FF2B5EF4-FFF2-40B4-BE49-F238E27FC236}">
                <a16:creationId xmlns:a16="http://schemas.microsoft.com/office/drawing/2014/main" id="{A80DD196-90AE-4754-8926-D676551AB9C8}"/>
              </a:ext>
            </a:extLst>
          </p:cNvPr>
          <p:cNvSpPr>
            <a:spLocks noGrp="1"/>
          </p:cNvSpPr>
          <p:nvPr>
            <p:ph type="subTitle" idx="1"/>
          </p:nvPr>
        </p:nvSpPr>
        <p:spPr>
          <a:xfrm>
            <a:off x="655637" y="786383"/>
            <a:ext cx="10880725" cy="461665"/>
          </a:xfrm>
          <a:prstGeom prst="rect">
            <a:avLst/>
          </a:prstGeom>
        </p:spPr>
        <p:txBody>
          <a:bodyPr>
            <a:normAutofit/>
          </a:bodyPr>
          <a:lstStyle>
            <a:lvl1pPr marL="0" indent="0" algn="l" defTabSz="932688">
              <a:lnSpc>
                <a:spcPct val="100000"/>
              </a:lnSpc>
              <a:spcBef>
                <a:spcPts val="672"/>
              </a:spcBef>
              <a:buFontTx/>
              <a:buNone/>
              <a:defRPr sz="2000" baseline="0">
                <a:solidFill>
                  <a:schemeClr val="tx1"/>
                </a:solidFill>
              </a:defRPr>
            </a:lvl1pPr>
            <a:lvl2pPr marL="0" indent="0" algn="l" defTabSz="932688">
              <a:lnSpc>
                <a:spcPct val="100000"/>
              </a:lnSpc>
              <a:spcBef>
                <a:spcPts val="672"/>
              </a:spcBef>
              <a:buFontTx/>
              <a:buNone/>
              <a:defRPr sz="2200" baseline="0">
                <a:solidFill>
                  <a:schemeClr val="tx1"/>
                </a:solidFill>
              </a:defRPr>
            </a:lvl2pPr>
            <a:lvl3pPr marL="0" indent="0" algn="l" defTabSz="932688">
              <a:lnSpc>
                <a:spcPct val="100000"/>
              </a:lnSpc>
              <a:spcBef>
                <a:spcPts val="672"/>
              </a:spcBef>
              <a:buFontTx/>
              <a:buNone/>
              <a:defRPr sz="2200" baseline="0">
                <a:solidFill>
                  <a:schemeClr val="tx1"/>
                </a:solidFill>
              </a:defRPr>
            </a:lvl3pPr>
            <a:lvl4pPr marL="0" indent="0" algn="l" defTabSz="932688">
              <a:lnSpc>
                <a:spcPct val="100000"/>
              </a:lnSpc>
              <a:spcBef>
                <a:spcPts val="672"/>
              </a:spcBef>
              <a:buFontTx/>
              <a:buNone/>
              <a:defRPr sz="2200" baseline="0">
                <a:solidFill>
                  <a:schemeClr val="tx1"/>
                </a:solidFill>
              </a:defRPr>
            </a:lvl4pPr>
            <a:lvl5pPr marL="0" indent="0" algn="l">
              <a:lnSpc>
                <a:spcPct val="110000"/>
              </a:lnSpc>
              <a:buNone/>
              <a:defRPr sz="2200" baseline="0">
                <a:solidFill>
                  <a:schemeClr val="tx1"/>
                </a:solidFill>
              </a:defRPr>
            </a:lvl5pPr>
            <a:lvl6pPr marL="0" indent="0" algn="l" defTabSz="932688">
              <a:lnSpc>
                <a:spcPct val="100000"/>
              </a:lnSpc>
              <a:spcBef>
                <a:spcPts val="672"/>
              </a:spcBef>
              <a:buFontTx/>
              <a:buNone/>
              <a:defRPr sz="2200" baseline="0">
                <a:solidFill>
                  <a:schemeClr val="tx1"/>
                </a:solidFill>
              </a:defRPr>
            </a:lvl6pPr>
            <a:lvl7pPr marL="0" indent="0" algn="l" defTabSz="932688">
              <a:lnSpc>
                <a:spcPct val="100000"/>
              </a:lnSpc>
              <a:spcBef>
                <a:spcPts val="672"/>
              </a:spcBef>
              <a:buFontTx/>
              <a:buNone/>
              <a:defRPr sz="2200" baseline="0">
                <a:solidFill>
                  <a:schemeClr val="tx1"/>
                </a:solidFill>
              </a:defRPr>
            </a:lvl7pPr>
            <a:lvl8pPr marL="0" indent="0" algn="l" defTabSz="932688">
              <a:lnSpc>
                <a:spcPct val="100000"/>
              </a:lnSpc>
              <a:spcBef>
                <a:spcPts val="672"/>
              </a:spcBef>
              <a:buFontTx/>
              <a:buNone/>
              <a:defRPr sz="2200" baseline="0">
                <a:solidFill>
                  <a:schemeClr val="tx1"/>
                </a:solidFill>
              </a:defRPr>
            </a:lvl8pPr>
            <a:lvl9pPr marL="0" indent="0" algn="l" defTabSz="932688">
              <a:lnSpc>
                <a:spcPct val="100000"/>
              </a:lnSpc>
              <a:spcBef>
                <a:spcPts val="672"/>
              </a:spcBef>
              <a:buFontTx/>
              <a:buNone/>
              <a:defRPr sz="2200" baseline="0">
                <a:solidFill>
                  <a:schemeClr val="tx1"/>
                </a:solidFill>
              </a:defRPr>
            </a:lvl9pPr>
          </a:lstStyle>
          <a:p>
            <a:r>
              <a:rPr lang="en-US" noProof="0"/>
              <a:t>Click to edit Master subtitle style</a:t>
            </a:r>
            <a:endParaRPr lang="en-US" noProof="0" dirty="0"/>
          </a:p>
        </p:txBody>
      </p:sp>
      <p:sp>
        <p:nvSpPr>
          <p:cNvPr id="8" name="3 Content Placeholder left">
            <a:extLst>
              <a:ext uri="{FF2B5EF4-FFF2-40B4-BE49-F238E27FC236}">
                <a16:creationId xmlns:a16="http://schemas.microsoft.com/office/drawing/2014/main" id="{DA942A9C-8106-42F7-9928-B8F912CDD29D}"/>
              </a:ext>
            </a:extLst>
          </p:cNvPr>
          <p:cNvSpPr>
            <a:spLocks noGrp="1"/>
          </p:cNvSpPr>
          <p:nvPr>
            <p:ph sz="quarter" idx="13"/>
          </p:nvPr>
        </p:nvSpPr>
        <p:spPr>
          <a:xfrm>
            <a:off x="655638" y="1408113"/>
            <a:ext cx="5284787" cy="4819650"/>
          </a:xfrm>
        </p:spPr>
        <p:txBody>
          <a:bodyPr/>
          <a:lstStyle>
            <a:lvl1pPr marL="0" indent="0">
              <a:buNone/>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4 Content Placeholder right">
            <a:extLst>
              <a:ext uri="{FF2B5EF4-FFF2-40B4-BE49-F238E27FC236}">
                <a16:creationId xmlns:a16="http://schemas.microsoft.com/office/drawing/2014/main" id="{9405EA7B-7E1D-4443-AC76-BECBECB0EC78}"/>
              </a:ext>
            </a:extLst>
          </p:cNvPr>
          <p:cNvSpPr>
            <a:spLocks noGrp="1"/>
          </p:cNvSpPr>
          <p:nvPr>
            <p:ph sz="quarter" idx="14"/>
          </p:nvPr>
        </p:nvSpPr>
        <p:spPr>
          <a:xfrm>
            <a:off x="6251576" y="1408113"/>
            <a:ext cx="5284785" cy="4819650"/>
          </a:xfrm>
        </p:spPr>
        <p:txBody>
          <a:bodyPr/>
          <a:lstStyle>
            <a:lvl1pPr marL="0" indent="0">
              <a:buNone/>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203622452"/>
      </p:ext>
    </p:extLst>
  </p:cSld>
  <p:clrMapOvr>
    <a:masterClrMapping/>
  </p:clrMapOvr>
  <p:hf sldNum="0" hdr="0" ftr="0" dt="0"/>
  <p:extLst>
    <p:ext uri="{DCECCB84-F9BA-43D5-87BE-67443E8EF086}">
      <p15:sldGuideLst xmlns:p15="http://schemas.microsoft.com/office/powerpoint/2012/main">
        <p15:guide id="10" pos="413">
          <p15:clr>
            <a:srgbClr val="547EBF"/>
          </p15:clr>
        </p15:guide>
        <p15:guide id="11" orient="horz" pos="789">
          <p15:clr>
            <a:srgbClr val="547EBF"/>
          </p15:clr>
        </p15:guide>
        <p15:guide id="12" orient="horz" pos="887">
          <p15:clr>
            <a:srgbClr val="547EBF"/>
          </p15:clr>
        </p15:guide>
        <p15:guide id="13" pos="3742">
          <p15:clr>
            <a:srgbClr val="547EBF"/>
          </p15:clr>
        </p15:guide>
        <p15:guide id="14" pos="3938">
          <p15:clr>
            <a:srgbClr val="547EBF"/>
          </p15:clr>
        </p15:guide>
        <p15:guide id="15" pos="7267">
          <p15:clr>
            <a:srgbClr val="547EBF"/>
          </p15:clr>
        </p15:guide>
        <p15:guide id="16" orient="horz" pos="495">
          <p15:clr>
            <a:srgbClr val="547EBF"/>
          </p15:clr>
        </p15:guide>
        <p15:guide id="17" orient="horz" pos="202">
          <p15:clr>
            <a:srgbClr val="547EBF"/>
          </p15:clr>
        </p15:guide>
        <p15:guide id="18" orient="horz" pos="3923">
          <p15:clr>
            <a:srgbClr val="547EBF"/>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D427F378-647E-40F7-B8E4-09A5941F1007}"/>
              </a:ext>
            </a:extLst>
          </p:cNvPr>
          <p:cNvSpPr>
            <a:spLocks noGrp="1"/>
          </p:cNvSpPr>
          <p:nvPr>
            <p:ph type="title"/>
          </p:nvPr>
        </p:nvSpPr>
        <p:spPr/>
        <p:txBody>
          <a:bodyPr/>
          <a:lstStyle/>
          <a:p>
            <a:r>
              <a:rPr lang="en-US" noProof="0"/>
              <a:t>Click to edit Master title style</a:t>
            </a:r>
            <a:endParaRPr lang="en-US" noProof="0" dirty="0"/>
          </a:p>
        </p:txBody>
      </p:sp>
    </p:spTree>
    <p:extLst>
      <p:ext uri="{BB962C8B-B14F-4D97-AF65-F5344CB8AC3E}">
        <p14:creationId xmlns:p14="http://schemas.microsoft.com/office/powerpoint/2010/main" val="794505352"/>
      </p:ext>
    </p:extLst>
  </p:cSld>
  <p:clrMapOvr>
    <a:masterClrMapping/>
  </p:clrMapOvr>
  <p:extLst>
    <p:ext uri="{DCECCB84-F9BA-43D5-87BE-67443E8EF086}">
      <p15:sldGuideLst xmlns:p15="http://schemas.microsoft.com/office/powerpoint/2012/main">
        <p15:guide id="30" pos="3742">
          <p15:clr>
            <a:srgbClr val="547EBF"/>
          </p15:clr>
        </p15:guide>
        <p15:guide id="31" orient="horz" pos="887">
          <p15:clr>
            <a:srgbClr val="547EBF"/>
          </p15:clr>
        </p15:guide>
        <p15:guide id="32" pos="3938">
          <p15:clr>
            <a:srgbClr val="547EBF"/>
          </p15:clr>
        </p15:guide>
        <p15:guide id="33" pos="3350">
          <p15:clr>
            <a:srgbClr val="A4A3A4"/>
          </p15:clr>
        </p15:guide>
        <p15:guide id="34" pos="3155">
          <p15:clr>
            <a:srgbClr val="A4A3A4"/>
          </p15:clr>
        </p15:guide>
        <p15:guide id="35" pos="2763">
          <p15:clr>
            <a:srgbClr val="A4A3A4"/>
          </p15:clr>
        </p15:guide>
        <p15:guide id="36" pos="2567">
          <p15:clr>
            <a:srgbClr val="A4A3A4"/>
          </p15:clr>
        </p15:guide>
        <p15:guide id="37" pos="2175">
          <p15:clr>
            <a:srgbClr val="A4A3A4"/>
          </p15:clr>
        </p15:guide>
        <p15:guide id="38" pos="1980">
          <p15:clr>
            <a:srgbClr val="A4A3A4"/>
          </p15:clr>
        </p15:guide>
        <p15:guide id="39" pos="1588">
          <p15:clr>
            <a:srgbClr val="A4A3A4"/>
          </p15:clr>
        </p15:guide>
        <p15:guide id="40" pos="1392">
          <p15:clr>
            <a:srgbClr val="A4A3A4"/>
          </p15:clr>
        </p15:guide>
        <p15:guide id="41" pos="1000">
          <p15:clr>
            <a:srgbClr val="A4A3A4"/>
          </p15:clr>
        </p15:guide>
        <p15:guide id="42" pos="804">
          <p15:clr>
            <a:srgbClr val="A4A3A4"/>
          </p15:clr>
        </p15:guide>
        <p15:guide id="43" pos="413">
          <p15:clr>
            <a:srgbClr val="547EBF"/>
          </p15:clr>
        </p15:guide>
        <p15:guide id="44" pos="4330">
          <p15:clr>
            <a:srgbClr val="A4A3A4"/>
          </p15:clr>
        </p15:guide>
        <p15:guide id="45" pos="4525">
          <p15:clr>
            <a:srgbClr val="A4A3A4"/>
          </p15:clr>
        </p15:guide>
        <p15:guide id="46" pos="5505">
          <p15:clr>
            <a:srgbClr val="A4A3A4"/>
          </p15:clr>
        </p15:guide>
        <p15:guide id="47" pos="5113">
          <p15:clr>
            <a:srgbClr val="A4A3A4"/>
          </p15:clr>
        </p15:guide>
        <p15:guide id="48" pos="4917">
          <p15:clr>
            <a:srgbClr val="A4A3A4"/>
          </p15:clr>
        </p15:guide>
        <p15:guide id="49" pos="5700">
          <p15:clr>
            <a:srgbClr val="A4A3A4"/>
          </p15:clr>
        </p15:guide>
        <p15:guide id="50" pos="6092">
          <p15:clr>
            <a:srgbClr val="A4A3A4"/>
          </p15:clr>
        </p15:guide>
        <p15:guide id="51" pos="6288">
          <p15:clr>
            <a:srgbClr val="A4A3A4"/>
          </p15:clr>
        </p15:guide>
        <p15:guide id="52" pos="6680">
          <p15:clr>
            <a:srgbClr val="A4A3A4"/>
          </p15:clr>
        </p15:guide>
        <p15:guide id="53" pos="6876">
          <p15:clr>
            <a:srgbClr val="A4A3A4"/>
          </p15:clr>
        </p15:guide>
        <p15:guide id="54" pos="7267">
          <p15:clr>
            <a:srgbClr val="547EBF"/>
          </p15:clr>
        </p15:guide>
        <p15:guide id="55" orient="horz" pos="3923">
          <p15:clr>
            <a:srgbClr val="547EBF"/>
          </p15:clr>
        </p15:guide>
        <p15:guide id="56" orient="horz" pos="789">
          <p15:clr>
            <a:srgbClr val="547EBF"/>
          </p15:clr>
        </p15:guide>
        <p15:guide id="57" orient="horz" pos="202">
          <p15:clr>
            <a:srgbClr val="547EBF"/>
          </p15:clr>
        </p15:guide>
        <p15:guide id="58" orient="horz" pos="495">
          <p15:clr>
            <a:srgbClr val="547EBF"/>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itle with subtitle">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D427F378-647E-40F7-B8E4-09A5941F1007}"/>
              </a:ext>
            </a:extLst>
          </p:cNvPr>
          <p:cNvSpPr>
            <a:spLocks noGrp="1"/>
          </p:cNvSpPr>
          <p:nvPr>
            <p:ph type="title"/>
          </p:nvPr>
        </p:nvSpPr>
        <p:spPr/>
        <p:txBody>
          <a:bodyPr/>
          <a:lstStyle/>
          <a:p>
            <a:r>
              <a:rPr lang="en-US" noProof="0"/>
              <a:t>Click to edit Master title style</a:t>
            </a:r>
            <a:endParaRPr lang="en-US" noProof="0" dirty="0"/>
          </a:p>
        </p:txBody>
      </p:sp>
      <p:sp>
        <p:nvSpPr>
          <p:cNvPr id="6" name="2 Subtitle">
            <a:extLst>
              <a:ext uri="{FF2B5EF4-FFF2-40B4-BE49-F238E27FC236}">
                <a16:creationId xmlns:a16="http://schemas.microsoft.com/office/drawing/2014/main" id="{11FC2D5A-AAFB-433D-8F41-FB1BF5F8682D}"/>
              </a:ext>
            </a:extLst>
          </p:cNvPr>
          <p:cNvSpPr>
            <a:spLocks noGrp="1"/>
          </p:cNvSpPr>
          <p:nvPr>
            <p:ph type="subTitle" idx="1"/>
          </p:nvPr>
        </p:nvSpPr>
        <p:spPr>
          <a:xfrm>
            <a:off x="655637" y="786383"/>
            <a:ext cx="10880725" cy="461665"/>
          </a:xfrm>
          <a:prstGeom prst="rect">
            <a:avLst/>
          </a:prstGeom>
        </p:spPr>
        <p:txBody>
          <a:bodyPr>
            <a:normAutofit/>
          </a:bodyPr>
          <a:lstStyle>
            <a:lvl1pPr marL="0" indent="0" algn="l" defTabSz="932688">
              <a:lnSpc>
                <a:spcPct val="100000"/>
              </a:lnSpc>
              <a:spcBef>
                <a:spcPts val="672"/>
              </a:spcBef>
              <a:buFontTx/>
              <a:buNone/>
              <a:defRPr sz="2000" baseline="0">
                <a:solidFill>
                  <a:schemeClr val="tx1"/>
                </a:solidFill>
              </a:defRPr>
            </a:lvl1pPr>
            <a:lvl2pPr marL="0" indent="0" algn="l" defTabSz="932688">
              <a:lnSpc>
                <a:spcPct val="100000"/>
              </a:lnSpc>
              <a:spcBef>
                <a:spcPts val="672"/>
              </a:spcBef>
              <a:buFontTx/>
              <a:buNone/>
              <a:defRPr sz="2200" baseline="0">
                <a:solidFill>
                  <a:schemeClr val="tx1"/>
                </a:solidFill>
              </a:defRPr>
            </a:lvl2pPr>
            <a:lvl3pPr marL="0" indent="0" algn="l" defTabSz="932688">
              <a:lnSpc>
                <a:spcPct val="100000"/>
              </a:lnSpc>
              <a:spcBef>
                <a:spcPts val="672"/>
              </a:spcBef>
              <a:buFontTx/>
              <a:buNone/>
              <a:defRPr sz="2200" baseline="0">
                <a:solidFill>
                  <a:schemeClr val="tx1"/>
                </a:solidFill>
              </a:defRPr>
            </a:lvl3pPr>
            <a:lvl4pPr marL="0" indent="0" algn="l" defTabSz="932688">
              <a:lnSpc>
                <a:spcPct val="100000"/>
              </a:lnSpc>
              <a:spcBef>
                <a:spcPts val="672"/>
              </a:spcBef>
              <a:buFontTx/>
              <a:buNone/>
              <a:defRPr sz="2200" baseline="0">
                <a:solidFill>
                  <a:schemeClr val="tx1"/>
                </a:solidFill>
              </a:defRPr>
            </a:lvl4pPr>
            <a:lvl5pPr marL="0" indent="0" algn="l">
              <a:lnSpc>
                <a:spcPct val="110000"/>
              </a:lnSpc>
              <a:buNone/>
              <a:defRPr sz="2200" baseline="0">
                <a:solidFill>
                  <a:schemeClr val="tx1"/>
                </a:solidFill>
              </a:defRPr>
            </a:lvl5pPr>
            <a:lvl6pPr marL="0" indent="0" algn="l" defTabSz="932688">
              <a:lnSpc>
                <a:spcPct val="100000"/>
              </a:lnSpc>
              <a:spcBef>
                <a:spcPts val="672"/>
              </a:spcBef>
              <a:buFontTx/>
              <a:buNone/>
              <a:defRPr sz="2200" baseline="0">
                <a:solidFill>
                  <a:schemeClr val="tx1"/>
                </a:solidFill>
              </a:defRPr>
            </a:lvl6pPr>
            <a:lvl7pPr marL="0" indent="0" algn="l" defTabSz="932688">
              <a:lnSpc>
                <a:spcPct val="100000"/>
              </a:lnSpc>
              <a:spcBef>
                <a:spcPts val="672"/>
              </a:spcBef>
              <a:buFontTx/>
              <a:buNone/>
              <a:defRPr sz="2200" baseline="0">
                <a:solidFill>
                  <a:schemeClr val="tx1"/>
                </a:solidFill>
              </a:defRPr>
            </a:lvl7pPr>
            <a:lvl8pPr marL="0" indent="0" algn="l" defTabSz="932688">
              <a:lnSpc>
                <a:spcPct val="100000"/>
              </a:lnSpc>
              <a:spcBef>
                <a:spcPts val="672"/>
              </a:spcBef>
              <a:buFontTx/>
              <a:buNone/>
              <a:defRPr sz="2200" baseline="0">
                <a:solidFill>
                  <a:schemeClr val="tx1"/>
                </a:solidFill>
              </a:defRPr>
            </a:lvl8pPr>
            <a:lvl9pPr marL="0" indent="0" algn="l" defTabSz="932688">
              <a:lnSpc>
                <a:spcPct val="100000"/>
              </a:lnSpc>
              <a:spcBef>
                <a:spcPts val="672"/>
              </a:spcBef>
              <a:buFontTx/>
              <a:buNone/>
              <a:defRPr sz="2200" baseline="0">
                <a:solidFill>
                  <a:schemeClr val="tx1"/>
                </a:solidFill>
              </a:defRPr>
            </a:lvl9pPr>
          </a:lstStyle>
          <a:p>
            <a:r>
              <a:rPr lang="en-US" noProof="0"/>
              <a:t>Click to edit Master subtitle style</a:t>
            </a:r>
            <a:endParaRPr lang="en-US" noProof="0" dirty="0"/>
          </a:p>
        </p:txBody>
      </p:sp>
    </p:spTree>
    <p:extLst>
      <p:ext uri="{BB962C8B-B14F-4D97-AF65-F5344CB8AC3E}">
        <p14:creationId xmlns:p14="http://schemas.microsoft.com/office/powerpoint/2010/main" val="1173357496"/>
      </p:ext>
    </p:extLst>
  </p:cSld>
  <p:clrMapOvr>
    <a:masterClrMapping/>
  </p:clrMapOvr>
  <p:hf sldNum="0" hdr="0" ftr="0" dt="0"/>
  <p:extLst>
    <p:ext uri="{DCECCB84-F9BA-43D5-87BE-67443E8EF086}">
      <p15:sldGuideLst xmlns:p15="http://schemas.microsoft.com/office/powerpoint/2012/main">
        <p15:guide id="30" pos="413">
          <p15:clr>
            <a:srgbClr val="547EBF"/>
          </p15:clr>
        </p15:guide>
        <p15:guide id="31" orient="horz" pos="887">
          <p15:clr>
            <a:srgbClr val="547EBF"/>
          </p15:clr>
        </p15:guide>
        <p15:guide id="32" orient="horz" pos="789">
          <p15:clr>
            <a:srgbClr val="547EBF"/>
          </p15:clr>
        </p15:guide>
        <p15:guide id="33" orient="horz" pos="495">
          <p15:clr>
            <a:srgbClr val="547EBF"/>
          </p15:clr>
        </p15:guide>
        <p15:guide id="34" orient="horz" pos="202">
          <p15:clr>
            <a:srgbClr val="547EBF"/>
          </p15:clr>
        </p15:guide>
        <p15:guide id="35" orient="horz" pos="3923">
          <p15:clr>
            <a:srgbClr val="547EBF"/>
          </p15:clr>
        </p15:guide>
        <p15:guide id="36" pos="804">
          <p15:clr>
            <a:srgbClr val="A4A3A4"/>
          </p15:clr>
        </p15:guide>
        <p15:guide id="37" pos="1000">
          <p15:clr>
            <a:srgbClr val="A4A3A4"/>
          </p15:clr>
        </p15:guide>
        <p15:guide id="38" pos="1392">
          <p15:clr>
            <a:srgbClr val="A4A3A4"/>
          </p15:clr>
        </p15:guide>
        <p15:guide id="39" pos="1588">
          <p15:clr>
            <a:srgbClr val="A4A3A4"/>
          </p15:clr>
        </p15:guide>
        <p15:guide id="40" pos="1980">
          <p15:clr>
            <a:srgbClr val="A4A3A4"/>
          </p15:clr>
        </p15:guide>
        <p15:guide id="41" pos="2175">
          <p15:clr>
            <a:srgbClr val="A4A3A4"/>
          </p15:clr>
        </p15:guide>
        <p15:guide id="42" pos="2567">
          <p15:clr>
            <a:srgbClr val="A4A3A4"/>
          </p15:clr>
        </p15:guide>
        <p15:guide id="43" pos="2763">
          <p15:clr>
            <a:srgbClr val="A4A3A4"/>
          </p15:clr>
        </p15:guide>
        <p15:guide id="44" pos="3155">
          <p15:clr>
            <a:srgbClr val="A4A3A4"/>
          </p15:clr>
        </p15:guide>
        <p15:guide id="45" pos="3350">
          <p15:clr>
            <a:srgbClr val="A4A3A4"/>
          </p15:clr>
        </p15:guide>
        <p15:guide id="46" pos="3742">
          <p15:clr>
            <a:srgbClr val="547EBF"/>
          </p15:clr>
        </p15:guide>
        <p15:guide id="47" pos="3938">
          <p15:clr>
            <a:srgbClr val="547EBF"/>
          </p15:clr>
        </p15:guide>
        <p15:guide id="48" pos="4330">
          <p15:clr>
            <a:srgbClr val="A4A3A4"/>
          </p15:clr>
        </p15:guide>
        <p15:guide id="49" pos="4525">
          <p15:clr>
            <a:srgbClr val="A4A3A4"/>
          </p15:clr>
        </p15:guide>
        <p15:guide id="50" pos="5113">
          <p15:clr>
            <a:srgbClr val="A4A3A4"/>
          </p15:clr>
        </p15:guide>
        <p15:guide id="51" pos="4917">
          <p15:clr>
            <a:srgbClr val="A4A3A4"/>
          </p15:clr>
        </p15:guide>
        <p15:guide id="52" pos="5505">
          <p15:clr>
            <a:srgbClr val="A4A3A4"/>
          </p15:clr>
        </p15:guide>
        <p15:guide id="53" pos="5700">
          <p15:clr>
            <a:srgbClr val="A4A3A4"/>
          </p15:clr>
        </p15:guide>
        <p15:guide id="54" pos="6092">
          <p15:clr>
            <a:srgbClr val="A4A3A4"/>
          </p15:clr>
        </p15:guide>
        <p15:guide id="55" pos="6288">
          <p15:clr>
            <a:srgbClr val="A4A3A4"/>
          </p15:clr>
        </p15:guide>
        <p15:guide id="56" pos="6680">
          <p15:clr>
            <a:srgbClr val="A4A3A4"/>
          </p15:clr>
        </p15:guide>
        <p15:guide id="57" pos="6876">
          <p15:clr>
            <a:srgbClr val="A4A3A4"/>
          </p15:clr>
        </p15:guide>
        <p15:guide id="58" pos="7267">
          <p15:clr>
            <a:srgbClr val="547EBF"/>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ection Title Color">
    <p:bg>
      <p:bgPr>
        <a:solidFill>
          <a:srgbClr val="737373"/>
        </a:solidFill>
        <a:effectLst/>
      </p:bgPr>
    </p:bg>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17D53EF6-E97C-46E7-A9D5-30F96F1F21F3}"/>
              </a:ext>
            </a:extLst>
          </p:cNvPr>
          <p:cNvSpPr>
            <a:spLocks noGrp="1"/>
          </p:cNvSpPr>
          <p:nvPr>
            <p:ph type="title"/>
          </p:nvPr>
        </p:nvSpPr>
        <p:spPr>
          <a:xfrm>
            <a:off x="655638" y="2979777"/>
            <a:ext cx="9015411" cy="604798"/>
          </a:xfrm>
        </p:spPr>
        <p:txBody>
          <a:bodyPr vert="horz" lIns="0" tIns="0" rIns="0" bIns="45720" rtlCol="0" anchor="b">
            <a:noAutofit/>
          </a:bodyPr>
          <a:lstStyle>
            <a:lvl1pPr>
              <a:defRPr lang="en-GB" sz="3600" baseline="0" dirty="0">
                <a:solidFill>
                  <a:schemeClr val="bg1"/>
                </a:solidFill>
              </a:defRPr>
            </a:lvl1pPr>
          </a:lstStyle>
          <a:p>
            <a:pPr lvl="0"/>
            <a:r>
              <a:rPr lang="en-US" noProof="0"/>
              <a:t>Click to edit Master title style</a:t>
            </a:r>
            <a:endParaRPr lang="en-US" noProof="0" dirty="0"/>
          </a:p>
        </p:txBody>
      </p:sp>
    </p:spTree>
    <p:extLst>
      <p:ext uri="{BB962C8B-B14F-4D97-AF65-F5344CB8AC3E}">
        <p14:creationId xmlns:p14="http://schemas.microsoft.com/office/powerpoint/2010/main" val="2958653933"/>
      </p:ext>
    </p:extLst>
  </p:cSld>
  <p:clrMapOvr>
    <a:masterClrMapping/>
  </p:clrMapOvr>
  <p:hf sldNum="0" hdr="0" ftr="0" dt="0"/>
  <p:extLst>
    <p:ext uri="{DCECCB84-F9BA-43D5-87BE-67443E8EF086}">
      <p15:sldGuideLst xmlns:p15="http://schemas.microsoft.com/office/powerpoint/2012/main">
        <p15:guide id="6" pos="413">
          <p15:clr>
            <a:srgbClr val="FFFFFF"/>
          </p15:clr>
        </p15:guide>
        <p15:guide id="7" orient="horz" pos="2258">
          <p15:clr>
            <a:srgbClr val="FFFFFF"/>
          </p15:clr>
        </p15:guide>
        <p15:guide id="8" orient="horz" pos="2160">
          <p15:clr>
            <a:srgbClr val="FFFFFF"/>
          </p15:clr>
        </p15:guide>
        <p15:guide id="9" orient="horz" pos="1866">
          <p15:clr>
            <a:srgbClr val="FFFFFF"/>
          </p15:clr>
        </p15:guide>
        <p15:guide id="10" pos="6092">
          <p15:clr>
            <a:srgbClr val="FFFFFF"/>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ection Title Light Color">
    <p:bg>
      <p:bgPr>
        <a:solidFill>
          <a:srgbClr val="E6E6E6"/>
        </a:solidFill>
        <a:effectLst/>
      </p:bgPr>
    </p:bg>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17D53EF6-E97C-46E7-A9D5-30F96F1F21F3}"/>
              </a:ext>
            </a:extLst>
          </p:cNvPr>
          <p:cNvSpPr>
            <a:spLocks noGrp="1"/>
          </p:cNvSpPr>
          <p:nvPr>
            <p:ph type="title"/>
          </p:nvPr>
        </p:nvSpPr>
        <p:spPr>
          <a:xfrm>
            <a:off x="655638" y="2979777"/>
            <a:ext cx="9015411" cy="604798"/>
          </a:xfrm>
        </p:spPr>
        <p:txBody>
          <a:bodyPr vert="horz" lIns="0" tIns="0" rIns="0" bIns="45720" rtlCol="0" anchor="b">
            <a:noAutofit/>
          </a:bodyPr>
          <a:lstStyle>
            <a:lvl1pPr>
              <a:defRPr lang="en-GB" sz="3600" baseline="0" dirty="0">
                <a:solidFill>
                  <a:srgbClr val="000000"/>
                </a:solidFill>
              </a:defRPr>
            </a:lvl1pPr>
          </a:lstStyle>
          <a:p>
            <a:pPr lvl="0"/>
            <a:r>
              <a:rPr lang="en-US" noProof="0"/>
              <a:t>Click to edit Master title style</a:t>
            </a:r>
            <a:endParaRPr lang="en-US" noProof="0" dirty="0"/>
          </a:p>
        </p:txBody>
      </p:sp>
    </p:spTree>
    <p:extLst>
      <p:ext uri="{BB962C8B-B14F-4D97-AF65-F5344CB8AC3E}">
        <p14:creationId xmlns:p14="http://schemas.microsoft.com/office/powerpoint/2010/main" val="2409733425"/>
      </p:ext>
    </p:extLst>
  </p:cSld>
  <p:clrMapOvr>
    <a:masterClrMapping/>
  </p:clrMapOvr>
  <p:hf sldNum="0" hdr="0" ftr="0" dt="0"/>
  <p:extLst>
    <p:ext uri="{DCECCB84-F9BA-43D5-87BE-67443E8EF086}">
      <p15:sldGuideLst xmlns:p15="http://schemas.microsoft.com/office/powerpoint/2012/main">
        <p15:guide id="6" pos="413">
          <p15:clr>
            <a:srgbClr val="FFFFFF"/>
          </p15:clr>
        </p15:guide>
        <p15:guide id="7" orient="horz" pos="2258">
          <p15:clr>
            <a:srgbClr val="FFFFFF"/>
          </p15:clr>
        </p15:guide>
        <p15:guide id="8" orient="horz" pos="2160">
          <p15:clr>
            <a:srgbClr val="FFFFFF"/>
          </p15:clr>
        </p15:guide>
        <p15:guide id="9" orient="horz" pos="1866">
          <p15:clr>
            <a:srgbClr val="FFFFFF"/>
          </p15:clr>
        </p15:guide>
        <p15:guide id="10" pos="6092">
          <p15:clr>
            <a:srgbClr val="FFFFFF"/>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ection Title">
    <p:bg>
      <p:bgPr>
        <a:solidFill>
          <a:schemeClr val="bg1"/>
        </a:solidFill>
        <a:effectLst/>
      </p:bgPr>
    </p:bg>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17D53EF6-E97C-46E7-A9D5-30F96F1F21F3}"/>
              </a:ext>
            </a:extLst>
          </p:cNvPr>
          <p:cNvSpPr>
            <a:spLocks noGrp="1"/>
          </p:cNvSpPr>
          <p:nvPr>
            <p:ph type="title"/>
          </p:nvPr>
        </p:nvSpPr>
        <p:spPr>
          <a:xfrm>
            <a:off x="655638" y="2979777"/>
            <a:ext cx="9015412" cy="604797"/>
          </a:xfrm>
        </p:spPr>
        <p:txBody>
          <a:bodyPr vert="horz" lIns="0" tIns="0" rIns="0" bIns="45720" rtlCol="0" anchor="b">
            <a:noAutofit/>
          </a:bodyPr>
          <a:lstStyle>
            <a:lvl1pPr>
              <a:defRPr lang="en-GB" sz="3600" baseline="0" dirty="0"/>
            </a:lvl1pPr>
          </a:lstStyle>
          <a:p>
            <a:pPr lvl="0"/>
            <a:r>
              <a:rPr lang="en-US" noProof="0"/>
              <a:t>Click to edit Master title style</a:t>
            </a:r>
            <a:endParaRPr lang="en-US" noProof="0" dirty="0"/>
          </a:p>
        </p:txBody>
      </p:sp>
    </p:spTree>
    <p:extLst>
      <p:ext uri="{BB962C8B-B14F-4D97-AF65-F5344CB8AC3E}">
        <p14:creationId xmlns:p14="http://schemas.microsoft.com/office/powerpoint/2010/main" val="3062561396"/>
      </p:ext>
    </p:extLst>
  </p:cSld>
  <p:clrMapOvr>
    <a:masterClrMapping/>
  </p:clrMapOvr>
  <p:hf sldNum="0" hdr="0" ftr="0" dt="0"/>
  <p:extLst>
    <p:ext uri="{DCECCB84-F9BA-43D5-87BE-67443E8EF086}">
      <p15:sldGuideLst xmlns:p15="http://schemas.microsoft.com/office/powerpoint/2012/main">
        <p15:guide id="6" pos="413">
          <p15:clr>
            <a:srgbClr val="547EBF"/>
          </p15:clr>
        </p15:guide>
        <p15:guide id="7" pos="6092">
          <p15:clr>
            <a:srgbClr val="547EBF"/>
          </p15:clr>
        </p15:guide>
        <p15:guide id="8" orient="horz" pos="2160">
          <p15:clr>
            <a:srgbClr val="547EBF"/>
          </p15:clr>
        </p15:guide>
        <p15:guide id="9" orient="horz" pos="2258">
          <p15:clr>
            <a:srgbClr val="547EBF"/>
          </p15:clr>
        </p15:guide>
        <p15:guide id="10" orient="horz" pos="1866">
          <p15:clr>
            <a:srgbClr val="547EBF"/>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ection Title Photo Option">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262BA849-E620-4C30-BACF-8D6B5D158257}"/>
              </a:ext>
              <a:ext uri="{C183D7F6-B498-43B3-948B-1728B52AA6E4}">
                <adec:decorative xmlns:adec="http://schemas.microsoft.com/office/drawing/2017/decorative" val="1"/>
              </a:ext>
            </a:extLst>
          </p:cNvPr>
          <p:cNvSpPr>
            <a:spLocks noGrp="1"/>
          </p:cNvSpPr>
          <p:nvPr>
            <p:ph type="pic" sz="quarter" idx="10" hasCustomPrompt="1"/>
          </p:nvPr>
        </p:nvSpPr>
        <p:spPr>
          <a:xfrm>
            <a:off x="0" y="0"/>
            <a:ext cx="12192000" cy="6858000"/>
          </a:xfrm>
        </p:spPr>
        <p:txBody>
          <a:bodyPr/>
          <a:lstStyle>
            <a:lvl1pPr marL="0" indent="0">
              <a:buNone/>
              <a:defRPr/>
            </a:lvl1pPr>
          </a:lstStyle>
          <a:p>
            <a:r>
              <a:rPr lang="en-US" dirty="0"/>
              <a:t> </a:t>
            </a:r>
          </a:p>
        </p:txBody>
      </p:sp>
      <p:sp>
        <p:nvSpPr>
          <p:cNvPr id="6" name="1 Title">
            <a:extLst>
              <a:ext uri="{FF2B5EF4-FFF2-40B4-BE49-F238E27FC236}">
                <a16:creationId xmlns:a16="http://schemas.microsoft.com/office/drawing/2014/main" id="{BD9B88E4-190C-4F7B-81CC-01238B1F36BF}"/>
              </a:ext>
            </a:extLst>
          </p:cNvPr>
          <p:cNvSpPr>
            <a:spLocks noGrp="1"/>
          </p:cNvSpPr>
          <p:nvPr>
            <p:ph type="title"/>
          </p:nvPr>
        </p:nvSpPr>
        <p:spPr>
          <a:xfrm>
            <a:off x="655638" y="2979777"/>
            <a:ext cx="9015412" cy="604797"/>
          </a:xfrm>
        </p:spPr>
        <p:txBody>
          <a:bodyPr vert="horz" lIns="0" tIns="0" rIns="0" bIns="45720" rtlCol="0" anchor="b">
            <a:noAutofit/>
          </a:bodyPr>
          <a:lstStyle>
            <a:lvl1pPr>
              <a:defRPr lang="en-GB" sz="3600" baseline="0" dirty="0">
                <a:solidFill>
                  <a:schemeClr val="bg1"/>
                </a:solidFill>
              </a:defRPr>
            </a:lvl1pPr>
          </a:lstStyle>
          <a:p>
            <a:pPr lvl="0"/>
            <a:r>
              <a:rPr lang="en-US" noProof="0"/>
              <a:t>Click to edit Master title style</a:t>
            </a:r>
            <a:endParaRPr lang="en-US" noProof="0" dirty="0"/>
          </a:p>
        </p:txBody>
      </p:sp>
    </p:spTree>
    <p:extLst>
      <p:ext uri="{BB962C8B-B14F-4D97-AF65-F5344CB8AC3E}">
        <p14:creationId xmlns:p14="http://schemas.microsoft.com/office/powerpoint/2010/main" val="1345195137"/>
      </p:ext>
    </p:extLst>
  </p:cSld>
  <p:clrMapOvr>
    <a:masterClrMapping/>
  </p:clrMapOvr>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itle - Square Photo ">
    <p:spTree>
      <p:nvGrpSpPr>
        <p:cNvPr id="1" name=""/>
        <p:cNvGrpSpPr/>
        <p:nvPr/>
      </p:nvGrpSpPr>
      <p:grpSpPr>
        <a:xfrm>
          <a:off x="0" y="0"/>
          <a:ext cx="0" cy="0"/>
          <a:chOff x="0" y="0"/>
          <a:chExt cx="0" cy="0"/>
        </a:xfrm>
      </p:grpSpPr>
      <p:sp>
        <p:nvSpPr>
          <p:cNvPr id="3" name="1 Title">
            <a:extLst>
              <a:ext uri="{FF2B5EF4-FFF2-40B4-BE49-F238E27FC236}">
                <a16:creationId xmlns:a16="http://schemas.microsoft.com/office/drawing/2014/main" id="{935C9167-B5C7-4834-AC78-240C8C3EF11E}"/>
              </a:ext>
            </a:extLst>
          </p:cNvPr>
          <p:cNvSpPr>
            <a:spLocks noGrp="1"/>
          </p:cNvSpPr>
          <p:nvPr>
            <p:ph type="title"/>
          </p:nvPr>
        </p:nvSpPr>
        <p:spPr>
          <a:xfrm>
            <a:off x="655637" y="630237"/>
            <a:ext cx="4352926" cy="2493962"/>
          </a:xfrm>
        </p:spPr>
        <p:txBody>
          <a:bodyPr anchor="ctr">
            <a:noAutofit/>
          </a:bodyPr>
          <a:lstStyle>
            <a:lvl1pPr algn="ctr">
              <a:defRPr/>
            </a:lvl1pPr>
          </a:lstStyle>
          <a:p>
            <a:r>
              <a:rPr lang="en-US" noProof="0"/>
              <a:t>Click to edit Master title style</a:t>
            </a:r>
            <a:endParaRPr lang="en-US" noProof="0" dirty="0"/>
          </a:p>
        </p:txBody>
      </p:sp>
      <p:sp>
        <p:nvSpPr>
          <p:cNvPr id="4" name="2 Text Placeholder">
            <a:extLst>
              <a:ext uri="{FF2B5EF4-FFF2-40B4-BE49-F238E27FC236}">
                <a16:creationId xmlns:a16="http://schemas.microsoft.com/office/drawing/2014/main" id="{0E780C89-4FC1-4FE7-AFCA-1C41A1B0944C}"/>
              </a:ext>
            </a:extLst>
          </p:cNvPr>
          <p:cNvSpPr>
            <a:spLocks noGrp="1"/>
          </p:cNvSpPr>
          <p:nvPr>
            <p:ph type="body" sz="quarter" idx="10"/>
          </p:nvPr>
        </p:nvSpPr>
        <p:spPr>
          <a:xfrm>
            <a:off x="655320" y="3584448"/>
            <a:ext cx="4352925" cy="2643188"/>
          </a:xfrm>
          <a:prstGeom prst="rect">
            <a:avLst/>
          </a:prstGeom>
        </p:spPr>
        <p:txBody>
          <a:bodyPr>
            <a:noAutofit/>
          </a:bodyPr>
          <a:lstStyle>
            <a:lvl1pPr marL="0" indent="0">
              <a:buNone/>
              <a:defRPr sz="24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noProof="0"/>
              <a:t>Click to edit Master text styles</a:t>
            </a:r>
          </a:p>
        </p:txBody>
      </p:sp>
      <p:sp>
        <p:nvSpPr>
          <p:cNvPr id="9" name="Picture Placeholder 8">
            <a:extLst>
              <a:ext uri="{FF2B5EF4-FFF2-40B4-BE49-F238E27FC236}">
                <a16:creationId xmlns:a16="http://schemas.microsoft.com/office/drawing/2014/main" id="{B03C246A-8E6B-4528-976A-954C6D12B933}"/>
              </a:ext>
              <a:ext uri="{C183D7F6-B498-43B3-948B-1728B52AA6E4}">
                <adec:decorative xmlns:adec="http://schemas.microsoft.com/office/drawing/2017/decorative" val="1"/>
              </a:ext>
            </a:extLst>
          </p:cNvPr>
          <p:cNvSpPr>
            <a:spLocks noGrp="1"/>
          </p:cNvSpPr>
          <p:nvPr>
            <p:ph type="pic" sz="quarter" idx="15" hasCustomPrompt="1"/>
          </p:nvPr>
        </p:nvSpPr>
        <p:spPr>
          <a:xfrm>
            <a:off x="5333682" y="0"/>
            <a:ext cx="6858000" cy="6861524"/>
          </a:xfrm>
          <a:solidFill>
            <a:srgbClr val="E6E6E6"/>
          </a:solidFill>
        </p:spPr>
        <p:txBody>
          <a:bodyPr tIns="1828800" anchor="t"/>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Tree>
    <p:extLst>
      <p:ext uri="{BB962C8B-B14F-4D97-AF65-F5344CB8AC3E}">
        <p14:creationId xmlns:p14="http://schemas.microsoft.com/office/powerpoint/2010/main" val="3050907311"/>
      </p:ext>
    </p:extLst>
  </p:cSld>
  <p:clrMapOvr>
    <a:masterClrMapping/>
  </p:clrMapOvr>
  <p:hf sldNum="0" hdr="0" ftr="0" dt="0"/>
  <p:extLst>
    <p:ext uri="{DCECCB84-F9BA-43D5-87BE-67443E8EF086}">
      <p15:sldGuideLst xmlns:p15="http://schemas.microsoft.com/office/powerpoint/2012/main">
        <p15:guide id="17" orient="horz" pos="1964">
          <p15:clr>
            <a:srgbClr val="547EBF"/>
          </p15:clr>
        </p15:guide>
        <p15:guide id="18" orient="horz" pos="2258">
          <p15:clr>
            <a:srgbClr val="547EBF"/>
          </p15:clr>
        </p15:guide>
        <p15:guide id="19" pos="3350">
          <p15:clr>
            <a:srgbClr val="547EBF"/>
          </p15:clr>
        </p15:guide>
        <p15:guide id="20" pos="3155">
          <p15:clr>
            <a:srgbClr val="547EBF"/>
          </p15:clr>
        </p15:guide>
        <p15:guide id="21" pos="413">
          <p15:clr>
            <a:srgbClr val="547EBF"/>
          </p15:clr>
        </p15:guide>
        <p15:guide id="22" orient="horz" pos="397">
          <p15:clr>
            <a:srgbClr val="547EBF"/>
          </p15:clr>
        </p15:guide>
        <p15:guide id="23" orient="horz" pos="3923">
          <p15:clr>
            <a:srgbClr val="547EBF"/>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 Content - Square Photo ">
    <p:spTree>
      <p:nvGrpSpPr>
        <p:cNvPr id="1" name=""/>
        <p:cNvGrpSpPr/>
        <p:nvPr/>
      </p:nvGrpSpPr>
      <p:grpSpPr>
        <a:xfrm>
          <a:off x="0" y="0"/>
          <a:ext cx="0" cy="0"/>
          <a:chOff x="0" y="0"/>
          <a:chExt cx="0" cy="0"/>
        </a:xfrm>
      </p:grpSpPr>
      <p:sp>
        <p:nvSpPr>
          <p:cNvPr id="3" name="1 Title">
            <a:extLst>
              <a:ext uri="{FF2B5EF4-FFF2-40B4-BE49-F238E27FC236}">
                <a16:creationId xmlns:a16="http://schemas.microsoft.com/office/drawing/2014/main" id="{935C9167-B5C7-4834-AC78-240C8C3EF11E}"/>
              </a:ext>
            </a:extLst>
          </p:cNvPr>
          <p:cNvSpPr>
            <a:spLocks noGrp="1"/>
          </p:cNvSpPr>
          <p:nvPr>
            <p:ph type="title" hasCustomPrompt="1"/>
          </p:nvPr>
        </p:nvSpPr>
        <p:spPr>
          <a:xfrm>
            <a:off x="655637" y="320040"/>
            <a:ext cx="4352926" cy="461665"/>
          </a:xfrm>
        </p:spPr>
        <p:txBody>
          <a:bodyPr anchor="t">
            <a:noAutofit/>
          </a:bodyPr>
          <a:lstStyle>
            <a:lvl1pPr algn="l">
              <a:defRPr/>
            </a:lvl1pPr>
          </a:lstStyle>
          <a:p>
            <a:r>
              <a:rPr lang="en-US" noProof="0" dirty="0"/>
              <a:t>Title</a:t>
            </a:r>
          </a:p>
        </p:txBody>
      </p:sp>
      <p:sp>
        <p:nvSpPr>
          <p:cNvPr id="8" name="Text Placeholder 7">
            <a:extLst>
              <a:ext uri="{FF2B5EF4-FFF2-40B4-BE49-F238E27FC236}">
                <a16:creationId xmlns:a16="http://schemas.microsoft.com/office/drawing/2014/main" id="{81A8F63C-5D9B-4647-8C88-F5B85777FE46}"/>
              </a:ext>
            </a:extLst>
          </p:cNvPr>
          <p:cNvSpPr>
            <a:spLocks noGrp="1"/>
          </p:cNvSpPr>
          <p:nvPr>
            <p:ph type="body" sz="quarter" idx="16"/>
          </p:nvPr>
        </p:nvSpPr>
        <p:spPr>
          <a:xfrm>
            <a:off x="655320" y="1408113"/>
            <a:ext cx="4352925" cy="4819650"/>
          </a:xfrm>
        </p:spPr>
        <p:txBody>
          <a:bodyPr/>
          <a:lstStyle>
            <a:lvl1pPr marL="0" indent="0">
              <a:buNone/>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Picture Placeholder 8">
            <a:extLst>
              <a:ext uri="{FF2B5EF4-FFF2-40B4-BE49-F238E27FC236}">
                <a16:creationId xmlns:a16="http://schemas.microsoft.com/office/drawing/2014/main" id="{B03C246A-8E6B-4528-976A-954C6D12B933}"/>
              </a:ext>
              <a:ext uri="{C183D7F6-B498-43B3-948B-1728B52AA6E4}">
                <adec:decorative xmlns:adec="http://schemas.microsoft.com/office/drawing/2017/decorative" val="1"/>
              </a:ext>
            </a:extLst>
          </p:cNvPr>
          <p:cNvSpPr>
            <a:spLocks noGrp="1"/>
          </p:cNvSpPr>
          <p:nvPr>
            <p:ph type="pic" sz="quarter" idx="15" hasCustomPrompt="1"/>
          </p:nvPr>
        </p:nvSpPr>
        <p:spPr>
          <a:xfrm>
            <a:off x="5333682" y="0"/>
            <a:ext cx="6858000" cy="6858000"/>
          </a:xfrm>
          <a:solidFill>
            <a:srgbClr val="E6E6E6"/>
          </a:solidFill>
        </p:spPr>
        <p:txBody>
          <a:bodyPr tIns="1828800" anchor="t"/>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Tree>
    <p:extLst>
      <p:ext uri="{BB962C8B-B14F-4D97-AF65-F5344CB8AC3E}">
        <p14:creationId xmlns:p14="http://schemas.microsoft.com/office/powerpoint/2010/main" val="51790631"/>
      </p:ext>
    </p:extLst>
  </p:cSld>
  <p:clrMapOvr>
    <a:masterClrMapping/>
  </p:clrMapOvr>
  <p:hf sldNum="0" hdr="0" ftr="0" dt="0"/>
  <p:extLst>
    <p:ext uri="{DCECCB84-F9BA-43D5-87BE-67443E8EF086}">
      <p15:sldGuideLst xmlns:p15="http://schemas.microsoft.com/office/powerpoint/2012/main">
        <p15:guide id="17" orient="horz" pos="864">
          <p15:clr>
            <a:srgbClr val="547EBF"/>
          </p15:clr>
        </p15:guide>
        <p15:guide id="18" orient="horz" pos="2258">
          <p15:clr>
            <a:srgbClr val="547EBF"/>
          </p15:clr>
        </p15:guide>
        <p15:guide id="19" pos="3350">
          <p15:clr>
            <a:srgbClr val="547EBF"/>
          </p15:clr>
        </p15:guide>
        <p15:guide id="20" pos="3155">
          <p15:clr>
            <a:srgbClr val="547EBF"/>
          </p15:clr>
        </p15:guide>
        <p15:guide id="21" pos="413">
          <p15:clr>
            <a:srgbClr val="547EBF"/>
          </p15:clr>
        </p15:guide>
        <p15:guide id="22" orient="horz" pos="397">
          <p15:clr>
            <a:srgbClr val="547EBF"/>
          </p15:clr>
        </p15:guide>
        <p15:guide id="23" orient="horz" pos="3923">
          <p15:clr>
            <a:srgbClr val="547EBF"/>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 Subtitle - Content - Square Photo ">
    <p:spTree>
      <p:nvGrpSpPr>
        <p:cNvPr id="1" name=""/>
        <p:cNvGrpSpPr/>
        <p:nvPr/>
      </p:nvGrpSpPr>
      <p:grpSpPr>
        <a:xfrm>
          <a:off x="0" y="0"/>
          <a:ext cx="0" cy="0"/>
          <a:chOff x="0" y="0"/>
          <a:chExt cx="0" cy="0"/>
        </a:xfrm>
      </p:grpSpPr>
      <p:sp>
        <p:nvSpPr>
          <p:cNvPr id="3" name="1 Title">
            <a:extLst>
              <a:ext uri="{FF2B5EF4-FFF2-40B4-BE49-F238E27FC236}">
                <a16:creationId xmlns:a16="http://schemas.microsoft.com/office/drawing/2014/main" id="{935C9167-B5C7-4834-AC78-240C8C3EF11E}"/>
              </a:ext>
            </a:extLst>
          </p:cNvPr>
          <p:cNvSpPr>
            <a:spLocks noGrp="1"/>
          </p:cNvSpPr>
          <p:nvPr>
            <p:ph type="title" hasCustomPrompt="1"/>
          </p:nvPr>
        </p:nvSpPr>
        <p:spPr>
          <a:xfrm>
            <a:off x="655637" y="320040"/>
            <a:ext cx="4352926" cy="461665"/>
          </a:xfrm>
        </p:spPr>
        <p:txBody>
          <a:bodyPr anchor="t">
            <a:noAutofit/>
          </a:bodyPr>
          <a:lstStyle>
            <a:lvl1pPr algn="l">
              <a:defRPr/>
            </a:lvl1pPr>
          </a:lstStyle>
          <a:p>
            <a:r>
              <a:rPr lang="en-US" noProof="0" dirty="0"/>
              <a:t>Title</a:t>
            </a:r>
          </a:p>
        </p:txBody>
      </p:sp>
      <p:sp>
        <p:nvSpPr>
          <p:cNvPr id="8" name="Text Placeholder 7">
            <a:extLst>
              <a:ext uri="{FF2B5EF4-FFF2-40B4-BE49-F238E27FC236}">
                <a16:creationId xmlns:a16="http://schemas.microsoft.com/office/drawing/2014/main" id="{81A8F63C-5D9B-4647-8C88-F5B85777FE46}"/>
              </a:ext>
            </a:extLst>
          </p:cNvPr>
          <p:cNvSpPr>
            <a:spLocks noGrp="1"/>
          </p:cNvSpPr>
          <p:nvPr>
            <p:ph type="body" sz="quarter" idx="16"/>
          </p:nvPr>
        </p:nvSpPr>
        <p:spPr>
          <a:xfrm>
            <a:off x="655320" y="1408113"/>
            <a:ext cx="4352925" cy="4819650"/>
          </a:xfrm>
        </p:spPr>
        <p:txBody>
          <a:bodyPr/>
          <a:lstStyle>
            <a:lvl1pPr marL="0" indent="0">
              <a:buNone/>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Picture Placeholder 8">
            <a:extLst>
              <a:ext uri="{FF2B5EF4-FFF2-40B4-BE49-F238E27FC236}">
                <a16:creationId xmlns:a16="http://schemas.microsoft.com/office/drawing/2014/main" id="{B03C246A-8E6B-4528-976A-954C6D12B933}"/>
              </a:ext>
              <a:ext uri="{C183D7F6-B498-43B3-948B-1728B52AA6E4}">
                <adec:decorative xmlns:adec="http://schemas.microsoft.com/office/drawing/2017/decorative" val="1"/>
              </a:ext>
            </a:extLst>
          </p:cNvPr>
          <p:cNvSpPr>
            <a:spLocks noGrp="1"/>
          </p:cNvSpPr>
          <p:nvPr>
            <p:ph type="pic" sz="quarter" idx="15" hasCustomPrompt="1"/>
          </p:nvPr>
        </p:nvSpPr>
        <p:spPr>
          <a:xfrm>
            <a:off x="5333682" y="0"/>
            <a:ext cx="6858000" cy="6858000"/>
          </a:xfrm>
          <a:solidFill>
            <a:srgbClr val="E6E6E6"/>
          </a:solidFill>
        </p:spPr>
        <p:txBody>
          <a:bodyPr tIns="1828800" anchor="t"/>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5" name="2 Subtitle">
            <a:extLst>
              <a:ext uri="{FF2B5EF4-FFF2-40B4-BE49-F238E27FC236}">
                <a16:creationId xmlns:a16="http://schemas.microsoft.com/office/drawing/2014/main" id="{9347F9EC-F1BB-42CE-A353-EFF001250A0F}"/>
              </a:ext>
            </a:extLst>
          </p:cNvPr>
          <p:cNvSpPr>
            <a:spLocks noGrp="1"/>
          </p:cNvSpPr>
          <p:nvPr>
            <p:ph type="subTitle" idx="1"/>
          </p:nvPr>
        </p:nvSpPr>
        <p:spPr>
          <a:xfrm>
            <a:off x="655638" y="786383"/>
            <a:ext cx="4352926" cy="461665"/>
          </a:xfrm>
          <a:prstGeom prst="rect">
            <a:avLst/>
          </a:prstGeom>
        </p:spPr>
        <p:txBody>
          <a:bodyPr>
            <a:normAutofit/>
          </a:bodyPr>
          <a:lstStyle>
            <a:lvl1pPr marL="0" indent="0" algn="l" defTabSz="932688">
              <a:lnSpc>
                <a:spcPct val="100000"/>
              </a:lnSpc>
              <a:spcBef>
                <a:spcPts val="672"/>
              </a:spcBef>
              <a:buFontTx/>
              <a:buNone/>
              <a:defRPr sz="2000" baseline="0">
                <a:solidFill>
                  <a:schemeClr val="tx1"/>
                </a:solidFill>
              </a:defRPr>
            </a:lvl1pPr>
            <a:lvl2pPr marL="0" indent="0" algn="l" defTabSz="932688">
              <a:lnSpc>
                <a:spcPct val="100000"/>
              </a:lnSpc>
              <a:spcBef>
                <a:spcPts val="672"/>
              </a:spcBef>
              <a:buFontTx/>
              <a:buNone/>
              <a:defRPr sz="2200" baseline="0">
                <a:solidFill>
                  <a:schemeClr val="tx1"/>
                </a:solidFill>
              </a:defRPr>
            </a:lvl2pPr>
            <a:lvl3pPr marL="0" indent="0" algn="l" defTabSz="932688">
              <a:lnSpc>
                <a:spcPct val="100000"/>
              </a:lnSpc>
              <a:spcBef>
                <a:spcPts val="672"/>
              </a:spcBef>
              <a:buFontTx/>
              <a:buNone/>
              <a:defRPr sz="2200" baseline="0">
                <a:solidFill>
                  <a:schemeClr val="tx1"/>
                </a:solidFill>
              </a:defRPr>
            </a:lvl3pPr>
            <a:lvl4pPr marL="0" indent="0" algn="l" defTabSz="932688">
              <a:lnSpc>
                <a:spcPct val="100000"/>
              </a:lnSpc>
              <a:spcBef>
                <a:spcPts val="672"/>
              </a:spcBef>
              <a:buFontTx/>
              <a:buNone/>
              <a:defRPr sz="2200" baseline="0">
                <a:solidFill>
                  <a:schemeClr val="tx1"/>
                </a:solidFill>
              </a:defRPr>
            </a:lvl4pPr>
            <a:lvl5pPr marL="0" indent="0" algn="l">
              <a:lnSpc>
                <a:spcPct val="110000"/>
              </a:lnSpc>
              <a:buNone/>
              <a:defRPr sz="2200" baseline="0">
                <a:solidFill>
                  <a:schemeClr val="tx1"/>
                </a:solidFill>
              </a:defRPr>
            </a:lvl5pPr>
            <a:lvl6pPr marL="0" indent="0" algn="l" defTabSz="932688">
              <a:lnSpc>
                <a:spcPct val="100000"/>
              </a:lnSpc>
              <a:spcBef>
                <a:spcPts val="672"/>
              </a:spcBef>
              <a:buFontTx/>
              <a:buNone/>
              <a:defRPr sz="2200" baseline="0">
                <a:solidFill>
                  <a:schemeClr val="tx1"/>
                </a:solidFill>
              </a:defRPr>
            </a:lvl6pPr>
            <a:lvl7pPr marL="0" indent="0" algn="l" defTabSz="932688">
              <a:lnSpc>
                <a:spcPct val="100000"/>
              </a:lnSpc>
              <a:spcBef>
                <a:spcPts val="672"/>
              </a:spcBef>
              <a:buFontTx/>
              <a:buNone/>
              <a:defRPr sz="2200" baseline="0">
                <a:solidFill>
                  <a:schemeClr val="tx1"/>
                </a:solidFill>
              </a:defRPr>
            </a:lvl7pPr>
            <a:lvl8pPr marL="0" indent="0" algn="l" defTabSz="932688">
              <a:lnSpc>
                <a:spcPct val="100000"/>
              </a:lnSpc>
              <a:spcBef>
                <a:spcPts val="672"/>
              </a:spcBef>
              <a:buFontTx/>
              <a:buNone/>
              <a:defRPr sz="2200" baseline="0">
                <a:solidFill>
                  <a:schemeClr val="tx1"/>
                </a:solidFill>
              </a:defRPr>
            </a:lvl8pPr>
            <a:lvl9pPr marL="0" indent="0" algn="l" defTabSz="932688">
              <a:lnSpc>
                <a:spcPct val="100000"/>
              </a:lnSpc>
              <a:spcBef>
                <a:spcPts val="672"/>
              </a:spcBef>
              <a:buFontTx/>
              <a:buNone/>
              <a:defRPr sz="2200" baseline="0">
                <a:solidFill>
                  <a:schemeClr val="tx1"/>
                </a:solidFill>
              </a:defRPr>
            </a:lvl9pPr>
          </a:lstStyle>
          <a:p>
            <a:r>
              <a:rPr lang="en-US" noProof="0"/>
              <a:t>Click to edit Master subtitle style</a:t>
            </a:r>
            <a:endParaRPr lang="en-US" noProof="0" dirty="0"/>
          </a:p>
        </p:txBody>
      </p:sp>
    </p:spTree>
    <p:extLst>
      <p:ext uri="{BB962C8B-B14F-4D97-AF65-F5344CB8AC3E}">
        <p14:creationId xmlns:p14="http://schemas.microsoft.com/office/powerpoint/2010/main" val="2308473787"/>
      </p:ext>
    </p:extLst>
  </p:cSld>
  <p:clrMapOvr>
    <a:masterClrMapping/>
  </p:clrMapOvr>
  <p:hf sldNum="0" hdr="0" ftr="0" dt="0"/>
  <p:extLst>
    <p:ext uri="{DCECCB84-F9BA-43D5-87BE-67443E8EF086}">
      <p15:sldGuideLst xmlns:p15="http://schemas.microsoft.com/office/powerpoint/2012/main">
        <p15:guide id="17" orient="horz" pos="864">
          <p15:clr>
            <a:srgbClr val="547EBF"/>
          </p15:clr>
        </p15:guide>
        <p15:guide id="18" orient="horz" pos="2258">
          <p15:clr>
            <a:srgbClr val="547EBF"/>
          </p15:clr>
        </p15:guide>
        <p15:guide id="19" pos="3350">
          <p15:clr>
            <a:srgbClr val="547EBF"/>
          </p15:clr>
        </p15:guide>
        <p15:guide id="20" pos="3155">
          <p15:clr>
            <a:srgbClr val="547EBF"/>
          </p15:clr>
        </p15:guide>
        <p15:guide id="21" pos="413">
          <p15:clr>
            <a:srgbClr val="547EBF"/>
          </p15:clr>
        </p15:guide>
        <p15:guide id="22" orient="horz" pos="397">
          <p15:clr>
            <a:srgbClr val="547EBF"/>
          </p15:clr>
        </p15:guide>
        <p15:guide id="23" orient="horz" pos="3923">
          <p15:clr>
            <a:srgbClr val="547EBF"/>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Square Photo ">
    <p:spTree>
      <p:nvGrpSpPr>
        <p:cNvPr id="1" name=""/>
        <p:cNvGrpSpPr/>
        <p:nvPr/>
      </p:nvGrpSpPr>
      <p:grpSpPr>
        <a:xfrm>
          <a:off x="0" y="0"/>
          <a:ext cx="0" cy="0"/>
          <a:chOff x="0" y="0"/>
          <a:chExt cx="0" cy="0"/>
        </a:xfrm>
      </p:grpSpPr>
      <p:sp>
        <p:nvSpPr>
          <p:cNvPr id="4" name="1 Title">
            <a:extLst>
              <a:ext uri="{FF2B5EF4-FFF2-40B4-BE49-F238E27FC236}">
                <a16:creationId xmlns:a16="http://schemas.microsoft.com/office/drawing/2014/main" id="{43FA5608-4C5E-4C7D-8DAE-08A3B02645A1}"/>
              </a:ext>
            </a:extLst>
          </p:cNvPr>
          <p:cNvSpPr>
            <a:spLocks noGrp="1"/>
          </p:cNvSpPr>
          <p:nvPr>
            <p:ph type="title" hasCustomPrompt="1"/>
          </p:nvPr>
        </p:nvSpPr>
        <p:spPr>
          <a:xfrm>
            <a:off x="663258" y="-461665"/>
            <a:ext cx="4352926" cy="461665"/>
          </a:xfrm>
        </p:spPr>
        <p:txBody>
          <a:bodyPr anchor="b">
            <a:noAutofit/>
          </a:bodyPr>
          <a:lstStyle>
            <a:lvl1pPr algn="ctr">
              <a:defRPr/>
            </a:lvl1pPr>
          </a:lstStyle>
          <a:p>
            <a:r>
              <a:rPr lang="en-US" noProof="0" dirty="0"/>
              <a:t>Title</a:t>
            </a:r>
          </a:p>
        </p:txBody>
      </p:sp>
      <p:sp>
        <p:nvSpPr>
          <p:cNvPr id="16" name="Text Placeholder 6">
            <a:extLst>
              <a:ext uri="{FF2B5EF4-FFF2-40B4-BE49-F238E27FC236}">
                <a16:creationId xmlns:a16="http://schemas.microsoft.com/office/drawing/2014/main" id="{49244260-7270-4E52-B887-E991DA8E4E28}"/>
              </a:ext>
            </a:extLst>
          </p:cNvPr>
          <p:cNvSpPr>
            <a:spLocks noGrp="1"/>
          </p:cNvSpPr>
          <p:nvPr>
            <p:ph idx="16" hasCustomPrompt="1"/>
          </p:nvPr>
        </p:nvSpPr>
        <p:spPr>
          <a:xfrm>
            <a:off x="655638" y="630237"/>
            <a:ext cx="4352925" cy="5597525"/>
          </a:xfrm>
          <a:prstGeom prst="rect">
            <a:avLst/>
          </a:prstGeom>
        </p:spPr>
        <p:txBody>
          <a:bodyPr vert="horz" lIns="0" tIns="0" rIns="0" bIns="0" rtlCol="0">
            <a:normAutofit/>
          </a:bodyPr>
          <a:lstStyle>
            <a:lvl1pPr marL="0" indent="0">
              <a:buNone/>
              <a:defRPr sz="2400"/>
            </a:lvl1pPr>
            <a:lvl2pPr marL="310896" indent="0">
              <a:buNone/>
              <a:defRPr/>
            </a:lvl2pPr>
            <a:lvl3pPr marL="621792" indent="0">
              <a:buNone/>
              <a:defRPr/>
            </a:lvl3pPr>
            <a:lvl4pPr marL="932688" indent="0">
              <a:buNone/>
              <a:defRPr/>
            </a:lvl4pPr>
            <a:lvl5pPr marL="1225296" indent="0">
              <a:buNone/>
              <a:defRPr/>
            </a:lvl5pPr>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7" name="Picture Placeholder 8">
            <a:extLst>
              <a:ext uri="{FF2B5EF4-FFF2-40B4-BE49-F238E27FC236}">
                <a16:creationId xmlns:a16="http://schemas.microsoft.com/office/drawing/2014/main" id="{9F6E60FE-54B4-4C7F-AB24-D739EFDBAD7B}"/>
              </a:ext>
              <a:ext uri="{C183D7F6-B498-43B3-948B-1728B52AA6E4}">
                <adec:decorative xmlns:adec="http://schemas.microsoft.com/office/drawing/2017/decorative" val="1"/>
              </a:ext>
            </a:extLst>
          </p:cNvPr>
          <p:cNvSpPr>
            <a:spLocks noGrp="1"/>
          </p:cNvSpPr>
          <p:nvPr>
            <p:ph type="pic" sz="quarter" idx="15" hasCustomPrompt="1"/>
          </p:nvPr>
        </p:nvSpPr>
        <p:spPr>
          <a:xfrm>
            <a:off x="5333682" y="0"/>
            <a:ext cx="6858000" cy="6861524"/>
          </a:xfrm>
          <a:solidFill>
            <a:srgbClr val="E6E6E6"/>
          </a:solidFill>
        </p:spPr>
        <p:txBody>
          <a:bodyPr tIns="182880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Tree>
    <p:extLst>
      <p:ext uri="{BB962C8B-B14F-4D97-AF65-F5344CB8AC3E}">
        <p14:creationId xmlns:p14="http://schemas.microsoft.com/office/powerpoint/2010/main" val="1732462454"/>
      </p:ext>
    </p:extLst>
  </p:cSld>
  <p:clrMapOvr>
    <a:masterClrMapping/>
  </p:clrMapOvr>
  <p:hf sldNum="0" hdr="0" ftr="0" dt="0"/>
  <p:extLst>
    <p:ext uri="{DCECCB84-F9BA-43D5-87BE-67443E8EF086}">
      <p15:sldGuideLst xmlns:p15="http://schemas.microsoft.com/office/powerpoint/2012/main">
        <p15:guide id="10" orient="horz" pos="397">
          <p15:clr>
            <a:srgbClr val="547EBF"/>
          </p15:clr>
        </p15:guide>
        <p15:guide id="11" pos="3155">
          <p15:clr>
            <a:srgbClr val="547EBF"/>
          </p15:clr>
        </p15:guide>
        <p15:guide id="12" pos="3350">
          <p15:clr>
            <a:srgbClr val="547EBF"/>
          </p15:clr>
        </p15:guide>
        <p15:guide id="13" pos="413">
          <p15:clr>
            <a:srgbClr val="547EBF"/>
          </p15:clr>
        </p15:guide>
        <p15:guide id="14" orient="horz" pos="3923">
          <p15:clr>
            <a:srgbClr val="547EBF"/>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quare Photo 2">
    <p:spTree>
      <p:nvGrpSpPr>
        <p:cNvPr id="1" name=""/>
        <p:cNvGrpSpPr/>
        <p:nvPr/>
      </p:nvGrpSpPr>
      <p:grpSpPr>
        <a:xfrm>
          <a:off x="0" y="0"/>
          <a:ext cx="0" cy="0"/>
          <a:chOff x="0" y="0"/>
          <a:chExt cx="0" cy="0"/>
        </a:xfrm>
      </p:grpSpPr>
      <p:sp>
        <p:nvSpPr>
          <p:cNvPr id="3" name="1 Title">
            <a:extLst>
              <a:ext uri="{FF2B5EF4-FFF2-40B4-BE49-F238E27FC236}">
                <a16:creationId xmlns:a16="http://schemas.microsoft.com/office/drawing/2014/main" id="{84E2C6C6-B442-4DE7-9C6C-405B9005314D}"/>
              </a:ext>
            </a:extLst>
          </p:cNvPr>
          <p:cNvSpPr>
            <a:spLocks noGrp="1"/>
          </p:cNvSpPr>
          <p:nvPr>
            <p:ph type="title" hasCustomPrompt="1"/>
          </p:nvPr>
        </p:nvSpPr>
        <p:spPr>
          <a:xfrm>
            <a:off x="655637" y="2979738"/>
            <a:ext cx="4352925" cy="3248025"/>
          </a:xfrm>
        </p:spPr>
        <p:txBody>
          <a:bodyPr anchor="t">
            <a:noAutofit/>
          </a:bodyPr>
          <a:lstStyle>
            <a:lvl1pPr>
              <a:defRPr sz="2800"/>
            </a:lvl1pPr>
          </a:lstStyle>
          <a:p>
            <a:r>
              <a:rPr lang="en-US" noProof="0" dirty="0"/>
              <a:t>Square photo layout with smaller text</a:t>
            </a:r>
          </a:p>
        </p:txBody>
      </p:sp>
      <p:sp>
        <p:nvSpPr>
          <p:cNvPr id="7" name="Picture Placeholder 8">
            <a:extLst>
              <a:ext uri="{FF2B5EF4-FFF2-40B4-BE49-F238E27FC236}">
                <a16:creationId xmlns:a16="http://schemas.microsoft.com/office/drawing/2014/main" id="{557F8FE2-0CEA-423C-A997-F795E3DC7448}"/>
              </a:ext>
              <a:ext uri="{C183D7F6-B498-43B3-948B-1728B52AA6E4}">
                <adec:decorative xmlns:adec="http://schemas.microsoft.com/office/drawing/2017/decorative" val="1"/>
              </a:ext>
            </a:extLst>
          </p:cNvPr>
          <p:cNvSpPr>
            <a:spLocks noGrp="1"/>
          </p:cNvSpPr>
          <p:nvPr>
            <p:ph type="pic" sz="quarter" idx="15" hasCustomPrompt="1"/>
          </p:nvPr>
        </p:nvSpPr>
        <p:spPr>
          <a:xfrm>
            <a:off x="5333682" y="0"/>
            <a:ext cx="6858000" cy="6861524"/>
          </a:xfrm>
          <a:solidFill>
            <a:srgbClr val="E6E6E6"/>
          </a:solidFill>
        </p:spPr>
        <p:txBody>
          <a:bodyPr tIns="182880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Tree>
    <p:extLst>
      <p:ext uri="{BB962C8B-B14F-4D97-AF65-F5344CB8AC3E}">
        <p14:creationId xmlns:p14="http://schemas.microsoft.com/office/powerpoint/2010/main" val="2144623517"/>
      </p:ext>
    </p:extLst>
  </p:cSld>
  <p:clrMapOvr>
    <a:masterClrMapping/>
  </p:clrMapOvr>
  <p:hf sldNum="0" hdr="0" ftr="0" dt="0"/>
  <p:extLst>
    <p:ext uri="{DCECCB84-F9BA-43D5-87BE-67443E8EF086}">
      <p15:sldGuideLst xmlns:p15="http://schemas.microsoft.com/office/powerpoint/2012/main">
        <p15:guide id="8" orient="horz" pos="1877">
          <p15:clr>
            <a:srgbClr val="547EBF"/>
          </p15:clr>
        </p15:guide>
        <p15:guide id="9" orient="horz" pos="3923">
          <p15:clr>
            <a:srgbClr val="547EBF"/>
          </p15:clr>
        </p15:guide>
        <p15:guide id="10" pos="3350">
          <p15:clr>
            <a:srgbClr val="547EBF"/>
          </p15:clr>
        </p15:guide>
        <p15:guide id="11" pos="3155">
          <p15:clr>
            <a:srgbClr val="547EBF"/>
          </p15:clr>
        </p15:guide>
        <p15:guide id="12" pos="413">
          <p15:clr>
            <a:srgbClr val="547EBF"/>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op horizontal photo and title">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38E01E45-D858-46CB-8C37-2ADA7A8B4F38}"/>
              </a:ext>
            </a:extLst>
          </p:cNvPr>
          <p:cNvSpPr>
            <a:spLocks noGrp="1"/>
          </p:cNvSpPr>
          <p:nvPr>
            <p:ph type="title"/>
          </p:nvPr>
        </p:nvSpPr>
        <p:spPr>
          <a:xfrm>
            <a:off x="655638" y="4983164"/>
            <a:ext cx="10880726" cy="1244599"/>
          </a:xfrm>
        </p:spPr>
        <p:txBody>
          <a:bodyPr anchor="ctr">
            <a:noAutofit/>
          </a:bodyPr>
          <a:lstStyle>
            <a:lvl1pPr algn="ctr">
              <a:defRPr/>
            </a:lvl1pPr>
          </a:lstStyle>
          <a:p>
            <a:r>
              <a:rPr lang="en-US" noProof="0"/>
              <a:t>Click to edit Master title style</a:t>
            </a:r>
          </a:p>
        </p:txBody>
      </p:sp>
      <p:sp>
        <p:nvSpPr>
          <p:cNvPr id="7" name="Picture Placeholder 8">
            <a:extLst>
              <a:ext uri="{FF2B5EF4-FFF2-40B4-BE49-F238E27FC236}">
                <a16:creationId xmlns:a16="http://schemas.microsoft.com/office/drawing/2014/main" id="{8DAC1AB8-B848-4140-ADBF-53800EEC5897}"/>
              </a:ext>
              <a:ext uri="{C183D7F6-B498-43B3-948B-1728B52AA6E4}">
                <adec:decorative xmlns:adec="http://schemas.microsoft.com/office/drawing/2017/decorative" val="1"/>
              </a:ext>
            </a:extLst>
          </p:cNvPr>
          <p:cNvSpPr>
            <a:spLocks noGrp="1"/>
          </p:cNvSpPr>
          <p:nvPr>
            <p:ph type="pic" sz="quarter" idx="15" hasCustomPrompt="1"/>
          </p:nvPr>
        </p:nvSpPr>
        <p:spPr>
          <a:xfrm>
            <a:off x="0" y="-1"/>
            <a:ext cx="12191682" cy="4672013"/>
          </a:xfrm>
          <a:solidFill>
            <a:srgbClr val="E6E6E6"/>
          </a:solidFill>
        </p:spPr>
        <p:txBody>
          <a:bodyPr tIns="100584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Tree>
    <p:extLst>
      <p:ext uri="{BB962C8B-B14F-4D97-AF65-F5344CB8AC3E}">
        <p14:creationId xmlns:p14="http://schemas.microsoft.com/office/powerpoint/2010/main" val="3847174637"/>
      </p:ext>
    </p:extLst>
  </p:cSld>
  <p:clrMapOvr>
    <a:masterClrMapping/>
  </p:clrMapOvr>
  <p:hf sldNum="0" hdr="0" ftr="0" dt="0"/>
  <p:extLst>
    <p:ext uri="{DCECCB84-F9BA-43D5-87BE-67443E8EF086}">
      <p15:sldGuideLst xmlns:p15="http://schemas.microsoft.com/office/powerpoint/2012/main">
        <p15:guide id="10" orient="horz" pos="2943">
          <p15:clr>
            <a:srgbClr val="547EBF"/>
          </p15:clr>
        </p15:guide>
        <p15:guide id="11" orient="horz" pos="3923">
          <p15:clr>
            <a:srgbClr val="547EBF"/>
          </p15:clr>
        </p15:guide>
        <p15:guide id="12" orient="horz" pos="3139">
          <p15:clr>
            <a:srgbClr val="547EBF"/>
          </p15:clr>
        </p15:guide>
        <p15:guide id="13" pos="413">
          <p15:clr>
            <a:srgbClr val="547EBF"/>
          </p15:clr>
        </p15:guide>
        <p15:guide id="14" pos="7267">
          <p15:clr>
            <a:srgbClr val="547EBF"/>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Bottom horizontal photo and title">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045563AC-3A0B-4839-A9DC-F00E8E5411A6}"/>
              </a:ext>
            </a:extLst>
          </p:cNvPr>
          <p:cNvSpPr>
            <a:spLocks noGrp="1"/>
          </p:cNvSpPr>
          <p:nvPr>
            <p:ph type="title"/>
          </p:nvPr>
        </p:nvSpPr>
        <p:spPr>
          <a:xfrm>
            <a:off x="655954" y="629920"/>
            <a:ext cx="10880726" cy="1244600"/>
          </a:xfrm>
        </p:spPr>
        <p:txBody>
          <a:bodyPr anchor="ctr">
            <a:noAutofit/>
          </a:bodyPr>
          <a:lstStyle>
            <a:lvl1pPr algn="ctr">
              <a:defRPr/>
            </a:lvl1pPr>
          </a:lstStyle>
          <a:p>
            <a:r>
              <a:rPr lang="en-US" noProof="0"/>
              <a:t>Click to edit Master title style</a:t>
            </a:r>
          </a:p>
        </p:txBody>
      </p:sp>
      <p:sp>
        <p:nvSpPr>
          <p:cNvPr id="7" name="Picture Placeholder 8">
            <a:extLst>
              <a:ext uri="{FF2B5EF4-FFF2-40B4-BE49-F238E27FC236}">
                <a16:creationId xmlns:a16="http://schemas.microsoft.com/office/drawing/2014/main" id="{CBF73C5A-523C-4B06-A660-E8B8CE1663EC}"/>
              </a:ext>
              <a:ext uri="{C183D7F6-B498-43B3-948B-1728B52AA6E4}">
                <adec:decorative xmlns:adec="http://schemas.microsoft.com/office/drawing/2017/decorative" val="1"/>
              </a:ext>
            </a:extLst>
          </p:cNvPr>
          <p:cNvSpPr>
            <a:spLocks noGrp="1"/>
          </p:cNvSpPr>
          <p:nvPr>
            <p:ph type="pic" sz="quarter" idx="15" hasCustomPrompt="1"/>
          </p:nvPr>
        </p:nvSpPr>
        <p:spPr>
          <a:xfrm>
            <a:off x="0" y="2030414"/>
            <a:ext cx="12191682" cy="4827586"/>
          </a:xfrm>
          <a:solidFill>
            <a:srgbClr val="E6E6E6"/>
          </a:solidFill>
        </p:spPr>
        <p:txBody>
          <a:bodyPr tIns="1005840" anchor="t">
            <a:noAutofit/>
          </a:bodyPr>
          <a:lstStyle>
            <a:lvl1pPr marL="0" marR="0" indent="0" algn="ctr" defTabSz="932688" rtl="0" eaLnBrk="1" fontAlgn="auto" latinLnBrk="0" hangingPunct="1">
              <a:lnSpc>
                <a:spcPct val="100000"/>
              </a:lnSpc>
              <a:spcBef>
                <a:spcPts val="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Tree>
    <p:extLst>
      <p:ext uri="{BB962C8B-B14F-4D97-AF65-F5344CB8AC3E}">
        <p14:creationId xmlns:p14="http://schemas.microsoft.com/office/powerpoint/2010/main" val="3312909694"/>
      </p:ext>
    </p:extLst>
  </p:cSld>
  <p:clrMapOvr>
    <a:masterClrMapping/>
  </p:clrMapOvr>
  <p:hf sldNum="0" hdr="0" ftr="0" dt="0"/>
  <p:extLst>
    <p:ext uri="{DCECCB84-F9BA-43D5-87BE-67443E8EF086}">
      <p15:sldGuideLst xmlns:p15="http://schemas.microsoft.com/office/powerpoint/2012/main">
        <p15:guide id="10" orient="horz" pos="1279">
          <p15:clr>
            <a:srgbClr val="547EBF"/>
          </p15:clr>
        </p15:guide>
        <p15:guide id="11" orient="horz" pos="397">
          <p15:clr>
            <a:srgbClr val="547EBF"/>
          </p15:clr>
        </p15:guide>
        <p15:guide id="12" orient="horz" pos="1181">
          <p15:clr>
            <a:srgbClr val="547EBF"/>
          </p15:clr>
        </p15:guide>
        <p15:guide id="13" pos="413">
          <p15:clr>
            <a:srgbClr val="547EBF"/>
          </p15:clr>
        </p15:guide>
        <p15:guide id="14" pos="7267">
          <p15:clr>
            <a:srgbClr val="547EBF"/>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wo picture content">
    <p:spTree>
      <p:nvGrpSpPr>
        <p:cNvPr id="1" name=""/>
        <p:cNvGrpSpPr/>
        <p:nvPr/>
      </p:nvGrpSpPr>
      <p:grpSpPr>
        <a:xfrm>
          <a:off x="0" y="0"/>
          <a:ext cx="0" cy="0"/>
          <a:chOff x="0" y="0"/>
          <a:chExt cx="0" cy="0"/>
        </a:xfrm>
      </p:grpSpPr>
      <p:sp>
        <p:nvSpPr>
          <p:cNvPr id="12" name="1 Title">
            <a:extLst>
              <a:ext uri="{FF2B5EF4-FFF2-40B4-BE49-F238E27FC236}">
                <a16:creationId xmlns:a16="http://schemas.microsoft.com/office/drawing/2014/main" id="{3915DA9E-3F69-4252-A259-4CE858ED7C6C}"/>
              </a:ext>
            </a:extLst>
          </p:cNvPr>
          <p:cNvSpPr>
            <a:spLocks noGrp="1"/>
          </p:cNvSpPr>
          <p:nvPr>
            <p:ph type="title"/>
          </p:nvPr>
        </p:nvSpPr>
        <p:spPr/>
        <p:txBody>
          <a:bodyPr/>
          <a:lstStyle/>
          <a:p>
            <a:r>
              <a:rPr lang="en-US"/>
              <a:t>Click to edit Master title style</a:t>
            </a:r>
          </a:p>
        </p:txBody>
      </p:sp>
      <p:sp>
        <p:nvSpPr>
          <p:cNvPr id="4" name="2 Text Placeholder left">
            <a:extLst>
              <a:ext uri="{FF2B5EF4-FFF2-40B4-BE49-F238E27FC236}">
                <a16:creationId xmlns:a16="http://schemas.microsoft.com/office/drawing/2014/main" id="{AE833B58-0629-4A46-8711-902C16A99314}"/>
              </a:ext>
            </a:extLst>
          </p:cNvPr>
          <p:cNvSpPr>
            <a:spLocks noGrp="1"/>
          </p:cNvSpPr>
          <p:nvPr>
            <p:ph type="body" sz="quarter" idx="16"/>
          </p:nvPr>
        </p:nvSpPr>
        <p:spPr>
          <a:xfrm>
            <a:off x="655320" y="5605462"/>
            <a:ext cx="5294504" cy="622109"/>
          </a:xfrm>
          <a:prstGeom prst="rect">
            <a:avLst/>
          </a:prstGeom>
        </p:spPr>
        <p:txBody>
          <a:bodyPr>
            <a:noAutofit/>
          </a:bodyPr>
          <a:lstStyle>
            <a:lvl1pPr marL="0" indent="0" algn="ctr">
              <a:spcBef>
                <a:spcPts val="0"/>
              </a:spcBef>
              <a:buNone/>
              <a:defRPr sz="2000"/>
            </a:lvl1pPr>
          </a:lstStyle>
          <a:p>
            <a:pPr lvl="0"/>
            <a:r>
              <a:rPr lang="en-US" noProof="0"/>
              <a:t>Click to edit Master text styles</a:t>
            </a:r>
          </a:p>
        </p:txBody>
      </p:sp>
      <p:sp>
        <p:nvSpPr>
          <p:cNvPr id="13" name="4 Text Placeholder right">
            <a:extLst>
              <a:ext uri="{FF2B5EF4-FFF2-40B4-BE49-F238E27FC236}">
                <a16:creationId xmlns:a16="http://schemas.microsoft.com/office/drawing/2014/main" id="{05B401B2-8D93-427E-90A4-52337B3965E8}"/>
              </a:ext>
            </a:extLst>
          </p:cNvPr>
          <p:cNvSpPr>
            <a:spLocks noGrp="1"/>
          </p:cNvSpPr>
          <p:nvPr>
            <p:ph type="body" sz="quarter" idx="18"/>
          </p:nvPr>
        </p:nvSpPr>
        <p:spPr>
          <a:xfrm>
            <a:off x="6242175" y="5605463"/>
            <a:ext cx="5294505" cy="622300"/>
          </a:xfrm>
          <a:prstGeom prst="rect">
            <a:avLst/>
          </a:prstGeom>
        </p:spPr>
        <p:txBody>
          <a:bodyPr>
            <a:noAutofit/>
          </a:bodyPr>
          <a:lstStyle>
            <a:lvl1pPr marL="0" indent="0" algn="ctr">
              <a:spcBef>
                <a:spcPts val="0"/>
              </a:spcBef>
              <a:buNone/>
              <a:defRPr sz="2000"/>
            </a:lvl1pPr>
          </a:lstStyle>
          <a:p>
            <a:pPr lvl="0"/>
            <a:r>
              <a:rPr lang="en-US" noProof="0"/>
              <a:t>Click to edit Master text styles</a:t>
            </a:r>
          </a:p>
        </p:txBody>
      </p:sp>
      <p:sp>
        <p:nvSpPr>
          <p:cNvPr id="14" name="Picture Placeholder 8">
            <a:extLst>
              <a:ext uri="{FF2B5EF4-FFF2-40B4-BE49-F238E27FC236}">
                <a16:creationId xmlns:a16="http://schemas.microsoft.com/office/drawing/2014/main" id="{9050A269-C0FA-4C85-9E2E-B4F678DCF865}"/>
              </a:ext>
              <a:ext uri="{C183D7F6-B498-43B3-948B-1728B52AA6E4}">
                <adec:decorative xmlns:adec="http://schemas.microsoft.com/office/drawing/2017/decorative" val="1"/>
              </a:ext>
            </a:extLst>
          </p:cNvPr>
          <p:cNvSpPr>
            <a:spLocks noGrp="1"/>
          </p:cNvSpPr>
          <p:nvPr>
            <p:ph type="pic" sz="quarter" idx="22" hasCustomPrompt="1"/>
          </p:nvPr>
        </p:nvSpPr>
        <p:spPr>
          <a:xfrm>
            <a:off x="655638" y="2025650"/>
            <a:ext cx="5295900" cy="3424238"/>
          </a:xfrm>
          <a:solidFill>
            <a:srgbClr val="E6E6E6"/>
          </a:solidFill>
        </p:spPr>
        <p:txBody>
          <a:bodyPr tIns="45720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15" name="Picture Placeholder 8">
            <a:extLst>
              <a:ext uri="{FF2B5EF4-FFF2-40B4-BE49-F238E27FC236}">
                <a16:creationId xmlns:a16="http://schemas.microsoft.com/office/drawing/2014/main" id="{92E88746-5F0E-4661-8968-5B8D31168BAC}"/>
              </a:ext>
              <a:ext uri="{C183D7F6-B498-43B3-948B-1728B52AA6E4}">
                <adec:decorative xmlns:adec="http://schemas.microsoft.com/office/drawing/2017/decorative" val="1"/>
              </a:ext>
            </a:extLst>
          </p:cNvPr>
          <p:cNvSpPr>
            <a:spLocks noGrp="1"/>
          </p:cNvSpPr>
          <p:nvPr>
            <p:ph type="pic" sz="quarter" idx="23" hasCustomPrompt="1"/>
          </p:nvPr>
        </p:nvSpPr>
        <p:spPr>
          <a:xfrm>
            <a:off x="6251387" y="2025650"/>
            <a:ext cx="5295900" cy="3424238"/>
          </a:xfrm>
          <a:solidFill>
            <a:srgbClr val="E6E6E6"/>
          </a:solidFill>
        </p:spPr>
        <p:txBody>
          <a:bodyPr tIns="45720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Tree>
    <p:extLst>
      <p:ext uri="{BB962C8B-B14F-4D97-AF65-F5344CB8AC3E}">
        <p14:creationId xmlns:p14="http://schemas.microsoft.com/office/powerpoint/2010/main" val="4285908119"/>
      </p:ext>
    </p:extLst>
  </p:cSld>
  <p:clrMapOvr>
    <a:masterClrMapping/>
  </p:clrMapOvr>
  <p:hf sldNum="0" hdr="0" ftr="0" dt="0"/>
  <p:extLst>
    <p:ext uri="{DCECCB84-F9BA-43D5-87BE-67443E8EF086}">
      <p15:sldGuideLst xmlns:p15="http://schemas.microsoft.com/office/powerpoint/2012/main">
        <p15:guide id="15" orient="horz" pos="3433">
          <p15:clr>
            <a:srgbClr val="547EBF"/>
          </p15:clr>
        </p15:guide>
        <p15:guide id="16" orient="horz" pos="1276">
          <p15:clr>
            <a:srgbClr val="547EBF"/>
          </p15:clr>
        </p15:guide>
        <p15:guide id="17" pos="3749">
          <p15:clr>
            <a:srgbClr val="547EBF"/>
          </p15:clr>
        </p15:guide>
        <p15:guide id="18" pos="3931">
          <p15:clr>
            <a:srgbClr val="547EBF"/>
          </p15:clr>
        </p15:guide>
        <p15:guide id="19" orient="horz" pos="3531">
          <p15:clr>
            <a:srgbClr val="547EBF"/>
          </p15:clr>
        </p15:guide>
        <p15:guide id="20" orient="horz" pos="3923">
          <p15:clr>
            <a:srgbClr val="547EBF"/>
          </p15:clr>
        </p15:guide>
        <p15:guide id="21" pos="413">
          <p15:clr>
            <a:srgbClr val="547EBF"/>
          </p15:clr>
        </p15:guide>
        <p15:guide id="22" pos="7267">
          <p15:clr>
            <a:srgbClr val="547EBF"/>
          </p15:clr>
        </p15:guide>
        <p15:guide id="23" orient="horz" pos="202">
          <p15:clr>
            <a:srgbClr val="547EBF"/>
          </p15:clr>
        </p15:guide>
        <p15:guide id="24" orient="horz" pos="495">
          <p15:clr>
            <a:srgbClr val="547EBF"/>
          </p15:clr>
        </p15:guide>
        <p15:guide id="25" orient="horz" pos="789">
          <p15:clr>
            <a:srgbClr val="547EBF"/>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wo picture content Subtitle">
    <p:spTree>
      <p:nvGrpSpPr>
        <p:cNvPr id="1" name=""/>
        <p:cNvGrpSpPr/>
        <p:nvPr/>
      </p:nvGrpSpPr>
      <p:grpSpPr>
        <a:xfrm>
          <a:off x="0" y="0"/>
          <a:ext cx="0" cy="0"/>
          <a:chOff x="0" y="0"/>
          <a:chExt cx="0" cy="0"/>
        </a:xfrm>
      </p:grpSpPr>
      <p:sp>
        <p:nvSpPr>
          <p:cNvPr id="12" name="1 Title">
            <a:extLst>
              <a:ext uri="{FF2B5EF4-FFF2-40B4-BE49-F238E27FC236}">
                <a16:creationId xmlns:a16="http://schemas.microsoft.com/office/drawing/2014/main" id="{3915DA9E-3F69-4252-A259-4CE858ED7C6C}"/>
              </a:ext>
            </a:extLst>
          </p:cNvPr>
          <p:cNvSpPr>
            <a:spLocks noGrp="1"/>
          </p:cNvSpPr>
          <p:nvPr>
            <p:ph type="title"/>
          </p:nvPr>
        </p:nvSpPr>
        <p:spPr/>
        <p:txBody>
          <a:bodyPr/>
          <a:lstStyle/>
          <a:p>
            <a:r>
              <a:rPr lang="en-US"/>
              <a:t>Click to edit Master title style</a:t>
            </a:r>
          </a:p>
        </p:txBody>
      </p:sp>
      <p:sp>
        <p:nvSpPr>
          <p:cNvPr id="7" name="2 Subtitle">
            <a:extLst>
              <a:ext uri="{FF2B5EF4-FFF2-40B4-BE49-F238E27FC236}">
                <a16:creationId xmlns:a16="http://schemas.microsoft.com/office/drawing/2014/main" id="{AFCFF5C5-9399-4727-A79B-706F8A010D58}"/>
              </a:ext>
            </a:extLst>
          </p:cNvPr>
          <p:cNvSpPr>
            <a:spLocks noGrp="1"/>
          </p:cNvSpPr>
          <p:nvPr>
            <p:ph type="subTitle" idx="1"/>
          </p:nvPr>
        </p:nvSpPr>
        <p:spPr>
          <a:xfrm>
            <a:off x="655638" y="786383"/>
            <a:ext cx="10880725" cy="461665"/>
          </a:xfrm>
          <a:prstGeom prst="rect">
            <a:avLst/>
          </a:prstGeom>
        </p:spPr>
        <p:txBody>
          <a:bodyPr>
            <a:normAutofit/>
          </a:bodyPr>
          <a:lstStyle>
            <a:lvl1pPr marL="0" indent="0" algn="l" defTabSz="932688">
              <a:lnSpc>
                <a:spcPct val="100000"/>
              </a:lnSpc>
              <a:spcBef>
                <a:spcPts val="672"/>
              </a:spcBef>
              <a:buFontTx/>
              <a:buNone/>
              <a:defRPr sz="2000" baseline="0">
                <a:solidFill>
                  <a:schemeClr val="tx1"/>
                </a:solidFill>
              </a:defRPr>
            </a:lvl1pPr>
            <a:lvl2pPr marL="0" indent="0" algn="l" defTabSz="932688">
              <a:lnSpc>
                <a:spcPct val="100000"/>
              </a:lnSpc>
              <a:spcBef>
                <a:spcPts val="672"/>
              </a:spcBef>
              <a:buFontTx/>
              <a:buNone/>
              <a:defRPr sz="2200" baseline="0">
                <a:solidFill>
                  <a:schemeClr val="tx1"/>
                </a:solidFill>
              </a:defRPr>
            </a:lvl2pPr>
            <a:lvl3pPr marL="0" indent="0" algn="l" defTabSz="932688">
              <a:lnSpc>
                <a:spcPct val="100000"/>
              </a:lnSpc>
              <a:spcBef>
                <a:spcPts val="672"/>
              </a:spcBef>
              <a:buFontTx/>
              <a:buNone/>
              <a:defRPr sz="2200" baseline="0">
                <a:solidFill>
                  <a:schemeClr val="tx1"/>
                </a:solidFill>
              </a:defRPr>
            </a:lvl3pPr>
            <a:lvl4pPr marL="0" indent="0" algn="l" defTabSz="932688">
              <a:lnSpc>
                <a:spcPct val="100000"/>
              </a:lnSpc>
              <a:spcBef>
                <a:spcPts val="672"/>
              </a:spcBef>
              <a:buFontTx/>
              <a:buNone/>
              <a:defRPr sz="2200" baseline="0">
                <a:solidFill>
                  <a:schemeClr val="tx1"/>
                </a:solidFill>
              </a:defRPr>
            </a:lvl4pPr>
            <a:lvl5pPr marL="0" indent="0" algn="l">
              <a:lnSpc>
                <a:spcPct val="110000"/>
              </a:lnSpc>
              <a:buNone/>
              <a:defRPr sz="2200" baseline="0">
                <a:solidFill>
                  <a:schemeClr val="tx1"/>
                </a:solidFill>
              </a:defRPr>
            </a:lvl5pPr>
            <a:lvl6pPr marL="0" indent="0" algn="l" defTabSz="932688">
              <a:lnSpc>
                <a:spcPct val="100000"/>
              </a:lnSpc>
              <a:spcBef>
                <a:spcPts val="672"/>
              </a:spcBef>
              <a:buFontTx/>
              <a:buNone/>
              <a:defRPr sz="2200" baseline="0">
                <a:solidFill>
                  <a:schemeClr val="tx1"/>
                </a:solidFill>
              </a:defRPr>
            </a:lvl6pPr>
            <a:lvl7pPr marL="0" indent="0" algn="l" defTabSz="932688">
              <a:lnSpc>
                <a:spcPct val="100000"/>
              </a:lnSpc>
              <a:spcBef>
                <a:spcPts val="672"/>
              </a:spcBef>
              <a:buFontTx/>
              <a:buNone/>
              <a:defRPr sz="2200" baseline="0">
                <a:solidFill>
                  <a:schemeClr val="tx1"/>
                </a:solidFill>
              </a:defRPr>
            </a:lvl7pPr>
            <a:lvl8pPr marL="0" indent="0" algn="l" defTabSz="932688">
              <a:lnSpc>
                <a:spcPct val="100000"/>
              </a:lnSpc>
              <a:spcBef>
                <a:spcPts val="672"/>
              </a:spcBef>
              <a:buFontTx/>
              <a:buNone/>
              <a:defRPr sz="2200" baseline="0">
                <a:solidFill>
                  <a:schemeClr val="tx1"/>
                </a:solidFill>
              </a:defRPr>
            </a:lvl8pPr>
            <a:lvl9pPr marL="0" indent="0" algn="l" defTabSz="932688">
              <a:lnSpc>
                <a:spcPct val="100000"/>
              </a:lnSpc>
              <a:spcBef>
                <a:spcPts val="672"/>
              </a:spcBef>
              <a:buFontTx/>
              <a:buNone/>
              <a:defRPr sz="2200" baseline="0">
                <a:solidFill>
                  <a:schemeClr val="tx1"/>
                </a:solidFill>
              </a:defRPr>
            </a:lvl9pPr>
          </a:lstStyle>
          <a:p>
            <a:r>
              <a:rPr lang="en-US" noProof="0"/>
              <a:t>Click to edit Master subtitle style</a:t>
            </a:r>
            <a:endParaRPr lang="en-US" noProof="0" dirty="0"/>
          </a:p>
        </p:txBody>
      </p:sp>
      <p:sp>
        <p:nvSpPr>
          <p:cNvPr id="4" name="2 Text Placeholder left">
            <a:extLst>
              <a:ext uri="{FF2B5EF4-FFF2-40B4-BE49-F238E27FC236}">
                <a16:creationId xmlns:a16="http://schemas.microsoft.com/office/drawing/2014/main" id="{AE833B58-0629-4A46-8711-902C16A99314}"/>
              </a:ext>
            </a:extLst>
          </p:cNvPr>
          <p:cNvSpPr>
            <a:spLocks noGrp="1"/>
          </p:cNvSpPr>
          <p:nvPr>
            <p:ph type="body" sz="quarter" idx="16"/>
          </p:nvPr>
        </p:nvSpPr>
        <p:spPr>
          <a:xfrm>
            <a:off x="655320" y="5605462"/>
            <a:ext cx="5294504" cy="622109"/>
          </a:xfrm>
          <a:prstGeom prst="rect">
            <a:avLst/>
          </a:prstGeom>
        </p:spPr>
        <p:txBody>
          <a:bodyPr>
            <a:noAutofit/>
          </a:bodyPr>
          <a:lstStyle>
            <a:lvl1pPr marL="0" indent="0" algn="ctr">
              <a:spcBef>
                <a:spcPts val="0"/>
              </a:spcBef>
              <a:buNone/>
              <a:defRPr sz="2000"/>
            </a:lvl1pPr>
          </a:lstStyle>
          <a:p>
            <a:pPr lvl="0"/>
            <a:r>
              <a:rPr lang="en-US" noProof="0"/>
              <a:t>Click to edit Master text styles</a:t>
            </a:r>
          </a:p>
        </p:txBody>
      </p:sp>
      <p:sp>
        <p:nvSpPr>
          <p:cNvPr id="13" name="4 Text Placeholder right">
            <a:extLst>
              <a:ext uri="{FF2B5EF4-FFF2-40B4-BE49-F238E27FC236}">
                <a16:creationId xmlns:a16="http://schemas.microsoft.com/office/drawing/2014/main" id="{05B401B2-8D93-427E-90A4-52337B3965E8}"/>
              </a:ext>
            </a:extLst>
          </p:cNvPr>
          <p:cNvSpPr>
            <a:spLocks noGrp="1"/>
          </p:cNvSpPr>
          <p:nvPr>
            <p:ph type="body" sz="quarter" idx="18"/>
          </p:nvPr>
        </p:nvSpPr>
        <p:spPr>
          <a:xfrm>
            <a:off x="6242175" y="5605463"/>
            <a:ext cx="5294505" cy="622300"/>
          </a:xfrm>
          <a:prstGeom prst="rect">
            <a:avLst/>
          </a:prstGeom>
        </p:spPr>
        <p:txBody>
          <a:bodyPr>
            <a:noAutofit/>
          </a:bodyPr>
          <a:lstStyle>
            <a:lvl1pPr marL="0" indent="0" algn="ctr">
              <a:spcBef>
                <a:spcPts val="0"/>
              </a:spcBef>
              <a:buNone/>
              <a:defRPr sz="2000"/>
            </a:lvl1pPr>
          </a:lstStyle>
          <a:p>
            <a:pPr lvl="0"/>
            <a:r>
              <a:rPr lang="en-US" noProof="0"/>
              <a:t>Click to edit Master text styles</a:t>
            </a:r>
          </a:p>
        </p:txBody>
      </p:sp>
      <p:sp>
        <p:nvSpPr>
          <p:cNvPr id="14" name="Picture Placeholder 8">
            <a:extLst>
              <a:ext uri="{FF2B5EF4-FFF2-40B4-BE49-F238E27FC236}">
                <a16:creationId xmlns:a16="http://schemas.microsoft.com/office/drawing/2014/main" id="{9050A269-C0FA-4C85-9E2E-B4F678DCF865}"/>
              </a:ext>
              <a:ext uri="{C183D7F6-B498-43B3-948B-1728B52AA6E4}">
                <adec:decorative xmlns:adec="http://schemas.microsoft.com/office/drawing/2017/decorative" val="1"/>
              </a:ext>
            </a:extLst>
          </p:cNvPr>
          <p:cNvSpPr>
            <a:spLocks noGrp="1"/>
          </p:cNvSpPr>
          <p:nvPr>
            <p:ph type="pic" sz="quarter" idx="22" hasCustomPrompt="1"/>
          </p:nvPr>
        </p:nvSpPr>
        <p:spPr>
          <a:xfrm>
            <a:off x="655638" y="2025650"/>
            <a:ext cx="5295900" cy="3424238"/>
          </a:xfrm>
          <a:solidFill>
            <a:srgbClr val="E6E6E6"/>
          </a:solidFill>
        </p:spPr>
        <p:txBody>
          <a:bodyPr tIns="45720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15" name="Picture Placeholder 8">
            <a:extLst>
              <a:ext uri="{FF2B5EF4-FFF2-40B4-BE49-F238E27FC236}">
                <a16:creationId xmlns:a16="http://schemas.microsoft.com/office/drawing/2014/main" id="{92E88746-5F0E-4661-8968-5B8D31168BAC}"/>
              </a:ext>
              <a:ext uri="{C183D7F6-B498-43B3-948B-1728B52AA6E4}">
                <adec:decorative xmlns:adec="http://schemas.microsoft.com/office/drawing/2017/decorative" val="1"/>
              </a:ext>
            </a:extLst>
          </p:cNvPr>
          <p:cNvSpPr>
            <a:spLocks noGrp="1"/>
          </p:cNvSpPr>
          <p:nvPr>
            <p:ph type="pic" sz="quarter" idx="23" hasCustomPrompt="1"/>
          </p:nvPr>
        </p:nvSpPr>
        <p:spPr>
          <a:xfrm>
            <a:off x="6251387" y="2025650"/>
            <a:ext cx="5295900" cy="3424238"/>
          </a:xfrm>
          <a:solidFill>
            <a:srgbClr val="E6E6E6"/>
          </a:solidFill>
        </p:spPr>
        <p:txBody>
          <a:bodyPr tIns="45720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Tree>
    <p:extLst>
      <p:ext uri="{BB962C8B-B14F-4D97-AF65-F5344CB8AC3E}">
        <p14:creationId xmlns:p14="http://schemas.microsoft.com/office/powerpoint/2010/main" val="1299934484"/>
      </p:ext>
    </p:extLst>
  </p:cSld>
  <p:clrMapOvr>
    <a:masterClrMapping/>
  </p:clrMapOvr>
  <p:hf sldNum="0" hdr="0" ftr="0" dt="0"/>
  <p:extLst>
    <p:ext uri="{DCECCB84-F9BA-43D5-87BE-67443E8EF086}">
      <p15:sldGuideLst xmlns:p15="http://schemas.microsoft.com/office/powerpoint/2012/main">
        <p15:guide id="15" orient="horz" pos="3433">
          <p15:clr>
            <a:srgbClr val="547EBF"/>
          </p15:clr>
        </p15:guide>
        <p15:guide id="16" orient="horz" pos="1276">
          <p15:clr>
            <a:srgbClr val="547EBF"/>
          </p15:clr>
        </p15:guide>
        <p15:guide id="17" pos="3749">
          <p15:clr>
            <a:srgbClr val="547EBF"/>
          </p15:clr>
        </p15:guide>
        <p15:guide id="18" pos="3931">
          <p15:clr>
            <a:srgbClr val="547EBF"/>
          </p15:clr>
        </p15:guide>
        <p15:guide id="19" orient="horz" pos="3531">
          <p15:clr>
            <a:srgbClr val="547EBF"/>
          </p15:clr>
        </p15:guide>
        <p15:guide id="20" orient="horz" pos="3923">
          <p15:clr>
            <a:srgbClr val="547EBF"/>
          </p15:clr>
        </p15:guide>
        <p15:guide id="21" pos="413">
          <p15:clr>
            <a:srgbClr val="547EBF"/>
          </p15:clr>
        </p15:guide>
        <p15:guide id="22" pos="7267">
          <p15:clr>
            <a:srgbClr val="547EBF"/>
          </p15:clr>
        </p15:guide>
        <p15:guide id="23" orient="horz" pos="202">
          <p15:clr>
            <a:srgbClr val="547EBF"/>
          </p15:clr>
        </p15:guide>
        <p15:guide id="24" orient="horz" pos="495">
          <p15:clr>
            <a:srgbClr val="547EBF"/>
          </p15:clr>
        </p15:guide>
        <p15:guide id="25" orient="horz" pos="789">
          <p15:clr>
            <a:srgbClr val="547EBF"/>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hree picture content">
    <p:spTree>
      <p:nvGrpSpPr>
        <p:cNvPr id="1" name=""/>
        <p:cNvGrpSpPr/>
        <p:nvPr/>
      </p:nvGrpSpPr>
      <p:grpSpPr>
        <a:xfrm>
          <a:off x="0" y="0"/>
          <a:ext cx="0" cy="0"/>
          <a:chOff x="0" y="0"/>
          <a:chExt cx="0" cy="0"/>
        </a:xfrm>
      </p:grpSpPr>
      <p:sp>
        <p:nvSpPr>
          <p:cNvPr id="7" name="1 Title">
            <a:extLst>
              <a:ext uri="{FF2B5EF4-FFF2-40B4-BE49-F238E27FC236}">
                <a16:creationId xmlns:a16="http://schemas.microsoft.com/office/drawing/2014/main" id="{31661C59-CCA8-44E7-8B4C-9304DAEE9B55}"/>
              </a:ext>
            </a:extLst>
          </p:cNvPr>
          <p:cNvSpPr>
            <a:spLocks noGrp="1"/>
          </p:cNvSpPr>
          <p:nvPr>
            <p:ph type="title"/>
          </p:nvPr>
        </p:nvSpPr>
        <p:spPr/>
        <p:txBody>
          <a:bodyPr/>
          <a:lstStyle/>
          <a:p>
            <a:r>
              <a:rPr lang="en-US"/>
              <a:t>Click to edit Master title style</a:t>
            </a:r>
          </a:p>
        </p:txBody>
      </p:sp>
      <p:sp>
        <p:nvSpPr>
          <p:cNvPr id="4" name="2 Text Placeholder left">
            <a:extLst>
              <a:ext uri="{FF2B5EF4-FFF2-40B4-BE49-F238E27FC236}">
                <a16:creationId xmlns:a16="http://schemas.microsoft.com/office/drawing/2014/main" id="{AE833B58-0629-4A46-8711-902C16A99314}"/>
              </a:ext>
            </a:extLst>
          </p:cNvPr>
          <p:cNvSpPr>
            <a:spLocks noGrp="1"/>
          </p:cNvSpPr>
          <p:nvPr>
            <p:ph type="body" sz="quarter" idx="16"/>
          </p:nvPr>
        </p:nvSpPr>
        <p:spPr>
          <a:xfrm>
            <a:off x="655638" y="5605464"/>
            <a:ext cx="3402012" cy="622300"/>
          </a:xfrm>
          <a:prstGeom prst="rect">
            <a:avLst/>
          </a:prstGeom>
        </p:spPr>
        <p:txBody>
          <a:bodyPr>
            <a:noAutofit/>
          </a:bodyPr>
          <a:lstStyle>
            <a:lvl1pPr marL="0" indent="0" algn="ctr">
              <a:spcBef>
                <a:spcPts val="0"/>
              </a:spcBef>
              <a:buNone/>
              <a:defRPr sz="2000"/>
            </a:lvl1pPr>
          </a:lstStyle>
          <a:p>
            <a:pPr lvl="0"/>
            <a:r>
              <a:rPr lang="en-US" noProof="0"/>
              <a:t>Click to edit Master text styles</a:t>
            </a:r>
          </a:p>
        </p:txBody>
      </p:sp>
      <p:sp>
        <p:nvSpPr>
          <p:cNvPr id="12" name="4 Text Placeholder center">
            <a:extLst>
              <a:ext uri="{FF2B5EF4-FFF2-40B4-BE49-F238E27FC236}">
                <a16:creationId xmlns:a16="http://schemas.microsoft.com/office/drawing/2014/main" id="{7E8A9C08-F392-459F-B90B-EDBF4A830C55}"/>
              </a:ext>
            </a:extLst>
          </p:cNvPr>
          <p:cNvSpPr>
            <a:spLocks noGrp="1"/>
          </p:cNvSpPr>
          <p:nvPr>
            <p:ph type="body" sz="quarter" idx="17"/>
          </p:nvPr>
        </p:nvSpPr>
        <p:spPr>
          <a:xfrm>
            <a:off x="4386263" y="5605464"/>
            <a:ext cx="3419476" cy="622299"/>
          </a:xfrm>
          <a:prstGeom prst="rect">
            <a:avLst/>
          </a:prstGeom>
        </p:spPr>
        <p:txBody>
          <a:bodyPr>
            <a:noAutofit/>
          </a:bodyPr>
          <a:lstStyle>
            <a:lvl1pPr marL="0" indent="0" algn="ctr">
              <a:spcBef>
                <a:spcPts val="0"/>
              </a:spcBef>
              <a:buNone/>
              <a:defRPr sz="2000"/>
            </a:lvl1pPr>
          </a:lstStyle>
          <a:p>
            <a:pPr lvl="0"/>
            <a:r>
              <a:rPr lang="en-US" noProof="0"/>
              <a:t>Click to edit Master text styles</a:t>
            </a:r>
          </a:p>
        </p:txBody>
      </p:sp>
      <p:sp>
        <p:nvSpPr>
          <p:cNvPr id="13" name="6 Text Placeholder right">
            <a:extLst>
              <a:ext uri="{FF2B5EF4-FFF2-40B4-BE49-F238E27FC236}">
                <a16:creationId xmlns:a16="http://schemas.microsoft.com/office/drawing/2014/main" id="{05B401B2-8D93-427E-90A4-52337B3965E8}"/>
              </a:ext>
            </a:extLst>
          </p:cNvPr>
          <p:cNvSpPr>
            <a:spLocks noGrp="1"/>
          </p:cNvSpPr>
          <p:nvPr>
            <p:ph type="body" sz="quarter" idx="18"/>
          </p:nvPr>
        </p:nvSpPr>
        <p:spPr>
          <a:xfrm>
            <a:off x="8134352" y="5605464"/>
            <a:ext cx="3402010" cy="622299"/>
          </a:xfrm>
          <a:prstGeom prst="rect">
            <a:avLst/>
          </a:prstGeom>
        </p:spPr>
        <p:txBody>
          <a:bodyPr>
            <a:noAutofit/>
          </a:bodyPr>
          <a:lstStyle>
            <a:lvl1pPr marL="0" indent="0" algn="ctr">
              <a:spcBef>
                <a:spcPts val="0"/>
              </a:spcBef>
              <a:buNone/>
              <a:defRPr sz="2000"/>
            </a:lvl1pPr>
          </a:lstStyle>
          <a:p>
            <a:pPr lvl="0"/>
            <a:r>
              <a:rPr lang="en-US" noProof="0"/>
              <a:t>Click to edit Master text styles</a:t>
            </a:r>
          </a:p>
        </p:txBody>
      </p:sp>
      <p:sp>
        <p:nvSpPr>
          <p:cNvPr id="14" name="Picture Placeholder 8">
            <a:extLst>
              <a:ext uri="{FF2B5EF4-FFF2-40B4-BE49-F238E27FC236}">
                <a16:creationId xmlns:a16="http://schemas.microsoft.com/office/drawing/2014/main" id="{2AA5860C-EE70-47FF-987F-4224254C4B9E}"/>
              </a:ext>
              <a:ext uri="{C183D7F6-B498-43B3-948B-1728B52AA6E4}">
                <adec:decorative xmlns:adec="http://schemas.microsoft.com/office/drawing/2017/decorative" val="1"/>
              </a:ext>
            </a:extLst>
          </p:cNvPr>
          <p:cNvSpPr>
            <a:spLocks noGrp="1"/>
          </p:cNvSpPr>
          <p:nvPr>
            <p:ph type="pic" sz="quarter" idx="24" hasCustomPrompt="1"/>
          </p:nvPr>
        </p:nvSpPr>
        <p:spPr>
          <a:xfrm>
            <a:off x="655637" y="2025650"/>
            <a:ext cx="3419475" cy="3424238"/>
          </a:xfrm>
          <a:solidFill>
            <a:srgbClr val="E6E6E6"/>
          </a:solidFill>
        </p:spPr>
        <p:txBody>
          <a:bodyPr tIns="64008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2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15" name="Picture Placeholder 8">
            <a:extLst>
              <a:ext uri="{FF2B5EF4-FFF2-40B4-BE49-F238E27FC236}">
                <a16:creationId xmlns:a16="http://schemas.microsoft.com/office/drawing/2014/main" id="{4397C538-A917-4CA4-B610-4514941AC36D}"/>
              </a:ext>
              <a:ext uri="{C183D7F6-B498-43B3-948B-1728B52AA6E4}">
                <adec:decorative xmlns:adec="http://schemas.microsoft.com/office/drawing/2017/decorative" val="1"/>
              </a:ext>
            </a:extLst>
          </p:cNvPr>
          <p:cNvSpPr>
            <a:spLocks noGrp="1"/>
          </p:cNvSpPr>
          <p:nvPr>
            <p:ph type="pic" sz="quarter" idx="25" hasCustomPrompt="1"/>
          </p:nvPr>
        </p:nvSpPr>
        <p:spPr>
          <a:xfrm>
            <a:off x="4386261" y="2030413"/>
            <a:ext cx="3419475" cy="3424238"/>
          </a:xfrm>
          <a:solidFill>
            <a:srgbClr val="E6E6E6"/>
          </a:solidFill>
        </p:spPr>
        <p:txBody>
          <a:bodyPr tIns="64008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2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16" name="Picture Placeholder 8">
            <a:extLst>
              <a:ext uri="{FF2B5EF4-FFF2-40B4-BE49-F238E27FC236}">
                <a16:creationId xmlns:a16="http://schemas.microsoft.com/office/drawing/2014/main" id="{76CB0616-DF08-466B-BA17-373057FDF2B8}"/>
              </a:ext>
              <a:ext uri="{C183D7F6-B498-43B3-948B-1728B52AA6E4}">
                <adec:decorative xmlns:adec="http://schemas.microsoft.com/office/drawing/2017/decorative" val="1"/>
              </a:ext>
            </a:extLst>
          </p:cNvPr>
          <p:cNvSpPr>
            <a:spLocks noGrp="1"/>
          </p:cNvSpPr>
          <p:nvPr>
            <p:ph type="pic" sz="quarter" idx="26" hasCustomPrompt="1"/>
          </p:nvPr>
        </p:nvSpPr>
        <p:spPr>
          <a:xfrm>
            <a:off x="8116888" y="2030413"/>
            <a:ext cx="3419475" cy="3424238"/>
          </a:xfrm>
          <a:solidFill>
            <a:srgbClr val="E6E6E6"/>
          </a:solidFill>
        </p:spPr>
        <p:txBody>
          <a:bodyPr tIns="64008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2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Tree>
    <p:extLst>
      <p:ext uri="{BB962C8B-B14F-4D97-AF65-F5344CB8AC3E}">
        <p14:creationId xmlns:p14="http://schemas.microsoft.com/office/powerpoint/2010/main" val="1901182999"/>
      </p:ext>
    </p:extLst>
  </p:cSld>
  <p:clrMapOvr>
    <a:masterClrMapping/>
  </p:clrMapOvr>
  <p:hf sldNum="0" hdr="0" ftr="0" dt="0"/>
  <p:extLst>
    <p:ext uri="{DCECCB84-F9BA-43D5-87BE-67443E8EF086}">
      <p15:sldGuideLst xmlns:p15="http://schemas.microsoft.com/office/powerpoint/2012/main">
        <p15:guide id="21" orient="horz" pos="3531">
          <p15:clr>
            <a:srgbClr val="547EBF"/>
          </p15:clr>
        </p15:guide>
        <p15:guide id="22" orient="horz" pos="1279">
          <p15:clr>
            <a:srgbClr val="547EBF"/>
          </p15:clr>
        </p15:guide>
        <p15:guide id="23" orient="horz" pos="3433">
          <p15:clr>
            <a:srgbClr val="547EBF"/>
          </p15:clr>
        </p15:guide>
        <p15:guide id="24" orient="horz" pos="202">
          <p15:clr>
            <a:srgbClr val="547EBF"/>
          </p15:clr>
        </p15:guide>
        <p15:guide id="25" orient="horz" pos="495">
          <p15:clr>
            <a:srgbClr val="547EBF"/>
          </p15:clr>
        </p15:guide>
        <p15:guide id="26" orient="horz" pos="789">
          <p15:clr>
            <a:srgbClr val="547EBF"/>
          </p15:clr>
        </p15:guide>
        <p15:guide id="27" pos="413">
          <p15:clr>
            <a:srgbClr val="547EBF"/>
          </p15:clr>
        </p15:guide>
        <p15:guide id="28" pos="7267">
          <p15:clr>
            <a:srgbClr val="547EBF"/>
          </p15:clr>
        </p15:guide>
        <p15:guide id="29" orient="horz" pos="3923">
          <p15:clr>
            <a:srgbClr val="547EBF"/>
          </p15:clr>
        </p15:guide>
        <p15:guide id="30" pos="2567">
          <p15:clr>
            <a:srgbClr val="547EBF"/>
          </p15:clr>
        </p15:guide>
        <p15:guide id="31" pos="2763">
          <p15:clr>
            <a:srgbClr val="547EBF"/>
          </p15:clr>
        </p15:guide>
        <p15:guide id="32" pos="4917">
          <p15:clr>
            <a:srgbClr val="547EBF"/>
          </p15:clr>
        </p15:guide>
        <p15:guide id="33" pos="5113">
          <p15:clr>
            <a:srgbClr val="547EBF"/>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hree picture content Subtitle">
    <p:spTree>
      <p:nvGrpSpPr>
        <p:cNvPr id="1" name=""/>
        <p:cNvGrpSpPr/>
        <p:nvPr/>
      </p:nvGrpSpPr>
      <p:grpSpPr>
        <a:xfrm>
          <a:off x="0" y="0"/>
          <a:ext cx="0" cy="0"/>
          <a:chOff x="0" y="0"/>
          <a:chExt cx="0" cy="0"/>
        </a:xfrm>
      </p:grpSpPr>
      <p:sp>
        <p:nvSpPr>
          <p:cNvPr id="7" name="1 Title">
            <a:extLst>
              <a:ext uri="{FF2B5EF4-FFF2-40B4-BE49-F238E27FC236}">
                <a16:creationId xmlns:a16="http://schemas.microsoft.com/office/drawing/2014/main" id="{31661C59-CCA8-44E7-8B4C-9304DAEE9B55}"/>
              </a:ext>
            </a:extLst>
          </p:cNvPr>
          <p:cNvSpPr>
            <a:spLocks noGrp="1"/>
          </p:cNvSpPr>
          <p:nvPr>
            <p:ph type="title"/>
          </p:nvPr>
        </p:nvSpPr>
        <p:spPr/>
        <p:txBody>
          <a:bodyPr/>
          <a:lstStyle/>
          <a:p>
            <a:r>
              <a:rPr lang="en-US"/>
              <a:t>Click to edit Master title style</a:t>
            </a:r>
          </a:p>
        </p:txBody>
      </p:sp>
      <p:sp>
        <p:nvSpPr>
          <p:cNvPr id="9" name="2 Subtitle">
            <a:extLst>
              <a:ext uri="{FF2B5EF4-FFF2-40B4-BE49-F238E27FC236}">
                <a16:creationId xmlns:a16="http://schemas.microsoft.com/office/drawing/2014/main" id="{094A59E2-8D7A-4B5E-94D4-C0D9922BF500}"/>
              </a:ext>
            </a:extLst>
          </p:cNvPr>
          <p:cNvSpPr>
            <a:spLocks noGrp="1"/>
          </p:cNvSpPr>
          <p:nvPr>
            <p:ph type="subTitle" idx="1"/>
          </p:nvPr>
        </p:nvSpPr>
        <p:spPr>
          <a:xfrm>
            <a:off x="655638" y="786383"/>
            <a:ext cx="10880725" cy="461665"/>
          </a:xfrm>
          <a:prstGeom prst="rect">
            <a:avLst/>
          </a:prstGeom>
        </p:spPr>
        <p:txBody>
          <a:bodyPr>
            <a:normAutofit/>
          </a:bodyPr>
          <a:lstStyle>
            <a:lvl1pPr marL="0" indent="0" algn="l" defTabSz="932688">
              <a:lnSpc>
                <a:spcPct val="100000"/>
              </a:lnSpc>
              <a:spcBef>
                <a:spcPts val="672"/>
              </a:spcBef>
              <a:buFontTx/>
              <a:buNone/>
              <a:defRPr sz="2000" baseline="0">
                <a:solidFill>
                  <a:schemeClr val="tx1"/>
                </a:solidFill>
              </a:defRPr>
            </a:lvl1pPr>
            <a:lvl2pPr marL="0" indent="0" algn="l" defTabSz="932688">
              <a:lnSpc>
                <a:spcPct val="100000"/>
              </a:lnSpc>
              <a:spcBef>
                <a:spcPts val="672"/>
              </a:spcBef>
              <a:buFontTx/>
              <a:buNone/>
              <a:defRPr sz="2200" baseline="0">
                <a:solidFill>
                  <a:schemeClr val="tx1"/>
                </a:solidFill>
              </a:defRPr>
            </a:lvl2pPr>
            <a:lvl3pPr marL="0" indent="0" algn="l" defTabSz="932688">
              <a:lnSpc>
                <a:spcPct val="100000"/>
              </a:lnSpc>
              <a:spcBef>
                <a:spcPts val="672"/>
              </a:spcBef>
              <a:buFontTx/>
              <a:buNone/>
              <a:defRPr sz="2200" baseline="0">
                <a:solidFill>
                  <a:schemeClr val="tx1"/>
                </a:solidFill>
              </a:defRPr>
            </a:lvl3pPr>
            <a:lvl4pPr marL="0" indent="0" algn="l" defTabSz="932688">
              <a:lnSpc>
                <a:spcPct val="100000"/>
              </a:lnSpc>
              <a:spcBef>
                <a:spcPts val="672"/>
              </a:spcBef>
              <a:buFontTx/>
              <a:buNone/>
              <a:defRPr sz="2200" baseline="0">
                <a:solidFill>
                  <a:schemeClr val="tx1"/>
                </a:solidFill>
              </a:defRPr>
            </a:lvl4pPr>
            <a:lvl5pPr marL="0" indent="0" algn="l">
              <a:lnSpc>
                <a:spcPct val="110000"/>
              </a:lnSpc>
              <a:buNone/>
              <a:defRPr sz="2200" baseline="0">
                <a:solidFill>
                  <a:schemeClr val="tx1"/>
                </a:solidFill>
              </a:defRPr>
            </a:lvl5pPr>
            <a:lvl6pPr marL="0" indent="0" algn="l" defTabSz="932688">
              <a:lnSpc>
                <a:spcPct val="100000"/>
              </a:lnSpc>
              <a:spcBef>
                <a:spcPts val="672"/>
              </a:spcBef>
              <a:buFontTx/>
              <a:buNone/>
              <a:defRPr sz="2200" baseline="0">
                <a:solidFill>
                  <a:schemeClr val="tx1"/>
                </a:solidFill>
              </a:defRPr>
            </a:lvl6pPr>
            <a:lvl7pPr marL="0" indent="0" algn="l" defTabSz="932688">
              <a:lnSpc>
                <a:spcPct val="100000"/>
              </a:lnSpc>
              <a:spcBef>
                <a:spcPts val="672"/>
              </a:spcBef>
              <a:buFontTx/>
              <a:buNone/>
              <a:defRPr sz="2200" baseline="0">
                <a:solidFill>
                  <a:schemeClr val="tx1"/>
                </a:solidFill>
              </a:defRPr>
            </a:lvl7pPr>
            <a:lvl8pPr marL="0" indent="0" algn="l" defTabSz="932688">
              <a:lnSpc>
                <a:spcPct val="100000"/>
              </a:lnSpc>
              <a:spcBef>
                <a:spcPts val="672"/>
              </a:spcBef>
              <a:buFontTx/>
              <a:buNone/>
              <a:defRPr sz="2200" baseline="0">
                <a:solidFill>
                  <a:schemeClr val="tx1"/>
                </a:solidFill>
              </a:defRPr>
            </a:lvl8pPr>
            <a:lvl9pPr marL="0" indent="0" algn="l" defTabSz="932688">
              <a:lnSpc>
                <a:spcPct val="100000"/>
              </a:lnSpc>
              <a:spcBef>
                <a:spcPts val="672"/>
              </a:spcBef>
              <a:buFontTx/>
              <a:buNone/>
              <a:defRPr sz="2200" baseline="0">
                <a:solidFill>
                  <a:schemeClr val="tx1"/>
                </a:solidFill>
              </a:defRPr>
            </a:lvl9pPr>
          </a:lstStyle>
          <a:p>
            <a:r>
              <a:rPr lang="en-US" noProof="0"/>
              <a:t>Click to edit Master subtitle style</a:t>
            </a:r>
            <a:endParaRPr lang="en-US" noProof="0" dirty="0"/>
          </a:p>
        </p:txBody>
      </p:sp>
      <p:sp>
        <p:nvSpPr>
          <p:cNvPr id="4" name="2 Text Placeholder left">
            <a:extLst>
              <a:ext uri="{FF2B5EF4-FFF2-40B4-BE49-F238E27FC236}">
                <a16:creationId xmlns:a16="http://schemas.microsoft.com/office/drawing/2014/main" id="{AE833B58-0629-4A46-8711-902C16A99314}"/>
              </a:ext>
            </a:extLst>
          </p:cNvPr>
          <p:cNvSpPr>
            <a:spLocks noGrp="1"/>
          </p:cNvSpPr>
          <p:nvPr>
            <p:ph type="body" sz="quarter" idx="16"/>
          </p:nvPr>
        </p:nvSpPr>
        <p:spPr>
          <a:xfrm>
            <a:off x="655638" y="5605464"/>
            <a:ext cx="3402012" cy="622300"/>
          </a:xfrm>
          <a:prstGeom prst="rect">
            <a:avLst/>
          </a:prstGeom>
        </p:spPr>
        <p:txBody>
          <a:bodyPr>
            <a:noAutofit/>
          </a:bodyPr>
          <a:lstStyle>
            <a:lvl1pPr marL="0" indent="0" algn="ctr">
              <a:spcBef>
                <a:spcPts val="0"/>
              </a:spcBef>
              <a:buNone/>
              <a:defRPr sz="2000"/>
            </a:lvl1pPr>
          </a:lstStyle>
          <a:p>
            <a:pPr lvl="0"/>
            <a:r>
              <a:rPr lang="en-US" noProof="0"/>
              <a:t>Click to edit Master text styles</a:t>
            </a:r>
          </a:p>
        </p:txBody>
      </p:sp>
      <p:sp>
        <p:nvSpPr>
          <p:cNvPr id="12" name="4 Text Placeholder center">
            <a:extLst>
              <a:ext uri="{FF2B5EF4-FFF2-40B4-BE49-F238E27FC236}">
                <a16:creationId xmlns:a16="http://schemas.microsoft.com/office/drawing/2014/main" id="{7E8A9C08-F392-459F-B90B-EDBF4A830C55}"/>
              </a:ext>
            </a:extLst>
          </p:cNvPr>
          <p:cNvSpPr>
            <a:spLocks noGrp="1"/>
          </p:cNvSpPr>
          <p:nvPr>
            <p:ph type="body" sz="quarter" idx="17"/>
          </p:nvPr>
        </p:nvSpPr>
        <p:spPr>
          <a:xfrm>
            <a:off x="4386263" y="5605464"/>
            <a:ext cx="3419476" cy="622299"/>
          </a:xfrm>
          <a:prstGeom prst="rect">
            <a:avLst/>
          </a:prstGeom>
        </p:spPr>
        <p:txBody>
          <a:bodyPr>
            <a:noAutofit/>
          </a:bodyPr>
          <a:lstStyle>
            <a:lvl1pPr marL="0" indent="0" algn="ctr">
              <a:spcBef>
                <a:spcPts val="0"/>
              </a:spcBef>
              <a:buNone/>
              <a:defRPr sz="2000"/>
            </a:lvl1pPr>
          </a:lstStyle>
          <a:p>
            <a:pPr lvl="0"/>
            <a:r>
              <a:rPr lang="en-US" noProof="0"/>
              <a:t>Click to edit Master text styles</a:t>
            </a:r>
          </a:p>
        </p:txBody>
      </p:sp>
      <p:sp>
        <p:nvSpPr>
          <p:cNvPr id="13" name="6 Text Placeholder right">
            <a:extLst>
              <a:ext uri="{FF2B5EF4-FFF2-40B4-BE49-F238E27FC236}">
                <a16:creationId xmlns:a16="http://schemas.microsoft.com/office/drawing/2014/main" id="{05B401B2-8D93-427E-90A4-52337B3965E8}"/>
              </a:ext>
            </a:extLst>
          </p:cNvPr>
          <p:cNvSpPr>
            <a:spLocks noGrp="1"/>
          </p:cNvSpPr>
          <p:nvPr>
            <p:ph type="body" sz="quarter" idx="18"/>
          </p:nvPr>
        </p:nvSpPr>
        <p:spPr>
          <a:xfrm>
            <a:off x="8134352" y="5605464"/>
            <a:ext cx="3402010" cy="622299"/>
          </a:xfrm>
          <a:prstGeom prst="rect">
            <a:avLst/>
          </a:prstGeom>
        </p:spPr>
        <p:txBody>
          <a:bodyPr>
            <a:noAutofit/>
          </a:bodyPr>
          <a:lstStyle>
            <a:lvl1pPr marL="0" indent="0" algn="ctr">
              <a:spcBef>
                <a:spcPts val="0"/>
              </a:spcBef>
              <a:buNone/>
              <a:defRPr sz="2000"/>
            </a:lvl1pPr>
          </a:lstStyle>
          <a:p>
            <a:pPr lvl="0"/>
            <a:r>
              <a:rPr lang="en-US" noProof="0"/>
              <a:t>Click to edit Master text styles</a:t>
            </a:r>
          </a:p>
        </p:txBody>
      </p:sp>
      <p:sp>
        <p:nvSpPr>
          <p:cNvPr id="14" name="Picture Placeholder 8">
            <a:extLst>
              <a:ext uri="{FF2B5EF4-FFF2-40B4-BE49-F238E27FC236}">
                <a16:creationId xmlns:a16="http://schemas.microsoft.com/office/drawing/2014/main" id="{2AA5860C-EE70-47FF-987F-4224254C4B9E}"/>
              </a:ext>
              <a:ext uri="{C183D7F6-B498-43B3-948B-1728B52AA6E4}">
                <adec:decorative xmlns:adec="http://schemas.microsoft.com/office/drawing/2017/decorative" val="1"/>
              </a:ext>
            </a:extLst>
          </p:cNvPr>
          <p:cNvSpPr>
            <a:spLocks noGrp="1"/>
          </p:cNvSpPr>
          <p:nvPr>
            <p:ph type="pic" sz="quarter" idx="24" hasCustomPrompt="1"/>
          </p:nvPr>
        </p:nvSpPr>
        <p:spPr>
          <a:xfrm>
            <a:off x="655637" y="2025650"/>
            <a:ext cx="3419475" cy="3424238"/>
          </a:xfrm>
          <a:solidFill>
            <a:srgbClr val="E6E6E6"/>
          </a:solidFill>
        </p:spPr>
        <p:txBody>
          <a:bodyPr tIns="64008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2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15" name="Picture Placeholder 8">
            <a:extLst>
              <a:ext uri="{FF2B5EF4-FFF2-40B4-BE49-F238E27FC236}">
                <a16:creationId xmlns:a16="http://schemas.microsoft.com/office/drawing/2014/main" id="{4397C538-A917-4CA4-B610-4514941AC36D}"/>
              </a:ext>
              <a:ext uri="{C183D7F6-B498-43B3-948B-1728B52AA6E4}">
                <adec:decorative xmlns:adec="http://schemas.microsoft.com/office/drawing/2017/decorative" val="1"/>
              </a:ext>
            </a:extLst>
          </p:cNvPr>
          <p:cNvSpPr>
            <a:spLocks noGrp="1"/>
          </p:cNvSpPr>
          <p:nvPr>
            <p:ph type="pic" sz="quarter" idx="25" hasCustomPrompt="1"/>
          </p:nvPr>
        </p:nvSpPr>
        <p:spPr>
          <a:xfrm>
            <a:off x="4386261" y="2030413"/>
            <a:ext cx="3419475" cy="3424238"/>
          </a:xfrm>
          <a:solidFill>
            <a:srgbClr val="E6E6E6"/>
          </a:solidFill>
        </p:spPr>
        <p:txBody>
          <a:bodyPr tIns="64008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2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16" name="Picture Placeholder 8">
            <a:extLst>
              <a:ext uri="{FF2B5EF4-FFF2-40B4-BE49-F238E27FC236}">
                <a16:creationId xmlns:a16="http://schemas.microsoft.com/office/drawing/2014/main" id="{76CB0616-DF08-466B-BA17-373057FDF2B8}"/>
              </a:ext>
              <a:ext uri="{C183D7F6-B498-43B3-948B-1728B52AA6E4}">
                <adec:decorative xmlns:adec="http://schemas.microsoft.com/office/drawing/2017/decorative" val="1"/>
              </a:ext>
            </a:extLst>
          </p:cNvPr>
          <p:cNvSpPr>
            <a:spLocks noGrp="1"/>
          </p:cNvSpPr>
          <p:nvPr>
            <p:ph type="pic" sz="quarter" idx="26" hasCustomPrompt="1"/>
          </p:nvPr>
        </p:nvSpPr>
        <p:spPr>
          <a:xfrm>
            <a:off x="8116888" y="2030413"/>
            <a:ext cx="3419475" cy="3424238"/>
          </a:xfrm>
          <a:solidFill>
            <a:srgbClr val="E6E6E6"/>
          </a:solidFill>
        </p:spPr>
        <p:txBody>
          <a:bodyPr tIns="64008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2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Tree>
    <p:extLst>
      <p:ext uri="{BB962C8B-B14F-4D97-AF65-F5344CB8AC3E}">
        <p14:creationId xmlns:p14="http://schemas.microsoft.com/office/powerpoint/2010/main" val="2680970923"/>
      </p:ext>
    </p:extLst>
  </p:cSld>
  <p:clrMapOvr>
    <a:masterClrMapping/>
  </p:clrMapOvr>
  <p:hf sldNum="0" hdr="0" ftr="0" dt="0"/>
  <p:extLst>
    <p:ext uri="{DCECCB84-F9BA-43D5-87BE-67443E8EF086}">
      <p15:sldGuideLst xmlns:p15="http://schemas.microsoft.com/office/powerpoint/2012/main">
        <p15:guide id="21" orient="horz" pos="3531">
          <p15:clr>
            <a:srgbClr val="547EBF"/>
          </p15:clr>
        </p15:guide>
        <p15:guide id="22" orient="horz" pos="1279">
          <p15:clr>
            <a:srgbClr val="547EBF"/>
          </p15:clr>
        </p15:guide>
        <p15:guide id="23" orient="horz" pos="3433">
          <p15:clr>
            <a:srgbClr val="547EBF"/>
          </p15:clr>
        </p15:guide>
        <p15:guide id="24" orient="horz" pos="202">
          <p15:clr>
            <a:srgbClr val="547EBF"/>
          </p15:clr>
        </p15:guide>
        <p15:guide id="25" orient="horz" pos="495">
          <p15:clr>
            <a:srgbClr val="547EBF"/>
          </p15:clr>
        </p15:guide>
        <p15:guide id="26" orient="horz" pos="789">
          <p15:clr>
            <a:srgbClr val="547EBF"/>
          </p15:clr>
        </p15:guide>
        <p15:guide id="27" pos="413">
          <p15:clr>
            <a:srgbClr val="547EBF"/>
          </p15:clr>
        </p15:guide>
        <p15:guide id="28" pos="7267">
          <p15:clr>
            <a:srgbClr val="547EBF"/>
          </p15:clr>
        </p15:guide>
        <p15:guide id="29" orient="horz" pos="3923">
          <p15:clr>
            <a:srgbClr val="547EBF"/>
          </p15:clr>
        </p15:guide>
        <p15:guide id="30" pos="2567">
          <p15:clr>
            <a:srgbClr val="547EBF"/>
          </p15:clr>
        </p15:guide>
        <p15:guide id="31" pos="2763">
          <p15:clr>
            <a:srgbClr val="547EBF"/>
          </p15:clr>
        </p15:guide>
        <p15:guide id="32" pos="4917">
          <p15:clr>
            <a:srgbClr val="547EBF"/>
          </p15:clr>
        </p15:guide>
        <p15:guide id="33" pos="5113">
          <p15:clr>
            <a:srgbClr val="547EBF"/>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Four pictur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49057C-87AC-42DB-B763-DB393374FEF2}"/>
              </a:ext>
            </a:extLst>
          </p:cNvPr>
          <p:cNvSpPr>
            <a:spLocks noGrp="1"/>
          </p:cNvSpPr>
          <p:nvPr>
            <p:ph type="title"/>
          </p:nvPr>
        </p:nvSpPr>
        <p:spPr/>
        <p:txBody>
          <a:body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655638" y="4672014"/>
            <a:ext cx="2487613" cy="1555750"/>
          </a:xfrm>
          <a:prstGeom prst="rect">
            <a:avLst/>
          </a:prstGeom>
        </p:spPr>
        <p:txBody>
          <a:bodyPr>
            <a:noAutofit/>
          </a:bodyPr>
          <a:lstStyle>
            <a:lvl1pPr marL="0" indent="0" algn="ctr">
              <a:spcBef>
                <a:spcPts val="0"/>
              </a:spcBef>
              <a:buNone/>
              <a:defRPr sz="2000"/>
            </a:lvl1pPr>
          </a:lstStyle>
          <a:p>
            <a:pPr lvl="0"/>
            <a:r>
              <a:rPr lang="en-US"/>
              <a:t>Click to edit Master text styles</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52940" y="4672014"/>
            <a:ext cx="2487612" cy="1555750"/>
          </a:xfrm>
          <a:prstGeom prst="rect">
            <a:avLst/>
          </a:prstGeom>
        </p:spPr>
        <p:txBody>
          <a:bodyPr>
            <a:noAutofit/>
          </a:bodyPr>
          <a:lstStyle>
            <a:lvl1pPr marL="0" indent="0" algn="ctr">
              <a:spcBef>
                <a:spcPts val="0"/>
              </a:spcBef>
              <a:buNone/>
              <a:defRPr sz="2000"/>
            </a:lvl1pPr>
          </a:lstStyle>
          <a:p>
            <a:pPr lvl="0"/>
            <a:r>
              <a:rPr lang="en-US"/>
              <a:t>Click to edit Master text styles</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51448" y="4672584"/>
            <a:ext cx="2487613" cy="1555750"/>
          </a:xfrm>
          <a:prstGeom prst="rect">
            <a:avLst/>
          </a:prstGeom>
        </p:spPr>
        <p:txBody>
          <a:bodyPr>
            <a:noAutofit/>
          </a:bodyPr>
          <a:lstStyle>
            <a:lvl1pPr marL="0" indent="0" algn="ctr">
              <a:spcBef>
                <a:spcPts val="0"/>
              </a:spcBef>
              <a:buNone/>
              <a:defRPr sz="2000"/>
            </a:lvl1pPr>
          </a:lstStyle>
          <a:p>
            <a:pPr lvl="0"/>
            <a:r>
              <a:rPr lang="en-US"/>
              <a:t>Click to edit Master text styles</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49512" y="4672584"/>
            <a:ext cx="2487613" cy="1555750"/>
          </a:xfrm>
          <a:prstGeom prst="rect">
            <a:avLst/>
          </a:prstGeom>
        </p:spPr>
        <p:txBody>
          <a:bodyPr>
            <a:noAutofit/>
          </a:bodyPr>
          <a:lstStyle>
            <a:lvl1pPr marL="0" indent="0" algn="ctr">
              <a:spcBef>
                <a:spcPts val="0"/>
              </a:spcBef>
              <a:buNone/>
              <a:defRPr sz="2000"/>
            </a:lvl1pPr>
          </a:lstStyle>
          <a:p>
            <a:pPr lvl="0"/>
            <a:r>
              <a:rPr lang="en-US"/>
              <a:t>Click to edit Master text styles</a:t>
            </a:r>
          </a:p>
        </p:txBody>
      </p:sp>
      <p:sp>
        <p:nvSpPr>
          <p:cNvPr id="16" name="Picture Placeholder 8">
            <a:extLst>
              <a:ext uri="{FF2B5EF4-FFF2-40B4-BE49-F238E27FC236}">
                <a16:creationId xmlns:a16="http://schemas.microsoft.com/office/drawing/2014/main" id="{DA8B8813-90DD-49F0-8139-24CFB9E3C9AA}"/>
              </a:ext>
              <a:ext uri="{C183D7F6-B498-43B3-948B-1728B52AA6E4}">
                <adec:decorative xmlns:adec="http://schemas.microsoft.com/office/drawing/2017/decorative" val="1"/>
              </a:ext>
            </a:extLst>
          </p:cNvPr>
          <p:cNvSpPr>
            <a:spLocks noGrp="1"/>
          </p:cNvSpPr>
          <p:nvPr>
            <p:ph type="pic" sz="quarter" idx="24" hasCustomPrompt="1"/>
          </p:nvPr>
        </p:nvSpPr>
        <p:spPr>
          <a:xfrm>
            <a:off x="655638" y="2025650"/>
            <a:ext cx="2487612" cy="2490788"/>
          </a:xfrm>
          <a:solidFill>
            <a:srgbClr val="E6E6E6"/>
          </a:solidFill>
        </p:spPr>
        <p:txBody>
          <a:bodyPr tIns="36576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2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17" name="Picture Placeholder 8">
            <a:extLst>
              <a:ext uri="{FF2B5EF4-FFF2-40B4-BE49-F238E27FC236}">
                <a16:creationId xmlns:a16="http://schemas.microsoft.com/office/drawing/2014/main" id="{AB4AECCB-E11D-4EBC-A3CE-09C78FCB79E1}"/>
              </a:ext>
              <a:ext uri="{C183D7F6-B498-43B3-948B-1728B52AA6E4}">
                <adec:decorative xmlns:adec="http://schemas.microsoft.com/office/drawing/2017/decorative" val="1"/>
              </a:ext>
            </a:extLst>
          </p:cNvPr>
          <p:cNvSpPr>
            <a:spLocks noGrp="1"/>
          </p:cNvSpPr>
          <p:nvPr>
            <p:ph type="pic" sz="quarter" idx="25" hasCustomPrompt="1"/>
          </p:nvPr>
        </p:nvSpPr>
        <p:spPr>
          <a:xfrm>
            <a:off x="3452940" y="2030413"/>
            <a:ext cx="2487612" cy="2490788"/>
          </a:xfrm>
          <a:solidFill>
            <a:srgbClr val="E6E6E6"/>
          </a:solidFill>
        </p:spPr>
        <p:txBody>
          <a:bodyPr tIns="36576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2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18" name="Picture Placeholder 8">
            <a:extLst>
              <a:ext uri="{FF2B5EF4-FFF2-40B4-BE49-F238E27FC236}">
                <a16:creationId xmlns:a16="http://schemas.microsoft.com/office/drawing/2014/main" id="{2FA1BF05-D284-472F-9EF0-F7254B7FF62D}"/>
              </a:ext>
              <a:ext uri="{C183D7F6-B498-43B3-948B-1728B52AA6E4}">
                <adec:decorative xmlns:adec="http://schemas.microsoft.com/office/drawing/2017/decorative" val="1"/>
              </a:ext>
            </a:extLst>
          </p:cNvPr>
          <p:cNvSpPr>
            <a:spLocks noGrp="1"/>
          </p:cNvSpPr>
          <p:nvPr>
            <p:ph type="pic" sz="quarter" idx="26" hasCustomPrompt="1"/>
          </p:nvPr>
        </p:nvSpPr>
        <p:spPr>
          <a:xfrm>
            <a:off x="6259504" y="2025205"/>
            <a:ext cx="2487612" cy="2490788"/>
          </a:xfrm>
          <a:solidFill>
            <a:srgbClr val="E6E6E6"/>
          </a:solidFill>
        </p:spPr>
        <p:txBody>
          <a:bodyPr tIns="36576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2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19" name="Picture Placeholder 8">
            <a:extLst>
              <a:ext uri="{FF2B5EF4-FFF2-40B4-BE49-F238E27FC236}">
                <a16:creationId xmlns:a16="http://schemas.microsoft.com/office/drawing/2014/main" id="{B07BF657-C527-4471-9592-14860859A6BF}"/>
              </a:ext>
              <a:ext uri="{C183D7F6-B498-43B3-948B-1728B52AA6E4}">
                <adec:decorative xmlns:adec="http://schemas.microsoft.com/office/drawing/2017/decorative" val="1"/>
              </a:ext>
            </a:extLst>
          </p:cNvPr>
          <p:cNvSpPr>
            <a:spLocks noGrp="1"/>
          </p:cNvSpPr>
          <p:nvPr>
            <p:ph type="pic" sz="quarter" idx="27" hasCustomPrompt="1"/>
          </p:nvPr>
        </p:nvSpPr>
        <p:spPr>
          <a:xfrm>
            <a:off x="9055357" y="2025205"/>
            <a:ext cx="2487612" cy="2490788"/>
          </a:xfrm>
          <a:solidFill>
            <a:srgbClr val="E6E6E6"/>
          </a:solidFill>
        </p:spPr>
        <p:txBody>
          <a:bodyPr tIns="36576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2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Tree>
    <p:extLst>
      <p:ext uri="{BB962C8B-B14F-4D97-AF65-F5344CB8AC3E}">
        <p14:creationId xmlns:p14="http://schemas.microsoft.com/office/powerpoint/2010/main" val="3244383677"/>
      </p:ext>
    </p:extLst>
  </p:cSld>
  <p:clrMapOvr>
    <a:masterClrMapping/>
  </p:clrMapOvr>
  <p:hf sldNum="0" hdr="0" ftr="0" dt="0"/>
  <p:extLst>
    <p:ext uri="{DCECCB84-F9BA-43D5-87BE-67443E8EF086}">
      <p15:sldGuideLst xmlns:p15="http://schemas.microsoft.com/office/powerpoint/2012/main">
        <p15:guide id="18" orient="horz" pos="2943">
          <p15:clr>
            <a:srgbClr val="547EBF"/>
          </p15:clr>
        </p15:guide>
        <p15:guide id="19" orient="horz" pos="1279">
          <p15:clr>
            <a:srgbClr val="547EBF"/>
          </p15:clr>
        </p15:guide>
        <p15:guide id="20" orient="horz" pos="2845">
          <p15:clr>
            <a:srgbClr val="547EBF"/>
          </p15:clr>
        </p15:guide>
        <p15:guide id="21" orient="horz" pos="3936">
          <p15:clr>
            <a:srgbClr val="547EBF"/>
          </p15:clr>
        </p15:guide>
        <p15:guide id="22" orient="horz" pos="202">
          <p15:clr>
            <a:srgbClr val="547EBF"/>
          </p15:clr>
        </p15:guide>
        <p15:guide id="23" orient="horz" pos="495">
          <p15:clr>
            <a:srgbClr val="547EBF"/>
          </p15:clr>
        </p15:guide>
        <p15:guide id="24" orient="horz" pos="789">
          <p15:clr>
            <a:srgbClr val="547EBF"/>
          </p15:clr>
        </p15:guide>
        <p15:guide id="25" pos="413">
          <p15:clr>
            <a:srgbClr val="547EBF"/>
          </p15:clr>
        </p15:guide>
        <p15:guide id="26" pos="7267">
          <p15:clr>
            <a:srgbClr val="547EBF"/>
          </p15:clr>
        </p15:guide>
        <p15:guide id="27" pos="1980">
          <p15:clr>
            <a:srgbClr val="547EBF"/>
          </p15:clr>
        </p15:guide>
        <p15:guide id="28" pos="2175">
          <p15:clr>
            <a:srgbClr val="547EBF"/>
          </p15:clr>
        </p15:guide>
        <p15:guide id="29" pos="3742">
          <p15:clr>
            <a:srgbClr val="547EBF"/>
          </p15:clr>
        </p15:guide>
        <p15:guide id="30" pos="3938">
          <p15:clr>
            <a:srgbClr val="547EBF"/>
          </p15:clr>
        </p15:guide>
        <p15:guide id="31" pos="5700">
          <p15:clr>
            <a:srgbClr val="547EBF"/>
          </p15:clr>
        </p15:guide>
        <p15:guide id="32" pos="5505">
          <p15:clr>
            <a:srgbClr val="547EBF"/>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Four picture content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49057C-87AC-42DB-B763-DB393374FEF2}"/>
              </a:ext>
            </a:extLst>
          </p:cNvPr>
          <p:cNvSpPr>
            <a:spLocks noGrp="1"/>
          </p:cNvSpPr>
          <p:nvPr>
            <p:ph type="title"/>
          </p:nvPr>
        </p:nvSpPr>
        <p:spPr/>
        <p:txBody>
          <a:bodyPr/>
          <a:lstStyle/>
          <a:p>
            <a:r>
              <a:rPr lang="en-US"/>
              <a:t>Click to edit Master title style</a:t>
            </a:r>
            <a:endParaRPr lang="en-US" dirty="0"/>
          </a:p>
        </p:txBody>
      </p:sp>
      <p:sp>
        <p:nvSpPr>
          <p:cNvPr id="11" name="2 Subtitle">
            <a:extLst>
              <a:ext uri="{FF2B5EF4-FFF2-40B4-BE49-F238E27FC236}">
                <a16:creationId xmlns:a16="http://schemas.microsoft.com/office/drawing/2014/main" id="{F9EAAEB7-AABE-452B-8FFC-D112B4818ECE}"/>
              </a:ext>
            </a:extLst>
          </p:cNvPr>
          <p:cNvSpPr>
            <a:spLocks noGrp="1"/>
          </p:cNvSpPr>
          <p:nvPr>
            <p:ph type="subTitle" idx="1"/>
          </p:nvPr>
        </p:nvSpPr>
        <p:spPr>
          <a:xfrm>
            <a:off x="655638" y="786383"/>
            <a:ext cx="10880725" cy="461665"/>
          </a:xfrm>
          <a:prstGeom prst="rect">
            <a:avLst/>
          </a:prstGeom>
        </p:spPr>
        <p:txBody>
          <a:bodyPr>
            <a:normAutofit/>
          </a:bodyPr>
          <a:lstStyle>
            <a:lvl1pPr marL="0" indent="0" algn="l" defTabSz="932688">
              <a:lnSpc>
                <a:spcPct val="100000"/>
              </a:lnSpc>
              <a:spcBef>
                <a:spcPts val="672"/>
              </a:spcBef>
              <a:buFontTx/>
              <a:buNone/>
              <a:defRPr sz="2000" baseline="0">
                <a:solidFill>
                  <a:schemeClr val="tx1"/>
                </a:solidFill>
              </a:defRPr>
            </a:lvl1pPr>
            <a:lvl2pPr marL="0" indent="0" algn="l" defTabSz="932688">
              <a:lnSpc>
                <a:spcPct val="100000"/>
              </a:lnSpc>
              <a:spcBef>
                <a:spcPts val="672"/>
              </a:spcBef>
              <a:buFontTx/>
              <a:buNone/>
              <a:defRPr sz="2200" baseline="0">
                <a:solidFill>
                  <a:schemeClr val="tx1"/>
                </a:solidFill>
              </a:defRPr>
            </a:lvl2pPr>
            <a:lvl3pPr marL="0" indent="0" algn="l" defTabSz="932688">
              <a:lnSpc>
                <a:spcPct val="100000"/>
              </a:lnSpc>
              <a:spcBef>
                <a:spcPts val="672"/>
              </a:spcBef>
              <a:buFontTx/>
              <a:buNone/>
              <a:defRPr sz="2200" baseline="0">
                <a:solidFill>
                  <a:schemeClr val="tx1"/>
                </a:solidFill>
              </a:defRPr>
            </a:lvl3pPr>
            <a:lvl4pPr marL="0" indent="0" algn="l" defTabSz="932688">
              <a:lnSpc>
                <a:spcPct val="100000"/>
              </a:lnSpc>
              <a:spcBef>
                <a:spcPts val="672"/>
              </a:spcBef>
              <a:buFontTx/>
              <a:buNone/>
              <a:defRPr sz="2200" baseline="0">
                <a:solidFill>
                  <a:schemeClr val="tx1"/>
                </a:solidFill>
              </a:defRPr>
            </a:lvl4pPr>
            <a:lvl5pPr marL="0" indent="0" algn="l">
              <a:lnSpc>
                <a:spcPct val="110000"/>
              </a:lnSpc>
              <a:buNone/>
              <a:defRPr sz="2200" baseline="0">
                <a:solidFill>
                  <a:schemeClr val="tx1"/>
                </a:solidFill>
              </a:defRPr>
            </a:lvl5pPr>
            <a:lvl6pPr marL="0" indent="0" algn="l" defTabSz="932688">
              <a:lnSpc>
                <a:spcPct val="100000"/>
              </a:lnSpc>
              <a:spcBef>
                <a:spcPts val="672"/>
              </a:spcBef>
              <a:buFontTx/>
              <a:buNone/>
              <a:defRPr sz="2200" baseline="0">
                <a:solidFill>
                  <a:schemeClr val="tx1"/>
                </a:solidFill>
              </a:defRPr>
            </a:lvl6pPr>
            <a:lvl7pPr marL="0" indent="0" algn="l" defTabSz="932688">
              <a:lnSpc>
                <a:spcPct val="100000"/>
              </a:lnSpc>
              <a:spcBef>
                <a:spcPts val="672"/>
              </a:spcBef>
              <a:buFontTx/>
              <a:buNone/>
              <a:defRPr sz="2200" baseline="0">
                <a:solidFill>
                  <a:schemeClr val="tx1"/>
                </a:solidFill>
              </a:defRPr>
            </a:lvl7pPr>
            <a:lvl8pPr marL="0" indent="0" algn="l" defTabSz="932688">
              <a:lnSpc>
                <a:spcPct val="100000"/>
              </a:lnSpc>
              <a:spcBef>
                <a:spcPts val="672"/>
              </a:spcBef>
              <a:buFontTx/>
              <a:buNone/>
              <a:defRPr sz="2200" baseline="0">
                <a:solidFill>
                  <a:schemeClr val="tx1"/>
                </a:solidFill>
              </a:defRPr>
            </a:lvl8pPr>
            <a:lvl9pPr marL="0" indent="0" algn="l" defTabSz="932688">
              <a:lnSpc>
                <a:spcPct val="100000"/>
              </a:lnSpc>
              <a:spcBef>
                <a:spcPts val="672"/>
              </a:spcBef>
              <a:buFontTx/>
              <a:buNone/>
              <a:defRPr sz="2200" baseline="0">
                <a:solidFill>
                  <a:schemeClr val="tx1"/>
                </a:solidFill>
              </a:defRPr>
            </a:lvl9pPr>
          </a:lstStyle>
          <a:p>
            <a:r>
              <a:rPr lang="en-US" noProof="0"/>
              <a:t>Click to edit Master subtitle style</a:t>
            </a:r>
            <a:endParaRPr lang="en-US" noProof="0" dirty="0"/>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655638" y="4672014"/>
            <a:ext cx="2487613" cy="1555750"/>
          </a:xfrm>
          <a:prstGeom prst="rect">
            <a:avLst/>
          </a:prstGeom>
        </p:spPr>
        <p:txBody>
          <a:bodyPr>
            <a:noAutofit/>
          </a:bodyPr>
          <a:lstStyle>
            <a:lvl1pPr marL="0" indent="0" algn="ctr">
              <a:spcBef>
                <a:spcPts val="0"/>
              </a:spcBef>
              <a:buNone/>
              <a:defRPr sz="2000"/>
            </a:lvl1pPr>
          </a:lstStyle>
          <a:p>
            <a:pPr lvl="0"/>
            <a:r>
              <a:rPr lang="en-US"/>
              <a:t>Click to edit Master text styles</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52940" y="4672014"/>
            <a:ext cx="2487612" cy="1555750"/>
          </a:xfrm>
          <a:prstGeom prst="rect">
            <a:avLst/>
          </a:prstGeom>
        </p:spPr>
        <p:txBody>
          <a:bodyPr>
            <a:noAutofit/>
          </a:bodyPr>
          <a:lstStyle>
            <a:lvl1pPr marL="0" indent="0" algn="ctr">
              <a:spcBef>
                <a:spcPts val="0"/>
              </a:spcBef>
              <a:buNone/>
              <a:defRPr sz="2000"/>
            </a:lvl1pPr>
          </a:lstStyle>
          <a:p>
            <a:pPr lvl="0"/>
            <a:r>
              <a:rPr lang="en-US"/>
              <a:t>Click to edit Master text styles</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51448" y="4672584"/>
            <a:ext cx="2487613" cy="1555750"/>
          </a:xfrm>
          <a:prstGeom prst="rect">
            <a:avLst/>
          </a:prstGeom>
        </p:spPr>
        <p:txBody>
          <a:bodyPr>
            <a:noAutofit/>
          </a:bodyPr>
          <a:lstStyle>
            <a:lvl1pPr marL="0" indent="0" algn="ctr">
              <a:spcBef>
                <a:spcPts val="0"/>
              </a:spcBef>
              <a:buNone/>
              <a:defRPr sz="2000"/>
            </a:lvl1pPr>
          </a:lstStyle>
          <a:p>
            <a:pPr lvl="0"/>
            <a:r>
              <a:rPr lang="en-US"/>
              <a:t>Click to edit Master text styles</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49512" y="4672584"/>
            <a:ext cx="2487613" cy="1555750"/>
          </a:xfrm>
          <a:prstGeom prst="rect">
            <a:avLst/>
          </a:prstGeom>
        </p:spPr>
        <p:txBody>
          <a:bodyPr>
            <a:noAutofit/>
          </a:bodyPr>
          <a:lstStyle>
            <a:lvl1pPr marL="0" indent="0" algn="ctr">
              <a:spcBef>
                <a:spcPts val="0"/>
              </a:spcBef>
              <a:buNone/>
              <a:defRPr sz="2000"/>
            </a:lvl1pPr>
          </a:lstStyle>
          <a:p>
            <a:pPr lvl="0"/>
            <a:r>
              <a:rPr lang="en-US"/>
              <a:t>Click to edit Master text styles</a:t>
            </a:r>
          </a:p>
        </p:txBody>
      </p:sp>
      <p:sp>
        <p:nvSpPr>
          <p:cNvPr id="16" name="Picture Placeholder 8">
            <a:extLst>
              <a:ext uri="{FF2B5EF4-FFF2-40B4-BE49-F238E27FC236}">
                <a16:creationId xmlns:a16="http://schemas.microsoft.com/office/drawing/2014/main" id="{DA8B8813-90DD-49F0-8139-24CFB9E3C9AA}"/>
              </a:ext>
              <a:ext uri="{C183D7F6-B498-43B3-948B-1728B52AA6E4}">
                <adec:decorative xmlns:adec="http://schemas.microsoft.com/office/drawing/2017/decorative" val="1"/>
              </a:ext>
            </a:extLst>
          </p:cNvPr>
          <p:cNvSpPr>
            <a:spLocks noGrp="1"/>
          </p:cNvSpPr>
          <p:nvPr>
            <p:ph type="pic" sz="quarter" idx="24" hasCustomPrompt="1"/>
          </p:nvPr>
        </p:nvSpPr>
        <p:spPr>
          <a:xfrm>
            <a:off x="655638" y="2025650"/>
            <a:ext cx="2487612" cy="2490788"/>
          </a:xfrm>
          <a:solidFill>
            <a:srgbClr val="E6E6E6"/>
          </a:solidFill>
        </p:spPr>
        <p:txBody>
          <a:bodyPr tIns="36576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2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17" name="Picture Placeholder 8">
            <a:extLst>
              <a:ext uri="{FF2B5EF4-FFF2-40B4-BE49-F238E27FC236}">
                <a16:creationId xmlns:a16="http://schemas.microsoft.com/office/drawing/2014/main" id="{AB4AECCB-E11D-4EBC-A3CE-09C78FCB79E1}"/>
              </a:ext>
              <a:ext uri="{C183D7F6-B498-43B3-948B-1728B52AA6E4}">
                <adec:decorative xmlns:adec="http://schemas.microsoft.com/office/drawing/2017/decorative" val="1"/>
              </a:ext>
            </a:extLst>
          </p:cNvPr>
          <p:cNvSpPr>
            <a:spLocks noGrp="1"/>
          </p:cNvSpPr>
          <p:nvPr>
            <p:ph type="pic" sz="quarter" idx="25" hasCustomPrompt="1"/>
          </p:nvPr>
        </p:nvSpPr>
        <p:spPr>
          <a:xfrm>
            <a:off x="3452940" y="2030413"/>
            <a:ext cx="2487612" cy="2490788"/>
          </a:xfrm>
          <a:solidFill>
            <a:srgbClr val="E6E6E6"/>
          </a:solidFill>
        </p:spPr>
        <p:txBody>
          <a:bodyPr tIns="36576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2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18" name="Picture Placeholder 8">
            <a:extLst>
              <a:ext uri="{FF2B5EF4-FFF2-40B4-BE49-F238E27FC236}">
                <a16:creationId xmlns:a16="http://schemas.microsoft.com/office/drawing/2014/main" id="{2FA1BF05-D284-472F-9EF0-F7254B7FF62D}"/>
              </a:ext>
              <a:ext uri="{C183D7F6-B498-43B3-948B-1728B52AA6E4}">
                <adec:decorative xmlns:adec="http://schemas.microsoft.com/office/drawing/2017/decorative" val="1"/>
              </a:ext>
            </a:extLst>
          </p:cNvPr>
          <p:cNvSpPr>
            <a:spLocks noGrp="1"/>
          </p:cNvSpPr>
          <p:nvPr>
            <p:ph type="pic" sz="quarter" idx="26" hasCustomPrompt="1"/>
          </p:nvPr>
        </p:nvSpPr>
        <p:spPr>
          <a:xfrm>
            <a:off x="6259504" y="2025205"/>
            <a:ext cx="2487612" cy="2490788"/>
          </a:xfrm>
          <a:solidFill>
            <a:srgbClr val="E6E6E6"/>
          </a:solidFill>
        </p:spPr>
        <p:txBody>
          <a:bodyPr tIns="36576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2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19" name="Picture Placeholder 8">
            <a:extLst>
              <a:ext uri="{FF2B5EF4-FFF2-40B4-BE49-F238E27FC236}">
                <a16:creationId xmlns:a16="http://schemas.microsoft.com/office/drawing/2014/main" id="{B07BF657-C527-4471-9592-14860859A6BF}"/>
              </a:ext>
              <a:ext uri="{C183D7F6-B498-43B3-948B-1728B52AA6E4}">
                <adec:decorative xmlns:adec="http://schemas.microsoft.com/office/drawing/2017/decorative" val="1"/>
              </a:ext>
            </a:extLst>
          </p:cNvPr>
          <p:cNvSpPr>
            <a:spLocks noGrp="1"/>
          </p:cNvSpPr>
          <p:nvPr>
            <p:ph type="pic" sz="quarter" idx="27" hasCustomPrompt="1"/>
          </p:nvPr>
        </p:nvSpPr>
        <p:spPr>
          <a:xfrm>
            <a:off x="9055357" y="2025205"/>
            <a:ext cx="2487612" cy="2490788"/>
          </a:xfrm>
          <a:solidFill>
            <a:srgbClr val="E6E6E6"/>
          </a:solidFill>
        </p:spPr>
        <p:txBody>
          <a:bodyPr tIns="36576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2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Tree>
    <p:extLst>
      <p:ext uri="{BB962C8B-B14F-4D97-AF65-F5344CB8AC3E}">
        <p14:creationId xmlns:p14="http://schemas.microsoft.com/office/powerpoint/2010/main" val="3832749724"/>
      </p:ext>
    </p:extLst>
  </p:cSld>
  <p:clrMapOvr>
    <a:masterClrMapping/>
  </p:clrMapOvr>
  <p:hf sldNum="0" hdr="0" ftr="0" dt="0"/>
  <p:extLst>
    <p:ext uri="{DCECCB84-F9BA-43D5-87BE-67443E8EF086}">
      <p15:sldGuideLst xmlns:p15="http://schemas.microsoft.com/office/powerpoint/2012/main">
        <p15:guide id="18" orient="horz" pos="2943">
          <p15:clr>
            <a:srgbClr val="547EBF"/>
          </p15:clr>
        </p15:guide>
        <p15:guide id="19" orient="horz" pos="1279">
          <p15:clr>
            <a:srgbClr val="547EBF"/>
          </p15:clr>
        </p15:guide>
        <p15:guide id="20" orient="horz" pos="2845">
          <p15:clr>
            <a:srgbClr val="547EBF"/>
          </p15:clr>
        </p15:guide>
        <p15:guide id="21" orient="horz" pos="3936">
          <p15:clr>
            <a:srgbClr val="547EBF"/>
          </p15:clr>
        </p15:guide>
        <p15:guide id="22" orient="horz" pos="202">
          <p15:clr>
            <a:srgbClr val="547EBF"/>
          </p15:clr>
        </p15:guide>
        <p15:guide id="23" orient="horz" pos="495">
          <p15:clr>
            <a:srgbClr val="547EBF"/>
          </p15:clr>
        </p15:guide>
        <p15:guide id="24" orient="horz" pos="789">
          <p15:clr>
            <a:srgbClr val="547EBF"/>
          </p15:clr>
        </p15:guide>
        <p15:guide id="25" pos="413">
          <p15:clr>
            <a:srgbClr val="547EBF"/>
          </p15:clr>
        </p15:guide>
        <p15:guide id="26" pos="7267">
          <p15:clr>
            <a:srgbClr val="547EBF"/>
          </p15:clr>
        </p15:guide>
        <p15:guide id="27" pos="1980">
          <p15:clr>
            <a:srgbClr val="547EBF"/>
          </p15:clr>
        </p15:guide>
        <p15:guide id="28" pos="2175">
          <p15:clr>
            <a:srgbClr val="547EBF"/>
          </p15:clr>
        </p15:guide>
        <p15:guide id="29" pos="3742">
          <p15:clr>
            <a:srgbClr val="547EBF"/>
          </p15:clr>
        </p15:guide>
        <p15:guide id="30" pos="3938">
          <p15:clr>
            <a:srgbClr val="547EBF"/>
          </p15:clr>
        </p15:guide>
        <p15:guide id="31" pos="5700">
          <p15:clr>
            <a:srgbClr val="547EBF"/>
          </p15:clr>
        </p15:guide>
        <p15:guide id="32" pos="5505">
          <p15:clr>
            <a:srgbClr val="547EBF"/>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Screenshot and caption">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9D883269-C75C-4B87-8CD9-BE4E94E2BFF3}"/>
              </a:ext>
            </a:extLst>
          </p:cNvPr>
          <p:cNvSpPr>
            <a:spLocks noGrp="1"/>
          </p:cNvSpPr>
          <p:nvPr>
            <p:ph type="title"/>
          </p:nvPr>
        </p:nvSpPr>
        <p:spPr/>
        <p:txBody>
          <a:bodyPr/>
          <a:lstStyle/>
          <a:p>
            <a:r>
              <a:rPr lang="en-US"/>
              <a:t>Click to edit Master title style</a:t>
            </a:r>
            <a:endParaRPr lang="en-US" dirty="0"/>
          </a:p>
        </p:txBody>
      </p:sp>
      <p:sp>
        <p:nvSpPr>
          <p:cNvPr id="5" name="Picture Placeholder 8">
            <a:extLst>
              <a:ext uri="{FF2B5EF4-FFF2-40B4-BE49-F238E27FC236}">
                <a16:creationId xmlns:a16="http://schemas.microsoft.com/office/drawing/2014/main" id="{BC9BB614-934E-4D33-8136-678FECFA2E4C}"/>
              </a:ext>
              <a:ext uri="{C183D7F6-B498-43B3-948B-1728B52AA6E4}">
                <adec:decorative xmlns:adec="http://schemas.microsoft.com/office/drawing/2017/decorative" val="1"/>
              </a:ext>
            </a:extLst>
          </p:cNvPr>
          <p:cNvSpPr>
            <a:spLocks noGrp="1"/>
          </p:cNvSpPr>
          <p:nvPr>
            <p:ph type="pic" sz="quarter" idx="22" hasCustomPrompt="1"/>
          </p:nvPr>
        </p:nvSpPr>
        <p:spPr>
          <a:xfrm>
            <a:off x="655638" y="1436688"/>
            <a:ext cx="7181850" cy="4832350"/>
          </a:xfrm>
          <a:solidFill>
            <a:srgbClr val="E6E6E6"/>
          </a:solidFill>
        </p:spPr>
        <p:txBody>
          <a:bodyPr tIns="100584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6" name="Text Placeholder 2">
            <a:extLst>
              <a:ext uri="{FF2B5EF4-FFF2-40B4-BE49-F238E27FC236}">
                <a16:creationId xmlns:a16="http://schemas.microsoft.com/office/drawing/2014/main" id="{C23B6F60-A422-4774-A893-F6F72F7B22D6}"/>
              </a:ext>
            </a:extLst>
          </p:cNvPr>
          <p:cNvSpPr>
            <a:spLocks noGrp="1"/>
          </p:cNvSpPr>
          <p:nvPr>
            <p:ph type="body" sz="quarter" idx="23"/>
          </p:nvPr>
        </p:nvSpPr>
        <p:spPr>
          <a:xfrm>
            <a:off x="8115300" y="1436689"/>
            <a:ext cx="3421062" cy="4832350"/>
          </a:xfrm>
        </p:spPr>
        <p:txBody>
          <a:bodyPr/>
          <a:lstStyle>
            <a:lvl1pPr marL="0" indent="0">
              <a:buNone/>
              <a:defRPr sz="2000">
                <a:latin typeface="Segoe UI Semibold" panose="020B0702040204020203" pitchFamily="34" charset="0"/>
                <a:cs typeface="Segoe UI Semibold" panose="020B0702040204020203" pitchFamily="34" charset="0"/>
              </a:defRPr>
            </a:lvl1pPr>
            <a:lvl2pPr marL="168275" indent="-168275">
              <a:defRPr sz="1800"/>
            </a:lvl2pPr>
            <a:lvl3pPr marL="0" indent="0">
              <a:buNone/>
              <a:defRPr sz="1800"/>
            </a:lvl3pPr>
            <a:lvl4pPr>
              <a:defRPr sz="1200"/>
            </a:lvl4pPr>
            <a:lvl5pPr>
              <a:defRPr sz="1200"/>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4066184627"/>
      </p:ext>
    </p:extLst>
  </p:cSld>
  <p:clrMapOvr>
    <a:masterClrMapping/>
  </p:clrMapOvr>
  <p:hf sldNum="0" hdr="0" ftr="0" dt="0"/>
  <p:extLst>
    <p:ext uri="{DCECCB84-F9BA-43D5-87BE-67443E8EF086}">
      <p15:sldGuideLst xmlns:p15="http://schemas.microsoft.com/office/powerpoint/2012/main">
        <p15:guide id="20" pos="4944">
          <p15:clr>
            <a:srgbClr val="5ACBF0"/>
          </p15:clr>
        </p15:guide>
        <p15:guide id="21" pos="5112">
          <p15:clr>
            <a:srgbClr val="5ACBF0"/>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Screenshot and caption Subtitle">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9D883269-C75C-4B87-8CD9-BE4E94E2BFF3}"/>
              </a:ext>
            </a:extLst>
          </p:cNvPr>
          <p:cNvSpPr>
            <a:spLocks noGrp="1"/>
          </p:cNvSpPr>
          <p:nvPr>
            <p:ph type="title"/>
          </p:nvPr>
        </p:nvSpPr>
        <p:spPr/>
        <p:txBody>
          <a:bodyPr/>
          <a:lstStyle/>
          <a:p>
            <a:r>
              <a:rPr lang="en-US"/>
              <a:t>Click to edit Master title style</a:t>
            </a:r>
            <a:endParaRPr lang="en-US" dirty="0"/>
          </a:p>
        </p:txBody>
      </p:sp>
      <p:sp>
        <p:nvSpPr>
          <p:cNvPr id="6" name="2 Subtitle">
            <a:extLst>
              <a:ext uri="{FF2B5EF4-FFF2-40B4-BE49-F238E27FC236}">
                <a16:creationId xmlns:a16="http://schemas.microsoft.com/office/drawing/2014/main" id="{8F2C19A0-A7BB-4DAA-8F3E-C8260891FB7D}"/>
              </a:ext>
            </a:extLst>
          </p:cNvPr>
          <p:cNvSpPr>
            <a:spLocks noGrp="1"/>
          </p:cNvSpPr>
          <p:nvPr>
            <p:ph type="subTitle" idx="1"/>
          </p:nvPr>
        </p:nvSpPr>
        <p:spPr>
          <a:xfrm>
            <a:off x="655638" y="786383"/>
            <a:ext cx="10880725" cy="461665"/>
          </a:xfrm>
          <a:prstGeom prst="rect">
            <a:avLst/>
          </a:prstGeom>
        </p:spPr>
        <p:txBody>
          <a:bodyPr>
            <a:normAutofit/>
          </a:bodyPr>
          <a:lstStyle>
            <a:lvl1pPr marL="0" indent="0" algn="l" defTabSz="932688">
              <a:lnSpc>
                <a:spcPct val="100000"/>
              </a:lnSpc>
              <a:spcBef>
                <a:spcPts val="672"/>
              </a:spcBef>
              <a:buFontTx/>
              <a:buNone/>
              <a:defRPr sz="2000" baseline="0">
                <a:solidFill>
                  <a:schemeClr val="tx1"/>
                </a:solidFill>
              </a:defRPr>
            </a:lvl1pPr>
            <a:lvl2pPr marL="0" indent="0" algn="l" defTabSz="932688">
              <a:lnSpc>
                <a:spcPct val="100000"/>
              </a:lnSpc>
              <a:spcBef>
                <a:spcPts val="672"/>
              </a:spcBef>
              <a:buFontTx/>
              <a:buNone/>
              <a:defRPr sz="2200" baseline="0">
                <a:solidFill>
                  <a:schemeClr val="tx1"/>
                </a:solidFill>
              </a:defRPr>
            </a:lvl2pPr>
            <a:lvl3pPr marL="0" indent="0" algn="l" defTabSz="932688">
              <a:lnSpc>
                <a:spcPct val="100000"/>
              </a:lnSpc>
              <a:spcBef>
                <a:spcPts val="672"/>
              </a:spcBef>
              <a:buFontTx/>
              <a:buNone/>
              <a:defRPr sz="2200" baseline="0">
                <a:solidFill>
                  <a:schemeClr val="tx1"/>
                </a:solidFill>
              </a:defRPr>
            </a:lvl3pPr>
            <a:lvl4pPr marL="0" indent="0" algn="l" defTabSz="932688">
              <a:lnSpc>
                <a:spcPct val="100000"/>
              </a:lnSpc>
              <a:spcBef>
                <a:spcPts val="672"/>
              </a:spcBef>
              <a:buFontTx/>
              <a:buNone/>
              <a:defRPr sz="2200" baseline="0">
                <a:solidFill>
                  <a:schemeClr val="tx1"/>
                </a:solidFill>
              </a:defRPr>
            </a:lvl4pPr>
            <a:lvl5pPr marL="0" indent="0" algn="l">
              <a:lnSpc>
                <a:spcPct val="110000"/>
              </a:lnSpc>
              <a:buNone/>
              <a:defRPr sz="2200" baseline="0">
                <a:solidFill>
                  <a:schemeClr val="tx1"/>
                </a:solidFill>
              </a:defRPr>
            </a:lvl5pPr>
            <a:lvl6pPr marL="0" indent="0" algn="l" defTabSz="932688">
              <a:lnSpc>
                <a:spcPct val="100000"/>
              </a:lnSpc>
              <a:spcBef>
                <a:spcPts val="672"/>
              </a:spcBef>
              <a:buFontTx/>
              <a:buNone/>
              <a:defRPr sz="2200" baseline="0">
                <a:solidFill>
                  <a:schemeClr val="tx1"/>
                </a:solidFill>
              </a:defRPr>
            </a:lvl6pPr>
            <a:lvl7pPr marL="0" indent="0" algn="l" defTabSz="932688">
              <a:lnSpc>
                <a:spcPct val="100000"/>
              </a:lnSpc>
              <a:spcBef>
                <a:spcPts val="672"/>
              </a:spcBef>
              <a:buFontTx/>
              <a:buNone/>
              <a:defRPr sz="2200" baseline="0">
                <a:solidFill>
                  <a:schemeClr val="tx1"/>
                </a:solidFill>
              </a:defRPr>
            </a:lvl7pPr>
            <a:lvl8pPr marL="0" indent="0" algn="l" defTabSz="932688">
              <a:lnSpc>
                <a:spcPct val="100000"/>
              </a:lnSpc>
              <a:spcBef>
                <a:spcPts val="672"/>
              </a:spcBef>
              <a:buFontTx/>
              <a:buNone/>
              <a:defRPr sz="2200" baseline="0">
                <a:solidFill>
                  <a:schemeClr val="tx1"/>
                </a:solidFill>
              </a:defRPr>
            </a:lvl8pPr>
            <a:lvl9pPr marL="0" indent="0" algn="l" defTabSz="932688">
              <a:lnSpc>
                <a:spcPct val="100000"/>
              </a:lnSpc>
              <a:spcBef>
                <a:spcPts val="672"/>
              </a:spcBef>
              <a:buFontTx/>
              <a:buNone/>
              <a:defRPr sz="2200" baseline="0">
                <a:solidFill>
                  <a:schemeClr val="tx1"/>
                </a:solidFill>
              </a:defRPr>
            </a:lvl9pPr>
          </a:lstStyle>
          <a:p>
            <a:r>
              <a:rPr lang="en-US" noProof="0"/>
              <a:t>Click to edit Master subtitle style</a:t>
            </a:r>
            <a:endParaRPr lang="en-US" noProof="0" dirty="0"/>
          </a:p>
        </p:txBody>
      </p:sp>
      <p:sp>
        <p:nvSpPr>
          <p:cNvPr id="5" name="Picture Placeholder 8">
            <a:extLst>
              <a:ext uri="{FF2B5EF4-FFF2-40B4-BE49-F238E27FC236}">
                <a16:creationId xmlns:a16="http://schemas.microsoft.com/office/drawing/2014/main" id="{BC9BB614-934E-4D33-8136-678FECFA2E4C}"/>
              </a:ext>
              <a:ext uri="{C183D7F6-B498-43B3-948B-1728B52AA6E4}">
                <adec:decorative xmlns:adec="http://schemas.microsoft.com/office/drawing/2017/decorative" val="1"/>
              </a:ext>
            </a:extLst>
          </p:cNvPr>
          <p:cNvSpPr>
            <a:spLocks noGrp="1"/>
          </p:cNvSpPr>
          <p:nvPr>
            <p:ph type="pic" sz="quarter" idx="22" hasCustomPrompt="1"/>
          </p:nvPr>
        </p:nvSpPr>
        <p:spPr>
          <a:xfrm>
            <a:off x="655638" y="1436688"/>
            <a:ext cx="7181850" cy="4832350"/>
          </a:xfrm>
          <a:solidFill>
            <a:srgbClr val="E6E6E6"/>
          </a:solidFill>
        </p:spPr>
        <p:txBody>
          <a:bodyPr tIns="1005840" anchor="t">
            <a:noAutofit/>
          </a:bodyPr>
          <a:lstStyle>
            <a:lvl1pPr marL="0" marR="0" indent="0" algn="ctr" defTabSz="932688" rtl="0" eaLnBrk="1" fontAlgn="auto" latinLnBrk="0" hangingPunct="1">
              <a:lnSpc>
                <a:spcPct val="300000"/>
              </a:lnSpc>
              <a:spcBef>
                <a:spcPts val="2000"/>
              </a:spcBef>
              <a:spcAft>
                <a:spcPts val="0"/>
              </a:spcAft>
              <a:buClr>
                <a:schemeClr val="tx1"/>
              </a:buClr>
              <a:buSzPct val="90000"/>
              <a:buFont typeface="Wingdings" panose="05000000000000000000" pitchFamily="2" charset="2"/>
              <a:buNone/>
              <a:tabLst/>
              <a:defRPr lang="en-US" sz="1600" b="1" kern="1200" spc="0" baseline="0" noProof="0" dirty="0">
                <a:solidFill>
                  <a:srgbClr val="FFFFFF"/>
                </a:solidFill>
                <a:latin typeface="+mn-lt"/>
                <a:ea typeface="+mn-ea"/>
                <a:cs typeface="Segoe UI" panose="020B0502040204020203" pitchFamily="34" charset="0"/>
              </a:defRPr>
            </a:lvl1pPr>
          </a:lstStyle>
          <a:p>
            <a:pPr marL="0" marR="0" lvl="0" indent="0" algn="ctr" defTabSz="932688" rtl="0" eaLnBrk="1" fontAlgn="auto" latinLnBrk="0" hangingPunct="1">
              <a:lnSpc>
                <a:spcPct val="100000"/>
              </a:lnSpc>
              <a:spcBef>
                <a:spcPts val="672"/>
              </a:spcBef>
              <a:spcAft>
                <a:spcPts val="0"/>
              </a:spcAft>
              <a:buClr>
                <a:schemeClr val="tx1"/>
              </a:buClr>
              <a:buSzPct val="90000"/>
              <a:buFont typeface="Wingdings" panose="05000000000000000000" pitchFamily="2" charset="2"/>
              <a:buNone/>
              <a:tabLst/>
              <a:defRPr/>
            </a:pPr>
            <a:r>
              <a:rPr lang="en-US" noProof="0" dirty="0"/>
              <a:t> </a:t>
            </a:r>
          </a:p>
        </p:txBody>
      </p:sp>
      <p:sp>
        <p:nvSpPr>
          <p:cNvPr id="7" name="Text Placeholder 2">
            <a:extLst>
              <a:ext uri="{FF2B5EF4-FFF2-40B4-BE49-F238E27FC236}">
                <a16:creationId xmlns:a16="http://schemas.microsoft.com/office/drawing/2014/main" id="{52DFC09F-D5CA-4DF7-8673-A157E8B3F810}"/>
              </a:ext>
            </a:extLst>
          </p:cNvPr>
          <p:cNvSpPr>
            <a:spLocks noGrp="1"/>
          </p:cNvSpPr>
          <p:nvPr>
            <p:ph type="body" sz="quarter" idx="23"/>
          </p:nvPr>
        </p:nvSpPr>
        <p:spPr>
          <a:xfrm>
            <a:off x="8115300" y="1436689"/>
            <a:ext cx="3421062" cy="4832350"/>
          </a:xfrm>
        </p:spPr>
        <p:txBody>
          <a:bodyPr/>
          <a:lstStyle>
            <a:lvl1pPr marL="0" indent="0">
              <a:buNone/>
              <a:defRPr sz="2000">
                <a:latin typeface="Segoe UI Semibold" panose="020B0702040204020203" pitchFamily="34" charset="0"/>
                <a:cs typeface="Segoe UI Semibold" panose="020B0702040204020203" pitchFamily="34" charset="0"/>
              </a:defRPr>
            </a:lvl1pPr>
            <a:lvl2pPr marL="168275" indent="-168275">
              <a:defRPr sz="1800"/>
            </a:lvl2pPr>
            <a:lvl3pPr marL="0" indent="0">
              <a:buNone/>
              <a:defRPr sz="1800"/>
            </a:lvl3pPr>
            <a:lvl4pPr>
              <a:defRPr sz="1200"/>
            </a:lvl4pPr>
            <a:lvl5pPr>
              <a:defRPr sz="1200"/>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191744639"/>
      </p:ext>
    </p:extLst>
  </p:cSld>
  <p:clrMapOvr>
    <a:masterClrMapping/>
  </p:clrMapOvr>
  <p:hf sldNum="0" hdr="0" ftr="0" dt="0"/>
  <p:extLst>
    <p:ext uri="{DCECCB84-F9BA-43D5-87BE-67443E8EF086}">
      <p15:sldGuideLst xmlns:p15="http://schemas.microsoft.com/office/powerpoint/2012/main">
        <p15:guide id="20" pos="4944">
          <p15:clr>
            <a:srgbClr val="5ACBF0"/>
          </p15:clr>
        </p15:guide>
        <p15:guide id="21" pos="5112">
          <p15:clr>
            <a:srgbClr val="5ACBF0"/>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Screenshot and caption 2">
    <p:spTree>
      <p:nvGrpSpPr>
        <p:cNvPr id="1" name=""/>
        <p:cNvGrpSpPr/>
        <p:nvPr/>
      </p:nvGrpSpPr>
      <p:grpSpPr>
        <a:xfrm>
          <a:off x="0" y="0"/>
          <a:ext cx="0" cy="0"/>
          <a:chOff x="0" y="0"/>
          <a:chExt cx="0" cy="0"/>
        </a:xfrm>
      </p:grpSpPr>
      <p:sp>
        <p:nvSpPr>
          <p:cNvPr id="9" name="Title 7">
            <a:extLst>
              <a:ext uri="{FF2B5EF4-FFF2-40B4-BE49-F238E27FC236}">
                <a16:creationId xmlns:a16="http://schemas.microsoft.com/office/drawing/2014/main" id="{66AEE150-FB8B-41B9-8C47-5CA3E6A6A435}"/>
              </a:ext>
            </a:extLst>
          </p:cNvPr>
          <p:cNvSpPr>
            <a:spLocks noGrp="1"/>
          </p:cNvSpPr>
          <p:nvPr>
            <p:ph type="title"/>
          </p:nvPr>
        </p:nvSpPr>
        <p:spPr>
          <a:xfrm>
            <a:off x="655639" y="320040"/>
            <a:ext cx="6735762" cy="461665"/>
          </a:xfrm>
        </p:spPr>
        <p:txBody>
          <a:bodyPr/>
          <a:lstStyle/>
          <a:p>
            <a:r>
              <a:rPr lang="en-US"/>
              <a:t>Click to edit Master title style</a:t>
            </a:r>
            <a:endParaRPr lang="en-US" dirty="0"/>
          </a:p>
        </p:txBody>
      </p:sp>
      <p:sp>
        <p:nvSpPr>
          <p:cNvPr id="13" name="2 Subtitle">
            <a:extLst>
              <a:ext uri="{FF2B5EF4-FFF2-40B4-BE49-F238E27FC236}">
                <a16:creationId xmlns:a16="http://schemas.microsoft.com/office/drawing/2014/main" id="{018DFCC7-CC7B-4498-870F-D94259C879E8}"/>
              </a:ext>
            </a:extLst>
          </p:cNvPr>
          <p:cNvSpPr>
            <a:spLocks noGrp="1"/>
          </p:cNvSpPr>
          <p:nvPr>
            <p:ph type="subTitle" idx="1"/>
          </p:nvPr>
        </p:nvSpPr>
        <p:spPr>
          <a:xfrm>
            <a:off x="655637" y="786383"/>
            <a:ext cx="6735763" cy="461665"/>
          </a:xfrm>
          <a:prstGeom prst="rect">
            <a:avLst/>
          </a:prstGeom>
        </p:spPr>
        <p:txBody>
          <a:bodyPr>
            <a:normAutofit/>
          </a:bodyPr>
          <a:lstStyle>
            <a:lvl1pPr marL="0" indent="0" algn="l" defTabSz="932688">
              <a:lnSpc>
                <a:spcPct val="100000"/>
              </a:lnSpc>
              <a:spcBef>
                <a:spcPts val="672"/>
              </a:spcBef>
              <a:buFontTx/>
              <a:buNone/>
              <a:defRPr sz="2000" baseline="0">
                <a:solidFill>
                  <a:schemeClr val="tx1"/>
                </a:solidFill>
              </a:defRPr>
            </a:lvl1pPr>
            <a:lvl2pPr marL="0" indent="0" algn="l" defTabSz="932688">
              <a:lnSpc>
                <a:spcPct val="100000"/>
              </a:lnSpc>
              <a:spcBef>
                <a:spcPts val="672"/>
              </a:spcBef>
              <a:buFontTx/>
              <a:buNone/>
              <a:defRPr sz="2200" baseline="0">
                <a:solidFill>
                  <a:schemeClr val="tx1"/>
                </a:solidFill>
              </a:defRPr>
            </a:lvl2pPr>
            <a:lvl3pPr marL="0" indent="0" algn="l" defTabSz="932688">
              <a:lnSpc>
                <a:spcPct val="100000"/>
              </a:lnSpc>
              <a:spcBef>
                <a:spcPts val="672"/>
              </a:spcBef>
              <a:buFontTx/>
              <a:buNone/>
              <a:defRPr sz="2200" baseline="0">
                <a:solidFill>
                  <a:schemeClr val="tx1"/>
                </a:solidFill>
              </a:defRPr>
            </a:lvl3pPr>
            <a:lvl4pPr marL="0" indent="0" algn="l" defTabSz="932688">
              <a:lnSpc>
                <a:spcPct val="100000"/>
              </a:lnSpc>
              <a:spcBef>
                <a:spcPts val="672"/>
              </a:spcBef>
              <a:buFontTx/>
              <a:buNone/>
              <a:defRPr sz="2200" baseline="0">
                <a:solidFill>
                  <a:schemeClr val="tx1"/>
                </a:solidFill>
              </a:defRPr>
            </a:lvl4pPr>
            <a:lvl5pPr marL="0" indent="0" algn="l">
              <a:lnSpc>
                <a:spcPct val="110000"/>
              </a:lnSpc>
              <a:buNone/>
              <a:defRPr sz="2200" baseline="0">
                <a:solidFill>
                  <a:schemeClr val="tx1"/>
                </a:solidFill>
              </a:defRPr>
            </a:lvl5pPr>
            <a:lvl6pPr marL="0" indent="0" algn="l" defTabSz="932688">
              <a:lnSpc>
                <a:spcPct val="100000"/>
              </a:lnSpc>
              <a:spcBef>
                <a:spcPts val="672"/>
              </a:spcBef>
              <a:buFontTx/>
              <a:buNone/>
              <a:defRPr sz="2200" baseline="0">
                <a:solidFill>
                  <a:schemeClr val="tx1"/>
                </a:solidFill>
              </a:defRPr>
            </a:lvl6pPr>
            <a:lvl7pPr marL="0" indent="0" algn="l" defTabSz="932688">
              <a:lnSpc>
                <a:spcPct val="100000"/>
              </a:lnSpc>
              <a:spcBef>
                <a:spcPts val="672"/>
              </a:spcBef>
              <a:buFontTx/>
              <a:buNone/>
              <a:defRPr sz="2200" baseline="0">
                <a:solidFill>
                  <a:schemeClr val="tx1"/>
                </a:solidFill>
              </a:defRPr>
            </a:lvl7pPr>
            <a:lvl8pPr marL="0" indent="0" algn="l" defTabSz="932688">
              <a:lnSpc>
                <a:spcPct val="100000"/>
              </a:lnSpc>
              <a:spcBef>
                <a:spcPts val="672"/>
              </a:spcBef>
              <a:buFontTx/>
              <a:buNone/>
              <a:defRPr sz="2200" baseline="0">
                <a:solidFill>
                  <a:schemeClr val="tx1"/>
                </a:solidFill>
              </a:defRPr>
            </a:lvl8pPr>
            <a:lvl9pPr marL="0" indent="0" algn="l" defTabSz="932688">
              <a:lnSpc>
                <a:spcPct val="100000"/>
              </a:lnSpc>
              <a:spcBef>
                <a:spcPts val="672"/>
              </a:spcBef>
              <a:buFontTx/>
              <a:buNone/>
              <a:defRPr sz="2200" baseline="0">
                <a:solidFill>
                  <a:schemeClr val="tx1"/>
                </a:solidFill>
              </a:defRPr>
            </a:lvl9pPr>
          </a:lstStyle>
          <a:p>
            <a:r>
              <a:rPr lang="en-US" noProof="0"/>
              <a:t>Click to edit Master subtitle style</a:t>
            </a:r>
            <a:endParaRPr lang="en-US" noProof="0" dirty="0"/>
          </a:p>
        </p:txBody>
      </p:sp>
      <p:sp>
        <p:nvSpPr>
          <p:cNvPr id="3" name="Picture Placeholder 2">
            <a:extLst>
              <a:ext uri="{FF2B5EF4-FFF2-40B4-BE49-F238E27FC236}">
                <a16:creationId xmlns:a16="http://schemas.microsoft.com/office/drawing/2014/main" id="{0DEC932C-684F-41D2-BCA8-8869DE0524D9}"/>
              </a:ext>
              <a:ext uri="{C183D7F6-B498-43B3-948B-1728B52AA6E4}">
                <adec:decorative xmlns:adec="http://schemas.microsoft.com/office/drawing/2017/decorative" val="1"/>
              </a:ext>
            </a:extLst>
          </p:cNvPr>
          <p:cNvSpPr>
            <a:spLocks noGrp="1"/>
          </p:cNvSpPr>
          <p:nvPr>
            <p:ph type="pic" sz="quarter" idx="11" hasCustomPrompt="1"/>
          </p:nvPr>
        </p:nvSpPr>
        <p:spPr>
          <a:xfrm>
            <a:off x="7620000" y="0"/>
            <a:ext cx="4572000" cy="6858000"/>
          </a:xfrm>
          <a:solidFill>
            <a:srgbClr val="E6E6E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lvl1pPr marL="0" indent="0">
              <a:buNone/>
              <a:defRPr lang="en-US" sz="2000" dirty="0">
                <a:gradFill>
                  <a:gsLst>
                    <a:gs pos="0">
                      <a:srgbClr val="FFFFFF"/>
                    </a:gs>
                    <a:gs pos="100000">
                      <a:srgbClr val="FFFFFF"/>
                    </a:gs>
                  </a:gsLst>
                  <a:lin ang="5400000" scaled="0"/>
                </a:gradFill>
                <a:ea typeface="Segoe UI" pitchFamily="34" charset="0"/>
              </a:defRPr>
            </a:lvl1pPr>
          </a:lstStyle>
          <a:p>
            <a:pPr marL="0" lvl="0" defTabSz="932472" fontAlgn="base">
              <a:spcBef>
                <a:spcPct val="0"/>
              </a:spcBef>
              <a:spcAft>
                <a:spcPct val="0"/>
              </a:spcAft>
            </a:pPr>
            <a:r>
              <a:rPr lang="en-US" dirty="0"/>
              <a:t> </a:t>
            </a:r>
          </a:p>
        </p:txBody>
      </p:sp>
      <p:sp>
        <p:nvSpPr>
          <p:cNvPr id="6" name="Text Placeholder 2">
            <a:extLst>
              <a:ext uri="{FF2B5EF4-FFF2-40B4-BE49-F238E27FC236}">
                <a16:creationId xmlns:a16="http://schemas.microsoft.com/office/drawing/2014/main" id="{758BC28E-7238-471F-9FCB-2F750E178DB5}"/>
              </a:ext>
            </a:extLst>
          </p:cNvPr>
          <p:cNvSpPr>
            <a:spLocks noGrp="1"/>
          </p:cNvSpPr>
          <p:nvPr>
            <p:ph type="body" sz="quarter" idx="23"/>
          </p:nvPr>
        </p:nvSpPr>
        <p:spPr>
          <a:xfrm>
            <a:off x="655638" y="1397001"/>
            <a:ext cx="6735761" cy="4851400"/>
          </a:xfrm>
        </p:spPr>
        <p:txBody>
          <a:bodyPr/>
          <a:lstStyle>
            <a:lvl1pPr marL="0" indent="0">
              <a:buNone/>
              <a:defRPr sz="2400">
                <a:latin typeface="Segoe UI Semibold" panose="020B0702040204020203" pitchFamily="34" charset="0"/>
                <a:cs typeface="Segoe UI Semibold" panose="020B0702040204020203" pitchFamily="34" charset="0"/>
              </a:defRPr>
            </a:lvl1pPr>
            <a:lvl2pPr marL="628650" indent="-342900">
              <a:defRPr sz="2000"/>
            </a:lvl2pPr>
            <a:lvl3pPr marL="0" indent="0">
              <a:buNone/>
              <a:defRPr sz="2400"/>
            </a:lvl3pPr>
            <a:lvl4pPr>
              <a:defRPr sz="1200"/>
            </a:lvl4pPr>
            <a:lvl5pPr>
              <a:defRPr sz="1200"/>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658556056"/>
      </p:ext>
    </p:extLst>
  </p:cSld>
  <p:clrMapOvr>
    <a:masterClrMapping/>
  </p:clrMapOvr>
  <p:hf sldNum="0" hdr="0" ftr="0" dt="0"/>
  <p:extLst>
    <p:ext uri="{DCECCB84-F9BA-43D5-87BE-67443E8EF086}">
      <p15:sldGuideLst xmlns:p15="http://schemas.microsoft.com/office/powerpoint/2012/main">
        <p15:guide id="36" orient="horz" pos="3936">
          <p15:clr>
            <a:srgbClr val="547EBF"/>
          </p15:clr>
        </p15:guide>
        <p15:guide id="37" pos="2376">
          <p15:clr>
            <a:srgbClr val="FFFFFF"/>
          </p15:clr>
        </p15:guide>
        <p15:guide id="38" orient="horz" pos="880">
          <p15:clr>
            <a:srgbClr val="547EBF"/>
          </p15:clr>
        </p15:guide>
        <p15:guide id="39" pos="4656">
          <p15:clr>
            <a:srgbClr val="547EBF"/>
          </p15:clr>
        </p15:guide>
        <p15:guide id="40" pos="7267">
          <p15:clr>
            <a:srgbClr val="547EBF"/>
          </p15:clr>
        </p15:guide>
        <p15:guide id="41" pos="2763">
          <p15:clr>
            <a:srgbClr val="547EBF"/>
          </p15:clr>
        </p15:guide>
        <p15:guide id="42" pos="413">
          <p15:clr>
            <a:srgbClr val="FFFFFF"/>
          </p15:clr>
        </p15:guide>
        <p15:guide id="43" pos="480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Title and text side by s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8A04219-0E5A-4E6E-A0ED-3A6EADE03470}"/>
              </a:ext>
              <a:ext uri="{C183D7F6-B498-43B3-948B-1728B52AA6E4}">
                <adec:decorative xmlns:adec="http://schemas.microsoft.com/office/drawing/2017/decorative" val="1"/>
              </a:ext>
            </a:extLst>
          </p:cNvPr>
          <p:cNvSpPr/>
          <p:nvPr/>
        </p:nvSpPr>
        <p:spPr bwMode="blackWhite">
          <a:xfrm>
            <a:off x="0" y="0"/>
            <a:ext cx="4356100" cy="6858000"/>
          </a:xfrm>
          <a:prstGeom prst="rect">
            <a:avLst/>
          </a:prstGeom>
          <a:solidFill>
            <a:srgbClr val="E6E6E6"/>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1" name="Title 4">
            <a:extLst>
              <a:ext uri="{FF2B5EF4-FFF2-40B4-BE49-F238E27FC236}">
                <a16:creationId xmlns:a16="http://schemas.microsoft.com/office/drawing/2014/main" id="{E022844A-5550-4DFB-8572-F08DCD6402C8}"/>
              </a:ext>
            </a:extLst>
          </p:cNvPr>
          <p:cNvSpPr>
            <a:spLocks noGrp="1"/>
          </p:cNvSpPr>
          <p:nvPr>
            <p:ph type="title" hasCustomPrompt="1"/>
          </p:nvPr>
        </p:nvSpPr>
        <p:spPr>
          <a:xfrm>
            <a:off x="655637" y="630238"/>
            <a:ext cx="3116263" cy="5597525"/>
          </a:xfrm>
        </p:spPr>
        <p:txBody>
          <a:bodyPr anchor="ctr">
            <a:noAutofit/>
          </a:bodyPr>
          <a:lstStyle>
            <a:lvl1pPr>
              <a:defRPr>
                <a:solidFill>
                  <a:srgbClr val="000000"/>
                </a:solidFill>
              </a:defRPr>
            </a:lvl1pPr>
          </a:lstStyle>
          <a:p>
            <a:r>
              <a:rPr lang="en-US" dirty="0"/>
              <a:t>Title</a:t>
            </a:r>
          </a:p>
        </p:txBody>
      </p:sp>
      <p:sp>
        <p:nvSpPr>
          <p:cNvPr id="5" name="2 Text Placeholder">
            <a:extLst>
              <a:ext uri="{FF2B5EF4-FFF2-40B4-BE49-F238E27FC236}">
                <a16:creationId xmlns:a16="http://schemas.microsoft.com/office/drawing/2014/main" id="{206E366F-7522-4E1B-A403-30AD9B1B27B9}"/>
              </a:ext>
            </a:extLst>
          </p:cNvPr>
          <p:cNvSpPr>
            <a:spLocks noGrp="1"/>
          </p:cNvSpPr>
          <p:nvPr>
            <p:ph type="body" sz="quarter" idx="10"/>
          </p:nvPr>
        </p:nvSpPr>
        <p:spPr>
          <a:xfrm>
            <a:off x="5008563" y="630238"/>
            <a:ext cx="6527800" cy="5597525"/>
          </a:xfrm>
          <a:prstGeom prst="rect">
            <a:avLst/>
          </a:prstGeom>
        </p:spPr>
        <p:txBody>
          <a:bodyPr anchor="ctr" anchorCtr="0">
            <a:noAutofit/>
          </a:bodyPr>
          <a:lstStyle>
            <a:lvl1pPr marL="457200" indent="-457200">
              <a:spcAft>
                <a:spcPts val="1200"/>
              </a:spcAft>
              <a:buFont typeface="Arial" panose="020B0604020202020204" pitchFamily="34" charset="0"/>
              <a:buChar char="•"/>
              <a:defRPr sz="2400"/>
            </a:lvl1pPr>
            <a:lvl2pPr marL="0" indent="0">
              <a:buNone/>
              <a:defRPr sz="2400"/>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850460315"/>
      </p:ext>
    </p:extLst>
  </p:cSld>
  <p:clrMapOvr>
    <a:masterClrMapping/>
  </p:clrMapOvr>
  <p:hf sldNum="0" hdr="0" ftr="0" dt="0"/>
  <p:extLst>
    <p:ext uri="{DCECCB84-F9BA-43D5-87BE-67443E8EF086}">
      <p15:sldGuideLst xmlns:p15="http://schemas.microsoft.com/office/powerpoint/2012/main">
        <p15:guide id="36" orient="horz" pos="3923">
          <p15:clr>
            <a:srgbClr val="547EBF"/>
          </p15:clr>
        </p15:guide>
        <p15:guide id="37" pos="2376">
          <p15:clr>
            <a:srgbClr val="FFFFFF"/>
          </p15:clr>
        </p15:guide>
        <p15:guide id="38" orient="horz" pos="397">
          <p15:clr>
            <a:srgbClr val="547EBF"/>
          </p15:clr>
        </p15:guide>
        <p15:guide id="39" pos="3155">
          <p15:clr>
            <a:srgbClr val="547EBF"/>
          </p15:clr>
        </p15:guide>
        <p15:guide id="40" pos="7267">
          <p15:clr>
            <a:srgbClr val="547EBF"/>
          </p15:clr>
        </p15:guide>
        <p15:guide id="41" pos="2763">
          <p15:clr>
            <a:srgbClr val="547EBF"/>
          </p15:clr>
        </p15:guide>
        <p15:guide id="42" pos="413">
          <p15:clr>
            <a:srgbClr val="FFFFFF"/>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itle and text side by side 2">
    <p:spTree>
      <p:nvGrpSpPr>
        <p:cNvPr id="1" name=""/>
        <p:cNvGrpSpPr/>
        <p:nvPr/>
      </p:nvGrpSpPr>
      <p:grpSpPr>
        <a:xfrm>
          <a:off x="0" y="0"/>
          <a:ext cx="0" cy="0"/>
          <a:chOff x="0" y="0"/>
          <a:chExt cx="0" cy="0"/>
        </a:xfrm>
      </p:grpSpPr>
      <p:sp>
        <p:nvSpPr>
          <p:cNvPr id="2" name="1 Title">
            <a:extLst>
              <a:ext uri="{FF2B5EF4-FFF2-40B4-BE49-F238E27FC236}">
                <a16:creationId xmlns:a16="http://schemas.microsoft.com/office/drawing/2014/main" id="{39E5C076-3B78-4451-8068-576892A08E9C}"/>
              </a:ext>
            </a:extLst>
          </p:cNvPr>
          <p:cNvSpPr>
            <a:spLocks noGrp="1"/>
          </p:cNvSpPr>
          <p:nvPr>
            <p:ph type="title" hasCustomPrompt="1"/>
          </p:nvPr>
        </p:nvSpPr>
        <p:spPr>
          <a:xfrm>
            <a:off x="655320" y="630936"/>
            <a:ext cx="3114650" cy="5596826"/>
          </a:xfrm>
        </p:spPr>
        <p:txBody>
          <a:bodyPr anchor="ctr">
            <a:noAutofit/>
          </a:bodyPr>
          <a:lstStyle>
            <a:lvl1pPr>
              <a:defRPr/>
            </a:lvl1pPr>
          </a:lstStyle>
          <a:p>
            <a:r>
              <a:rPr lang="en-US" dirty="0"/>
              <a:t>Title</a:t>
            </a:r>
          </a:p>
        </p:txBody>
      </p:sp>
      <p:cxnSp>
        <p:nvCxnSpPr>
          <p:cNvPr id="8" name="Straight Connector 4">
            <a:extLst>
              <a:ext uri="{FF2B5EF4-FFF2-40B4-BE49-F238E27FC236}">
                <a16:creationId xmlns:a16="http://schemas.microsoft.com/office/drawing/2014/main" id="{EA167103-4543-493E-9E7F-A1FD9EC58369}"/>
              </a:ext>
              <a:ext uri="{C183D7F6-B498-43B3-948B-1728B52AA6E4}">
                <adec:decorative xmlns:adec="http://schemas.microsoft.com/office/drawing/2017/decorative" val="1"/>
              </a:ext>
            </a:extLst>
          </p:cNvPr>
          <p:cNvCxnSpPr/>
          <p:nvPr/>
        </p:nvCxnSpPr>
        <p:spPr>
          <a:xfrm>
            <a:off x="4386072" y="2578100"/>
            <a:ext cx="0" cy="1701800"/>
          </a:xfrm>
          <a:prstGeom prst="line">
            <a:avLst/>
          </a:prstGeom>
          <a:ln w="28575">
            <a:solidFill>
              <a:srgbClr val="41424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2 Text Placeholder">
            <a:extLst>
              <a:ext uri="{FF2B5EF4-FFF2-40B4-BE49-F238E27FC236}">
                <a16:creationId xmlns:a16="http://schemas.microsoft.com/office/drawing/2014/main" id="{18DE0510-3D61-47C9-A3C6-965784AA9205}"/>
              </a:ext>
            </a:extLst>
          </p:cNvPr>
          <p:cNvSpPr>
            <a:spLocks noGrp="1"/>
          </p:cNvSpPr>
          <p:nvPr>
            <p:ph type="body" sz="quarter" idx="10"/>
          </p:nvPr>
        </p:nvSpPr>
        <p:spPr>
          <a:xfrm>
            <a:off x="5008563" y="630238"/>
            <a:ext cx="6527800" cy="5597525"/>
          </a:xfrm>
          <a:prstGeom prst="rect">
            <a:avLst/>
          </a:prstGeom>
        </p:spPr>
        <p:txBody>
          <a:bodyPr anchor="ctr" anchorCtr="0">
            <a:noAutofit/>
          </a:bodyPr>
          <a:lstStyle>
            <a:lvl1pPr marL="457200" indent="-457200">
              <a:spcAft>
                <a:spcPts val="1200"/>
              </a:spcAft>
              <a:buFont typeface="Arial" panose="020B0604020202020204" pitchFamily="34" charset="0"/>
              <a:buChar char="•"/>
              <a:defRPr sz="2400"/>
            </a:lvl1pPr>
            <a:lvl2pPr marL="0" indent="0">
              <a:buNone/>
              <a:defRPr sz="2400"/>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013723974"/>
      </p:ext>
    </p:extLst>
  </p:cSld>
  <p:clrMapOvr>
    <a:masterClrMapping/>
  </p:clrMapOvr>
  <p:hf sldNum="0" hdr="0" ftr="0" dt="0"/>
  <p:extLst>
    <p:ext uri="{DCECCB84-F9BA-43D5-87BE-67443E8EF086}">
      <p15:sldGuideLst xmlns:p15="http://schemas.microsoft.com/office/powerpoint/2012/main">
        <p15:guide id="37" orient="horz" pos="397">
          <p15:clr>
            <a:srgbClr val="547EBF"/>
          </p15:clr>
        </p15:guide>
        <p15:guide id="38" orient="horz" pos="3923">
          <p15:clr>
            <a:srgbClr val="547EBF"/>
          </p15:clr>
        </p15:guide>
        <p15:guide id="39" pos="2763">
          <p15:clr>
            <a:srgbClr val="547EBF"/>
          </p15:clr>
        </p15:guide>
        <p15:guide id="40" pos="413">
          <p15:clr>
            <a:srgbClr val="547EBF"/>
          </p15:clr>
        </p15:guide>
        <p15:guide id="41" pos="2371">
          <p15:clr>
            <a:srgbClr val="547EBF"/>
          </p15:clr>
        </p15:guide>
        <p15:guide id="42" pos="3155">
          <p15:clr>
            <a:srgbClr val="547EBF"/>
          </p15:clr>
        </p15:guide>
        <p15:guide id="43" pos="7267">
          <p15:clr>
            <a:srgbClr val="547EBF"/>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Developer Code Layout">
    <p:spTree>
      <p:nvGrpSpPr>
        <p:cNvPr id="1" name=""/>
        <p:cNvGrpSpPr/>
        <p:nvPr/>
      </p:nvGrpSpPr>
      <p:grpSpPr>
        <a:xfrm>
          <a:off x="0" y="0"/>
          <a:ext cx="0" cy="0"/>
          <a:chOff x="0" y="0"/>
          <a:chExt cx="0" cy="0"/>
        </a:xfrm>
      </p:grpSpPr>
      <p:sp>
        <p:nvSpPr>
          <p:cNvPr id="3" name="1 Title">
            <a:extLst>
              <a:ext uri="{FF2B5EF4-FFF2-40B4-BE49-F238E27FC236}">
                <a16:creationId xmlns:a16="http://schemas.microsoft.com/office/drawing/2014/main" id="{8D0DF2A6-26A8-4810-95DF-F65F123C6660}"/>
              </a:ext>
            </a:extLst>
          </p:cNvPr>
          <p:cNvSpPr>
            <a:spLocks noGrp="1"/>
          </p:cNvSpPr>
          <p:nvPr>
            <p:ph type="title" hasCustomPrompt="1"/>
          </p:nvPr>
        </p:nvSpPr>
        <p:spPr/>
        <p:txBody>
          <a:bodyPr/>
          <a:lstStyle>
            <a:lvl1pPr>
              <a:defRPr/>
            </a:lvl1pPr>
          </a:lstStyle>
          <a:p>
            <a:r>
              <a:rPr lang="en-US" dirty="0"/>
              <a:t>Software code slide</a:t>
            </a:r>
          </a:p>
        </p:txBody>
      </p:sp>
      <p:sp>
        <p:nvSpPr>
          <p:cNvPr id="5" name="2 Text Placeholder"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655638" y="1436688"/>
            <a:ext cx="10880726" cy="4791075"/>
          </a:xfrm>
          <a:prstGeom prst="rect">
            <a:avLst/>
          </a:prstGeom>
        </p:spPr>
        <p:txBody>
          <a:bodyPr/>
          <a:lstStyle>
            <a:lvl1pPr marL="0" indent="0">
              <a:buNone/>
              <a:defRPr sz="24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1pPr>
            <a:lvl2pPr marL="346553" indent="0">
              <a:buNone/>
              <a:defRPr sz="24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607" indent="0">
              <a:buNone/>
              <a:defRPr sz="20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563"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997"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vl6pPr marL="1051560" indent="0">
              <a:spcBef>
                <a:spcPts val="330"/>
              </a:spcBef>
              <a:buFontTx/>
              <a:buNone/>
              <a:defRPr sz="1800" baseline="0">
                <a:solidFill>
                  <a:schemeClr val="tx1"/>
                </a:solidFill>
                <a:latin typeface="Comic Sans MS" panose="030F0702030302020204" pitchFamily="66" charset="0"/>
              </a:defRPr>
            </a:lvl6pPr>
            <a:lvl7pPr marL="1051560" indent="0">
              <a:spcBef>
                <a:spcPts val="330"/>
              </a:spcBef>
              <a:buFontTx/>
              <a:buNone/>
              <a:defRPr sz="1800" baseline="0">
                <a:solidFill>
                  <a:schemeClr val="tx1"/>
                </a:solidFill>
                <a:latin typeface="Comic Sans MS" panose="030F0702030302020204" pitchFamily="66" charset="0"/>
              </a:defRPr>
            </a:lvl7pPr>
            <a:lvl8pPr marL="1051560" indent="0">
              <a:spcBef>
                <a:spcPts val="330"/>
              </a:spcBef>
              <a:buFontTx/>
              <a:buNone/>
              <a:defRPr sz="1800" baseline="0">
                <a:solidFill>
                  <a:schemeClr val="tx1"/>
                </a:solidFill>
                <a:latin typeface="Comic Sans MS" panose="030F0702030302020204" pitchFamily="66" charset="0"/>
              </a:defRPr>
            </a:lvl8pPr>
            <a:lvl9pPr marL="1051560" indent="0">
              <a:spcBef>
                <a:spcPts val="330"/>
              </a:spcBef>
              <a:buFontTx/>
              <a:buNone/>
              <a:defRPr sz="1800" baseline="0">
                <a:solidFill>
                  <a:schemeClr val="tx1"/>
                </a:solidFill>
                <a:latin typeface="Comic Sans MS" panose="030F0702030302020204" pitchFamily="66" charset="0"/>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245003634"/>
      </p:ext>
    </p:extLst>
  </p:cSld>
  <p:clrMapOvr>
    <a:masterClrMapping/>
  </p:clrMapOvr>
  <p:extLst>
    <p:ext uri="{DCECCB84-F9BA-43D5-87BE-67443E8EF086}">
      <p15:sldGuideLst xmlns:p15="http://schemas.microsoft.com/office/powerpoint/2012/main">
        <p15:guide id="8" pos="413">
          <p15:clr>
            <a:srgbClr val="547EBF"/>
          </p15:clr>
        </p15:guide>
        <p15:guide id="9" orient="horz" pos="495">
          <p15:clr>
            <a:srgbClr val="547EBF"/>
          </p15:clr>
        </p15:guide>
        <p15:guide id="10" pos="7267">
          <p15:clr>
            <a:srgbClr val="547EBF"/>
          </p15:clr>
        </p15:guide>
        <p15:guide id="11" orient="horz" pos="202">
          <p15:clr>
            <a:srgbClr val="547EBF"/>
          </p15:clr>
        </p15:guide>
        <p15:guide id="12" orient="horz" pos="789">
          <p15:clr>
            <a:srgbClr val="547EBF"/>
          </p15:clr>
        </p15:guide>
        <p15:guide id="13" orient="horz" pos="912">
          <p15:clr>
            <a:srgbClr val="547EBF"/>
          </p15:clr>
        </p15:guide>
        <p15:guide id="14" orient="horz" pos="3923">
          <p15:clr>
            <a:srgbClr val="547EBF"/>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Developer Code Layout Subtitle">
    <p:spTree>
      <p:nvGrpSpPr>
        <p:cNvPr id="1" name=""/>
        <p:cNvGrpSpPr/>
        <p:nvPr/>
      </p:nvGrpSpPr>
      <p:grpSpPr>
        <a:xfrm>
          <a:off x="0" y="0"/>
          <a:ext cx="0" cy="0"/>
          <a:chOff x="0" y="0"/>
          <a:chExt cx="0" cy="0"/>
        </a:xfrm>
      </p:grpSpPr>
      <p:sp>
        <p:nvSpPr>
          <p:cNvPr id="3" name="1 Title">
            <a:extLst>
              <a:ext uri="{FF2B5EF4-FFF2-40B4-BE49-F238E27FC236}">
                <a16:creationId xmlns:a16="http://schemas.microsoft.com/office/drawing/2014/main" id="{8D0DF2A6-26A8-4810-95DF-F65F123C6660}"/>
              </a:ext>
            </a:extLst>
          </p:cNvPr>
          <p:cNvSpPr>
            <a:spLocks noGrp="1"/>
          </p:cNvSpPr>
          <p:nvPr>
            <p:ph type="title" hasCustomPrompt="1"/>
          </p:nvPr>
        </p:nvSpPr>
        <p:spPr/>
        <p:txBody>
          <a:bodyPr/>
          <a:lstStyle>
            <a:lvl1pPr>
              <a:defRPr/>
            </a:lvl1pPr>
          </a:lstStyle>
          <a:p>
            <a:r>
              <a:rPr lang="en-US" dirty="0"/>
              <a:t>Software code slide</a:t>
            </a:r>
          </a:p>
        </p:txBody>
      </p:sp>
      <p:sp>
        <p:nvSpPr>
          <p:cNvPr id="4" name="2 Subtitle">
            <a:extLst>
              <a:ext uri="{FF2B5EF4-FFF2-40B4-BE49-F238E27FC236}">
                <a16:creationId xmlns:a16="http://schemas.microsoft.com/office/drawing/2014/main" id="{FEFC21FB-8EFB-4F7C-80D3-C6600B5FDCB9}"/>
              </a:ext>
            </a:extLst>
          </p:cNvPr>
          <p:cNvSpPr>
            <a:spLocks noGrp="1"/>
          </p:cNvSpPr>
          <p:nvPr>
            <p:ph type="subTitle" idx="1"/>
          </p:nvPr>
        </p:nvSpPr>
        <p:spPr>
          <a:xfrm>
            <a:off x="655638" y="786383"/>
            <a:ext cx="10880725" cy="461665"/>
          </a:xfrm>
          <a:prstGeom prst="rect">
            <a:avLst/>
          </a:prstGeom>
        </p:spPr>
        <p:txBody>
          <a:bodyPr>
            <a:normAutofit/>
          </a:bodyPr>
          <a:lstStyle>
            <a:lvl1pPr marL="0" indent="0" algn="l" defTabSz="932688">
              <a:lnSpc>
                <a:spcPct val="100000"/>
              </a:lnSpc>
              <a:spcBef>
                <a:spcPts val="672"/>
              </a:spcBef>
              <a:buFontTx/>
              <a:buNone/>
              <a:defRPr sz="2000" baseline="0">
                <a:solidFill>
                  <a:schemeClr val="tx1"/>
                </a:solidFill>
              </a:defRPr>
            </a:lvl1pPr>
            <a:lvl2pPr marL="0" indent="0" algn="l" defTabSz="932688">
              <a:lnSpc>
                <a:spcPct val="100000"/>
              </a:lnSpc>
              <a:spcBef>
                <a:spcPts val="672"/>
              </a:spcBef>
              <a:buFontTx/>
              <a:buNone/>
              <a:defRPr sz="2200" baseline="0">
                <a:solidFill>
                  <a:schemeClr val="tx1"/>
                </a:solidFill>
              </a:defRPr>
            </a:lvl2pPr>
            <a:lvl3pPr marL="0" indent="0" algn="l" defTabSz="932688">
              <a:lnSpc>
                <a:spcPct val="100000"/>
              </a:lnSpc>
              <a:spcBef>
                <a:spcPts val="672"/>
              </a:spcBef>
              <a:buFontTx/>
              <a:buNone/>
              <a:defRPr sz="2200" baseline="0">
                <a:solidFill>
                  <a:schemeClr val="tx1"/>
                </a:solidFill>
              </a:defRPr>
            </a:lvl3pPr>
            <a:lvl4pPr marL="0" indent="0" algn="l" defTabSz="932688">
              <a:lnSpc>
                <a:spcPct val="100000"/>
              </a:lnSpc>
              <a:spcBef>
                <a:spcPts val="672"/>
              </a:spcBef>
              <a:buFontTx/>
              <a:buNone/>
              <a:defRPr sz="2200" baseline="0">
                <a:solidFill>
                  <a:schemeClr val="tx1"/>
                </a:solidFill>
              </a:defRPr>
            </a:lvl4pPr>
            <a:lvl5pPr marL="0" indent="0" algn="l">
              <a:lnSpc>
                <a:spcPct val="110000"/>
              </a:lnSpc>
              <a:buNone/>
              <a:defRPr sz="2200" baseline="0">
                <a:solidFill>
                  <a:schemeClr val="tx1"/>
                </a:solidFill>
              </a:defRPr>
            </a:lvl5pPr>
            <a:lvl6pPr marL="0" indent="0" algn="l" defTabSz="932688">
              <a:lnSpc>
                <a:spcPct val="100000"/>
              </a:lnSpc>
              <a:spcBef>
                <a:spcPts val="672"/>
              </a:spcBef>
              <a:buFontTx/>
              <a:buNone/>
              <a:defRPr sz="2200" baseline="0">
                <a:solidFill>
                  <a:schemeClr val="tx1"/>
                </a:solidFill>
              </a:defRPr>
            </a:lvl6pPr>
            <a:lvl7pPr marL="0" indent="0" algn="l" defTabSz="932688">
              <a:lnSpc>
                <a:spcPct val="100000"/>
              </a:lnSpc>
              <a:spcBef>
                <a:spcPts val="672"/>
              </a:spcBef>
              <a:buFontTx/>
              <a:buNone/>
              <a:defRPr sz="2200" baseline="0">
                <a:solidFill>
                  <a:schemeClr val="tx1"/>
                </a:solidFill>
              </a:defRPr>
            </a:lvl7pPr>
            <a:lvl8pPr marL="0" indent="0" algn="l" defTabSz="932688">
              <a:lnSpc>
                <a:spcPct val="100000"/>
              </a:lnSpc>
              <a:spcBef>
                <a:spcPts val="672"/>
              </a:spcBef>
              <a:buFontTx/>
              <a:buNone/>
              <a:defRPr sz="2200" baseline="0">
                <a:solidFill>
                  <a:schemeClr val="tx1"/>
                </a:solidFill>
              </a:defRPr>
            </a:lvl8pPr>
            <a:lvl9pPr marL="0" indent="0" algn="l" defTabSz="932688">
              <a:lnSpc>
                <a:spcPct val="100000"/>
              </a:lnSpc>
              <a:spcBef>
                <a:spcPts val="672"/>
              </a:spcBef>
              <a:buFontTx/>
              <a:buNone/>
              <a:defRPr sz="2200" baseline="0">
                <a:solidFill>
                  <a:schemeClr val="tx1"/>
                </a:solidFill>
              </a:defRPr>
            </a:lvl9pPr>
          </a:lstStyle>
          <a:p>
            <a:r>
              <a:rPr lang="en-US" noProof="0"/>
              <a:t>Click to edit Master subtitle style</a:t>
            </a:r>
            <a:endParaRPr lang="en-US" noProof="0" dirty="0"/>
          </a:p>
        </p:txBody>
      </p:sp>
      <p:sp>
        <p:nvSpPr>
          <p:cNvPr id="5" name="2 Text Placeholder"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655638" y="1436688"/>
            <a:ext cx="10880726" cy="4791075"/>
          </a:xfrm>
          <a:prstGeom prst="rect">
            <a:avLst/>
          </a:prstGeom>
        </p:spPr>
        <p:txBody>
          <a:bodyPr/>
          <a:lstStyle>
            <a:lvl1pPr marL="0" indent="0">
              <a:buNone/>
              <a:defRPr sz="24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1pPr>
            <a:lvl2pPr marL="346553" indent="0">
              <a:buNone/>
              <a:defRPr sz="24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607" indent="0">
              <a:buNone/>
              <a:defRPr sz="20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563"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997"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vl6pPr marL="1051560" indent="0">
              <a:spcBef>
                <a:spcPts val="330"/>
              </a:spcBef>
              <a:buFontTx/>
              <a:buNone/>
              <a:defRPr sz="1800" baseline="0">
                <a:solidFill>
                  <a:schemeClr val="tx1"/>
                </a:solidFill>
                <a:latin typeface="Comic Sans MS" panose="030F0702030302020204" pitchFamily="66" charset="0"/>
              </a:defRPr>
            </a:lvl6pPr>
            <a:lvl7pPr marL="1051560" indent="0">
              <a:spcBef>
                <a:spcPts val="330"/>
              </a:spcBef>
              <a:buFontTx/>
              <a:buNone/>
              <a:defRPr sz="1800" baseline="0">
                <a:solidFill>
                  <a:schemeClr val="tx1"/>
                </a:solidFill>
                <a:latin typeface="Comic Sans MS" panose="030F0702030302020204" pitchFamily="66" charset="0"/>
              </a:defRPr>
            </a:lvl7pPr>
            <a:lvl8pPr marL="1051560" indent="0">
              <a:spcBef>
                <a:spcPts val="330"/>
              </a:spcBef>
              <a:buFontTx/>
              <a:buNone/>
              <a:defRPr sz="1800" baseline="0">
                <a:solidFill>
                  <a:schemeClr val="tx1"/>
                </a:solidFill>
                <a:latin typeface="Comic Sans MS" panose="030F0702030302020204" pitchFamily="66" charset="0"/>
              </a:defRPr>
            </a:lvl8pPr>
            <a:lvl9pPr marL="1051560" indent="0">
              <a:spcBef>
                <a:spcPts val="330"/>
              </a:spcBef>
              <a:buFontTx/>
              <a:buNone/>
              <a:defRPr sz="1800" baseline="0">
                <a:solidFill>
                  <a:schemeClr val="tx1"/>
                </a:solidFill>
                <a:latin typeface="Comic Sans MS" panose="030F0702030302020204" pitchFamily="66" charset="0"/>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916470450"/>
      </p:ext>
    </p:extLst>
  </p:cSld>
  <p:clrMapOvr>
    <a:masterClrMapping/>
  </p:clrMapOvr>
  <p:hf sldNum="0" hdr="0" ftr="0" dt="0"/>
  <p:extLst>
    <p:ext uri="{DCECCB84-F9BA-43D5-87BE-67443E8EF086}">
      <p15:sldGuideLst xmlns:p15="http://schemas.microsoft.com/office/powerpoint/2012/main">
        <p15:guide id="8" pos="413">
          <p15:clr>
            <a:srgbClr val="547EBF"/>
          </p15:clr>
        </p15:guide>
        <p15:guide id="9" orient="horz" pos="495">
          <p15:clr>
            <a:srgbClr val="547EBF"/>
          </p15:clr>
        </p15:guide>
        <p15:guide id="10" pos="7267">
          <p15:clr>
            <a:srgbClr val="547EBF"/>
          </p15:clr>
        </p15:guide>
        <p15:guide id="11" orient="horz" pos="202">
          <p15:clr>
            <a:srgbClr val="547EBF"/>
          </p15:clr>
        </p15:guide>
        <p15:guide id="12" orient="horz" pos="789">
          <p15:clr>
            <a:srgbClr val="547EBF"/>
          </p15:clr>
        </p15:guide>
        <p15:guide id="13" orient="horz" pos="912">
          <p15:clr>
            <a:srgbClr val="547EBF"/>
          </p15:clr>
        </p15:guide>
        <p15:guide id="14" orient="horz" pos="3923">
          <p15:clr>
            <a:srgbClr val="547EBF"/>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874904042"/>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Blank color">
    <p:bg>
      <p:bgPr>
        <a:solidFill>
          <a:srgbClr val="E6E6E6"/>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60691629"/>
      </p:ext>
    </p:extLst>
  </p:cSld>
  <p:clrMapOvr>
    <a:masterClrMapping/>
  </p:clrMapOvr>
  <p:hf sldNum="0" hdr="0" ftr="0" dt="0"/>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Copyright">
    <p:spTree>
      <p:nvGrpSpPr>
        <p:cNvPr id="1" name=""/>
        <p:cNvGrpSpPr/>
        <p:nvPr/>
      </p:nvGrpSpPr>
      <p:grpSpPr>
        <a:xfrm>
          <a:off x="0" y="0"/>
          <a:ext cx="0" cy="0"/>
          <a:chOff x="0" y="0"/>
          <a:chExt cx="0" cy="0"/>
        </a:xfrm>
      </p:grpSpPr>
      <p:sp>
        <p:nvSpPr>
          <p:cNvPr id="11" name="Content Placeholder 2">
            <a:extLst>
              <a:ext uri="{FF2B5EF4-FFF2-40B4-BE49-F238E27FC236}">
                <a16:creationId xmlns:a16="http://schemas.microsoft.com/office/drawing/2014/main" id="{4F94614A-5991-48D1-BAE0-C77F81393F2D}"/>
              </a:ext>
            </a:extLst>
          </p:cNvPr>
          <p:cNvSpPr txBox="1">
            <a:spLocks/>
          </p:cNvSpPr>
          <p:nvPr/>
        </p:nvSpPr>
        <p:spPr>
          <a:xfrm>
            <a:off x="228601" y="361950"/>
            <a:ext cx="11811000" cy="5962650"/>
          </a:xfrm>
          <a:prstGeom prst="rect">
            <a:avLst/>
          </a:prstGeom>
        </p:spPr>
        <p:txBody>
          <a:bodyPr vert="horz" lIns="91427" tIns="45713" rIns="91427" bIns="45713" rtlCol="0">
            <a:normAutofit fontScale="85000" lnSpcReduction="20000"/>
          </a:bodyPr>
          <a:lstStyle>
            <a:lvl1pPr marL="112713" indent="6350" algn="l" defTabSz="914400" rtl="0" eaLnBrk="1" latinLnBrk="0" hangingPunct="1">
              <a:spcBef>
                <a:spcPct val="20000"/>
              </a:spcBef>
              <a:spcAft>
                <a:spcPts val="300"/>
              </a:spcAft>
              <a:buSzPct val="100000"/>
              <a:buFont typeface="Arial" pitchFamily="34" charset="0"/>
              <a:buNone/>
              <a:defRPr sz="1050" kern="1200">
                <a:solidFill>
                  <a:schemeClr val="tx1"/>
                </a:solidFill>
                <a:latin typeface="Calibri Light" panose="020F0302020204030204" pitchFamily="34" charset="0"/>
                <a:ea typeface="+mn-ea"/>
                <a:cs typeface="+mn-cs"/>
              </a:defRPr>
            </a:lvl1pPr>
            <a:lvl2pPr marL="112713" indent="6350" algn="l" defTabSz="914400" rtl="0" eaLnBrk="1" latinLnBrk="0" hangingPunct="1">
              <a:spcBef>
                <a:spcPct val="20000"/>
              </a:spcBef>
              <a:buSzPct val="110000"/>
              <a:buFont typeface="Arial" pitchFamily="34" charset="0"/>
              <a:buNone/>
              <a:defRPr sz="2000" kern="1200">
                <a:solidFill>
                  <a:schemeClr val="tx1"/>
                </a:solidFill>
                <a:latin typeface="Calibri Light" panose="020F0302020204030204" pitchFamily="34" charset="0"/>
                <a:ea typeface="+mn-ea"/>
                <a:cs typeface="+mn-cs"/>
              </a:defRPr>
            </a:lvl2pPr>
            <a:lvl3pPr marL="112713" indent="6350" algn="l" defTabSz="914400" rtl="0" eaLnBrk="1" latinLnBrk="0" hangingPunct="1">
              <a:spcBef>
                <a:spcPct val="20000"/>
              </a:spcBef>
              <a:buSzPct val="110000"/>
              <a:buFont typeface="Arial" pitchFamily="34" charset="0"/>
              <a:buNone/>
              <a:defRPr sz="1800" kern="1200">
                <a:solidFill>
                  <a:schemeClr val="tx1"/>
                </a:solidFill>
                <a:latin typeface="Calibri Light" panose="020F0302020204030204" pitchFamily="34" charset="0"/>
                <a:ea typeface="+mn-ea"/>
                <a:cs typeface="+mn-cs"/>
              </a:defRPr>
            </a:lvl3pPr>
            <a:lvl4pPr marL="112713" indent="6350" algn="l" defTabSz="914400" rtl="0" eaLnBrk="1" latinLnBrk="0" hangingPunct="1">
              <a:spcBef>
                <a:spcPct val="20000"/>
              </a:spcBef>
              <a:buSzPct val="110000"/>
              <a:buFont typeface="Arial" pitchFamily="34" charset="0"/>
              <a:buNone/>
              <a:defRPr sz="1600" kern="1200">
                <a:solidFill>
                  <a:schemeClr val="tx1"/>
                </a:solidFill>
                <a:latin typeface="Calibri Light" panose="020F0302020204030204" pitchFamily="34" charset="0"/>
                <a:ea typeface="+mn-ea"/>
                <a:cs typeface="+mn-cs"/>
              </a:defRPr>
            </a:lvl4pPr>
            <a:lvl5pPr marL="112713" indent="6350" algn="l" defTabSz="914400" rtl="0" eaLnBrk="1" latinLnBrk="0" hangingPunct="1">
              <a:spcBef>
                <a:spcPct val="20000"/>
              </a:spcBef>
              <a:buSzPct val="110000"/>
              <a:buFont typeface="Arial" pitchFamily="34" charset="0"/>
              <a:buNone/>
              <a:defRPr sz="1600" kern="1200">
                <a:solidFill>
                  <a:schemeClr val="tx1"/>
                </a:solidFill>
                <a:latin typeface="Calibri Light" panose="020F0302020204030204"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300" b="1" dirty="0">
                <a:solidFill>
                  <a:srgbClr val="000000"/>
                </a:solidFill>
              </a:rPr>
              <a:t>Conditions and Terms of Use</a:t>
            </a:r>
          </a:p>
          <a:p>
            <a:r>
              <a:rPr lang="en-US" sz="1500" dirty="0">
                <a:solidFill>
                  <a:srgbClr val="0A5BBA"/>
                </a:solidFill>
              </a:rPr>
              <a:t>Microsoft Confidential</a:t>
            </a:r>
          </a:p>
          <a:p>
            <a:r>
              <a:rPr lang="en-US" sz="1800" dirty="0">
                <a:solidFill>
                  <a:srgbClr val="000000"/>
                </a:solidFill>
              </a:rPr>
              <a:t>This training package is proprietary and confidential, and is intended only for uses described in the training materials. Content and software is provided to you under a Non-Disclosure Agreement and cannot be distributed. Copying or disclosing all or any portion of the content and/or software included in such packages is strictly prohibited.</a:t>
            </a:r>
          </a:p>
          <a:p>
            <a:r>
              <a:rPr lang="en-US" sz="1800" dirty="0">
                <a:solidFill>
                  <a:srgbClr val="000000"/>
                </a:solidFill>
              </a:rPr>
              <a:t>The contents of this package are for informational and training purposes only and are provided "as is" without warranty of any kind, whether express or implied, including but not limited to the implied warranties of merchantability, fitness for a particular purpose, and non-infringement.</a:t>
            </a:r>
          </a:p>
          <a:p>
            <a:r>
              <a:rPr lang="en-US" sz="1800" dirty="0">
                <a:solidFill>
                  <a:srgbClr val="000000"/>
                </a:solidFill>
              </a:rPr>
              <a:t>Training package content, including URLs and other Internet website references, is subject to change without notice. Because Microsoft must respond to changing market conditions, the content should not be interpreted to be a commitment on the part of Microsoft, and Microsoft cannot guarantee the accuracy of any information presented after the date of publication. Unless otherwise noted, the companies, organizations, products, domain names, e-mail addresses, logos, people, places, and events depicted herein are fictitious, and no association with any real company, organization, product, domain name, e-mail address, logo, person, place, or event is intended or should be inferred. </a:t>
            </a:r>
          </a:p>
          <a:p>
            <a:endParaRPr lang="en-US" sz="1800" dirty="0">
              <a:solidFill>
                <a:srgbClr val="000000"/>
              </a:solidFill>
            </a:endParaRPr>
          </a:p>
          <a:p>
            <a:r>
              <a:rPr lang="en-US" sz="2300" b="1" dirty="0">
                <a:solidFill>
                  <a:srgbClr val="000000"/>
                </a:solidFill>
              </a:rPr>
              <a:t>Copyright and Trademarks </a:t>
            </a:r>
          </a:p>
          <a:p>
            <a:r>
              <a:rPr lang="en-US" sz="1500" dirty="0">
                <a:solidFill>
                  <a:srgbClr val="0A5BBA"/>
                </a:solidFill>
              </a:rPr>
              <a:t>© 2020 Microsoft Corporation. All rights reserved.</a:t>
            </a:r>
          </a:p>
          <a:p>
            <a:r>
              <a:rPr lang="en-US" sz="1800" dirty="0">
                <a:solidFill>
                  <a:srgbClr val="000000"/>
                </a:solidFill>
              </a:rPr>
              <a:t>Microsoft may have patents, patent applications, trademarks, copyrights, or other intellectual property rights covering subject matter in this document. Except as expressly provided in written license agreement from Microsoft, the furnishing of this document does not give you any license to these patents, trademarks, copyrights, or other intellectual property.</a:t>
            </a:r>
          </a:p>
          <a:p>
            <a:r>
              <a:rPr lang="en-US" sz="1800" dirty="0">
                <a:solidFill>
                  <a:srgbClr val="000000"/>
                </a:solidFill>
              </a:rPr>
              <a:t>Complying with all applicable copyright laws is the responsibility of the user. Without limiting the rights under copyright, no part of this document may be reproduced, stored in or introduced into a retrieval system, or transmitted in any form or by any means (electronic, mechanical, photocopying, recording, or otherwise), or for any purpose, without the express written permission of Microsoft Corporation. </a:t>
            </a:r>
          </a:p>
          <a:p>
            <a:pPr algn="ctr"/>
            <a:r>
              <a:rPr lang="en-US" sz="1800" dirty="0">
                <a:solidFill>
                  <a:srgbClr val="000000"/>
                </a:solidFill>
              </a:rPr>
              <a:t>For more information, see </a:t>
            </a:r>
            <a:r>
              <a:rPr lang="en-US" sz="1800" b="1" dirty="0">
                <a:solidFill>
                  <a:srgbClr val="000000"/>
                </a:solidFill>
              </a:rPr>
              <a:t>Use of Microsoft Copyrighted Content </a:t>
            </a:r>
            <a:r>
              <a:rPr lang="en-US" sz="1800" dirty="0">
                <a:solidFill>
                  <a:srgbClr val="000000"/>
                </a:solidFill>
              </a:rPr>
              <a:t>at</a:t>
            </a:r>
            <a:br>
              <a:rPr lang="en-US" sz="1800" dirty="0">
                <a:solidFill>
                  <a:srgbClr val="000000"/>
                </a:solidFill>
              </a:rPr>
            </a:br>
            <a:r>
              <a:rPr lang="en-US" sz="1800" dirty="0">
                <a:solidFill>
                  <a:srgbClr val="FF0000"/>
                </a:solidFill>
                <a:hlinkClick r:id="rId2"/>
              </a:rPr>
              <a:t>https://www.microsoft.com/en-us/legal/intellectualproperty/permissions/default.aspx</a:t>
            </a:r>
            <a:r>
              <a:rPr lang="en-US" sz="1800" dirty="0">
                <a:solidFill>
                  <a:srgbClr val="FF0000"/>
                </a:solidFill>
              </a:rPr>
              <a:t> </a:t>
            </a:r>
          </a:p>
          <a:p>
            <a:r>
              <a:rPr lang="en-US" sz="1800" dirty="0">
                <a:solidFill>
                  <a:srgbClr val="000000"/>
                </a:solidFill>
              </a:rPr>
              <a:t>Microsoft®, Internet Explorer®, Outlook®, OneDrive®, DirectX®, Windows Server® and Windows® are either registered trademarks or trademarks of Microsoft Corporation in the United States and/or other countries. Other Microsoft products mentioned herein may be either registered trademarks or trademarks of Microsoft Corporation in the United States and/or other countries. All other trademarks are property of their respective owners.</a:t>
            </a:r>
          </a:p>
        </p:txBody>
      </p:sp>
    </p:spTree>
    <p:extLst>
      <p:ext uri="{BB962C8B-B14F-4D97-AF65-F5344CB8AC3E}">
        <p14:creationId xmlns:p14="http://schemas.microsoft.com/office/powerpoint/2010/main" val="2400702111"/>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Closing logo slide">
    <p:bg>
      <p:bgPr>
        <a:solidFill>
          <a:srgbClr val="E6E6E6"/>
        </a:solidFill>
        <a:effectLst/>
      </p:bgPr>
    </p:bg>
    <p:spTree>
      <p:nvGrpSpPr>
        <p:cNvPr id="1" name=""/>
        <p:cNvGrpSpPr/>
        <p:nvPr/>
      </p:nvGrpSpPr>
      <p:grpSpPr>
        <a:xfrm>
          <a:off x="0" y="0"/>
          <a:ext cx="0" cy="0"/>
          <a:chOff x="0" y="0"/>
          <a:chExt cx="0" cy="0"/>
        </a:xfrm>
      </p:grpSpPr>
      <p:sp>
        <p:nvSpPr>
          <p:cNvPr id="7" name="Text Box 3" descr="This is a copyright notice that should be included on the final slide.">
            <a:extLst>
              <a:ext uri="{FF2B5EF4-FFF2-40B4-BE49-F238E27FC236}">
                <a16:creationId xmlns:a16="http://schemas.microsoft.com/office/drawing/2014/main" id="{04B4E2A9-F0F4-40BC-A66B-ACB987CEF1B9}"/>
              </a:ext>
            </a:extLst>
          </p:cNvPr>
          <p:cNvSpPr txBox="1">
            <a:spLocks noChangeArrowheads="1"/>
          </p:cNvSpPr>
          <p:nvPr/>
        </p:nvSpPr>
        <p:spPr bwMode="blackWhite">
          <a:xfrm>
            <a:off x="655320" y="6119342"/>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dirty="0">
                <a:solidFill>
                  <a:schemeClr val="bg1"/>
                </a:solidFill>
                <a:cs typeface="Segoe UI" pitchFamily="34" charset="0"/>
              </a:rPr>
              <a:t>© Copyright Microsoft Corporation. All rights reserved. </a:t>
            </a:r>
          </a:p>
        </p:txBody>
      </p:sp>
      <p:sp>
        <p:nvSpPr>
          <p:cNvPr id="9" name="Text Box 3" descr="This is a copyright notice that should be included on the final slide.">
            <a:extLst>
              <a:ext uri="{FF2B5EF4-FFF2-40B4-BE49-F238E27FC236}">
                <a16:creationId xmlns:a16="http://schemas.microsoft.com/office/drawing/2014/main" id="{7AD92277-6098-4206-B386-69952695A2E1}"/>
              </a:ext>
            </a:extLst>
          </p:cNvPr>
          <p:cNvSpPr txBox="1">
            <a:spLocks noChangeArrowheads="1"/>
          </p:cNvSpPr>
          <p:nvPr/>
        </p:nvSpPr>
        <p:spPr bwMode="blackWhite">
          <a:xfrm>
            <a:off x="655320" y="6119342"/>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dirty="0">
                <a:solidFill>
                  <a:srgbClr val="000000"/>
                </a:solidFill>
                <a:cs typeface="Segoe UI" pitchFamily="34" charset="0"/>
              </a:rPr>
              <a:t>© Copyright Microsoft Corporation. All rights reserved. </a:t>
            </a:r>
          </a:p>
        </p:txBody>
      </p:sp>
      <p:pic>
        <p:nvPicPr>
          <p:cNvPr id="10" name="Picture 9">
            <a:extLst>
              <a:ext uri="{FF2B5EF4-FFF2-40B4-BE49-F238E27FC236}">
                <a16:creationId xmlns:a16="http://schemas.microsoft.com/office/drawing/2014/main" id="{39CFB6CB-1976-4EE2-955F-8B81CCB05A6D}"/>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07096" y="304800"/>
            <a:ext cx="2058616" cy="924737"/>
          </a:xfrm>
          <a:prstGeom prst="rect">
            <a:avLst/>
          </a:prstGeom>
        </p:spPr>
      </p:pic>
    </p:spTree>
    <p:extLst>
      <p:ext uri="{BB962C8B-B14F-4D97-AF65-F5344CB8AC3E}">
        <p14:creationId xmlns:p14="http://schemas.microsoft.com/office/powerpoint/2010/main" val="3917180344"/>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3" name="1 Title"/>
          <p:cNvSpPr>
            <a:spLocks noGrp="1"/>
          </p:cNvSpPr>
          <p:nvPr>
            <p:ph type="title"/>
          </p:nvPr>
        </p:nvSpPr>
        <p:spPr bwMode="white"/>
        <p:txBody>
          <a:bodyPr/>
          <a:lstStyle>
            <a:lvl1pPr>
              <a:defRPr b="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stStyle>
          <a:p>
            <a:r>
              <a:rPr lang="en-US"/>
              <a:t>Click to edit Master title style</a:t>
            </a:r>
            <a:endParaRPr lang="en-US" dirty="0"/>
          </a:p>
        </p:txBody>
      </p:sp>
      <p:sp>
        <p:nvSpPr>
          <p:cNvPr id="5" name="2 Text Placeholder">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655638" y="1436688"/>
            <a:ext cx="10880725" cy="4832349"/>
          </a:xfrm>
          <a:prstGeom prst="rect">
            <a:avLst/>
          </a:prstGeom>
        </p:spPr>
        <p:txBody>
          <a:bodyPr wrap="square">
            <a:noAutofit/>
          </a:bodyPr>
          <a:lstStyle>
            <a:lvl1pPr>
              <a:defRPr sz="2400">
                <a:latin typeface="+mn-lt"/>
              </a:defRPr>
            </a:lvl1pPr>
            <a:lvl2pPr>
              <a:defRPr sz="2000">
                <a:latin typeface="+mn-lt"/>
              </a:defRPr>
            </a:lvl2pPr>
            <a:lvl3pPr>
              <a:defRPr sz="1800">
                <a:latin typeface="+mn-lt"/>
              </a:defRPr>
            </a:lvl3pPr>
            <a:lvl4pPr>
              <a:defRPr sz="1600">
                <a:latin typeface="+mn-lt"/>
              </a:defRPr>
            </a:lvl4pPr>
            <a:lvl5pPr>
              <a:defRPr sz="1400">
                <a:latin typeface="+mn-lt"/>
              </a:defRPr>
            </a:lvl5pPr>
            <a:lvl6pPr marL="1024128" indent="-164592">
              <a:spcBef>
                <a:spcPts val="330"/>
              </a:spcBef>
              <a:defRPr sz="1800" baseline="0"/>
            </a:lvl6pPr>
            <a:lvl7pPr marL="1024128" indent="-164592">
              <a:spcBef>
                <a:spcPts val="330"/>
              </a:spcBef>
              <a:defRPr sz="1800" baseline="0"/>
            </a:lvl7pPr>
            <a:lvl8pPr marL="1024128" indent="-164592">
              <a:spcBef>
                <a:spcPts val="330"/>
              </a:spcBef>
              <a:defRPr sz="1800" baseline="0"/>
            </a:lvl8pPr>
            <a:lvl9pPr marL="1024128" indent="-164592">
              <a:spcBef>
                <a:spcPts val="330"/>
              </a:spcBef>
              <a:defRPr sz="1800" baseline="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dirty="0"/>
              <a:t>Next:</a:t>
            </a:r>
          </a:p>
        </p:txBody>
      </p:sp>
    </p:spTree>
    <p:extLst>
      <p:ext uri="{BB962C8B-B14F-4D97-AF65-F5344CB8AC3E}">
        <p14:creationId xmlns:p14="http://schemas.microsoft.com/office/powerpoint/2010/main" val="4075344650"/>
      </p:ext>
    </p:extLst>
  </p:cSld>
  <p:clrMapOvr>
    <a:overrideClrMapping bg1="dk1" tx1="lt1" bg2="dk2" tx2="lt2" accent1="accent1" accent2="accent2" accent3="accent3" accent4="accent4" accent5="accent5" accent6="accent6" hlink="hlink" folHlink="folHlink"/>
  </p:clrMapOvr>
  <p:hf sldNum="0" hdr="0" ftr="0" dt="0"/>
  <p:extLst>
    <p:ext uri="{DCECCB84-F9BA-43D5-87BE-67443E8EF086}">
      <p15:sldGuideLst xmlns:p15="http://schemas.microsoft.com/office/powerpoint/2012/main">
        <p15:guide id="9" orient="horz" pos="202">
          <p15:clr>
            <a:srgbClr val="FFFFFF"/>
          </p15:clr>
        </p15:guide>
        <p15:guide id="10" orient="horz" pos="495">
          <p15:clr>
            <a:srgbClr val="FFFFFF"/>
          </p15:clr>
        </p15:guide>
        <p15:guide id="11" orient="horz" pos="887">
          <p15:clr>
            <a:srgbClr val="FFFFFF"/>
          </p15:clr>
        </p15:guide>
        <p15:guide id="12" orient="horz" pos="3923">
          <p15:clr>
            <a:srgbClr val="FFFFFF"/>
          </p15:clr>
        </p15:guide>
        <p15:guide id="13" pos="413">
          <p15:clr>
            <a:srgbClr val="FFFFFF"/>
          </p15:clr>
        </p15:guide>
        <p15:guide id="14" pos="7267">
          <p15:clr>
            <a:srgbClr val="FFFFFF"/>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tags" Target="../tags/tag3.xml"/><Relationship Id="rId50" Type="http://schemas.openxmlformats.org/officeDocument/2006/relationships/image" Target="../media/image1.bin"/><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tags" Target="../tags/tag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ags" Target="../tags/tag4.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tags" Target="../tags/tag2.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3FC8F91-29D2-46D6-B97C-60B7917783E4}"/>
              </a:ext>
            </a:extLst>
          </p:cNvPr>
          <p:cNvSpPr>
            <a:spLocks noGrp="1"/>
          </p:cNvSpPr>
          <p:nvPr>
            <p:ph type="title"/>
          </p:nvPr>
        </p:nvSpPr>
        <p:spPr>
          <a:xfrm>
            <a:off x="655638" y="320040"/>
            <a:ext cx="10880725" cy="461665"/>
          </a:xfrm>
          <a:prstGeom prst="rect">
            <a:avLst/>
          </a:prstGeom>
          <a:ln>
            <a:noFill/>
          </a:ln>
        </p:spPr>
        <p:txBody>
          <a:bodyPr vert="horz" wrap="square" lIns="0" tIns="0" rIns="0" bIns="0" rtlCol="0" anchor="t">
            <a:spAutoFit/>
          </a:bodyPr>
          <a:lstStyle/>
          <a:p>
            <a:pPr lvl="0"/>
            <a:endParaRPr lang="en-US" noProof="0" dirty="0"/>
          </a:p>
        </p:txBody>
      </p:sp>
      <p:sp>
        <p:nvSpPr>
          <p:cNvPr id="7" name="Text Placeholder 6">
            <a:extLst>
              <a:ext uri="{FF2B5EF4-FFF2-40B4-BE49-F238E27FC236}">
                <a16:creationId xmlns:a16="http://schemas.microsoft.com/office/drawing/2014/main" id="{410D62B6-BDC2-4365-8282-7CDE25F8F3C0}"/>
              </a:ext>
            </a:extLst>
          </p:cNvPr>
          <p:cNvSpPr>
            <a:spLocks noGrp="1"/>
          </p:cNvSpPr>
          <p:nvPr>
            <p:ph type="body" idx="1"/>
          </p:nvPr>
        </p:nvSpPr>
        <p:spPr>
          <a:xfrm>
            <a:off x="655638" y="1408113"/>
            <a:ext cx="10880725" cy="4819650"/>
          </a:xfrm>
          <a:prstGeom prst="rect">
            <a:avLst/>
          </a:prstGeom>
        </p:spPr>
        <p:txBody>
          <a:bodyPr vert="horz" lIns="0" tIns="0" rIns="0" bIns="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pic>
        <p:nvPicPr>
          <p:cNvPr id="8" name="MS Brand colors">
            <a:extLst>
              <a:ext uri="{FF2B5EF4-FFF2-40B4-BE49-F238E27FC236}">
                <a16:creationId xmlns:a16="http://schemas.microsoft.com/office/drawing/2014/main" id="{7FDDEAB1-5CAC-4401-B7CF-8D3A04EEA501}"/>
              </a:ext>
              <a:ext uri="{C183D7F6-B498-43B3-948B-1728B52AA6E4}">
                <adec:decorative xmlns:adec="http://schemas.microsoft.com/office/drawing/2017/decorative" val="1"/>
              </a:ext>
            </a:extLst>
          </p:cNvPr>
          <p:cNvPicPr>
            <a:picLocks noChangeAspect="1"/>
          </p:cNvPicPr>
          <p:nvPr/>
        </p:nvPicPr>
        <p:blipFill rotWithShape="1">
          <a:blip r:embed="rId50"/>
          <a:srcRect l="762"/>
          <a:stretch/>
        </p:blipFill>
        <p:spPr>
          <a:xfrm rot="5400000">
            <a:off x="9411411" y="2852917"/>
            <a:ext cx="6858000" cy="1170455"/>
          </a:xfrm>
          <a:prstGeom prst="rect">
            <a:avLst/>
          </a:prstGeom>
        </p:spPr>
      </p:pic>
      <p:sp>
        <p:nvSpPr>
          <p:cNvPr id="3" name="empower - DO NOT DELETE!!!">
            <a:extLst>
              <a:ext uri="{FF2B5EF4-FFF2-40B4-BE49-F238E27FC236}">
                <a16:creationId xmlns:a16="http://schemas.microsoft.com/office/drawing/2014/main" id="{0F122836-CB97-4F90-AC88-C28ED272EA5B}"/>
              </a:ext>
              <a:ext uri="{C183D7F6-B498-43B3-948B-1728B52AA6E4}">
                <adec:decorative xmlns:adec="http://schemas.microsoft.com/office/drawing/2017/decorative" val="1"/>
              </a:ext>
            </a:extLst>
          </p:cNvPr>
          <p:cNvSpPr/>
          <p:nvPr>
            <p:custDataLst>
              <p:tags r:id="rId46"/>
            </p:custDataLst>
          </p:nvPr>
        </p:nvSpPr>
        <p:spPr bwMode="auto">
          <a:xfrm>
            <a:off x="0" y="0"/>
            <a:ext cx="0" cy="0"/>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algn="l" defTabSz="932472" fontAlgn="base">
              <a:spcBef>
                <a:spcPct val="0"/>
              </a:spcBef>
              <a:spcAft>
                <a:spcPct val="0"/>
              </a:spcAft>
            </a:pPr>
            <a:endParaRPr lang="de-DE"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0" name="empower - DO NOT DELETE!!!">
            <a:extLst>
              <a:ext uri="{FF2B5EF4-FFF2-40B4-BE49-F238E27FC236}">
                <a16:creationId xmlns:a16="http://schemas.microsoft.com/office/drawing/2014/main" id="{20A69E4A-20B1-4C0B-AFCB-B1CD4F146A0F}"/>
              </a:ext>
              <a:ext uri="{C183D7F6-B498-43B3-948B-1728B52AA6E4}">
                <adec:decorative xmlns:adec="http://schemas.microsoft.com/office/drawing/2017/decorative" val="1"/>
              </a:ext>
            </a:extLst>
          </p:cNvPr>
          <p:cNvSpPr/>
          <p:nvPr>
            <p:custDataLst>
              <p:tags r:id="rId47"/>
            </p:custDataLst>
          </p:nvPr>
        </p:nvSpPr>
        <p:spPr bwMode="auto">
          <a:xfrm>
            <a:off x="0" y="0"/>
            <a:ext cx="0" cy="0"/>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lvl="0" algn="l" defTabSz="932472" fontAlgn="base">
              <a:spcBef>
                <a:spcPct val="0"/>
              </a:spcBef>
              <a:spcAft>
                <a:spcPct val="0"/>
              </a:spcAft>
            </a:pPr>
            <a:endParaRPr lang="de-DE"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11" name="empower - DO NOT DELETE!!!">
            <a:extLst>
              <a:ext uri="{FF2B5EF4-FFF2-40B4-BE49-F238E27FC236}">
                <a16:creationId xmlns:a16="http://schemas.microsoft.com/office/drawing/2014/main" id="{E97C987E-6476-40C2-BAC6-7FBEF25233F3}"/>
              </a:ext>
              <a:ext uri="{C183D7F6-B498-43B3-948B-1728B52AA6E4}">
                <adec:decorative xmlns:adec="http://schemas.microsoft.com/office/drawing/2017/decorative" val="1"/>
              </a:ext>
            </a:extLst>
          </p:cNvPr>
          <p:cNvSpPr/>
          <p:nvPr>
            <p:custDataLst>
              <p:tags r:id="rId48"/>
            </p:custDataLst>
          </p:nvPr>
        </p:nvSpPr>
        <p:spPr bwMode="auto">
          <a:xfrm>
            <a:off x="0" y="0"/>
            <a:ext cx="0" cy="0"/>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55448" tIns="155448" rIns="155448" bIns="155448"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
        <p:nvSpPr>
          <p:cNvPr id="4" name="empower - DO NOT DELETE!!!" hidden="1">
            <a:extLst>
              <a:ext uri="{FF2B5EF4-FFF2-40B4-BE49-F238E27FC236}">
                <a16:creationId xmlns:a16="http://schemas.microsoft.com/office/drawing/2014/main" id="{D1AA79B0-C3B6-4DDF-97F7-FA69F72E18DA}"/>
              </a:ext>
            </a:extLst>
          </p:cNvPr>
          <p:cNvSpPr/>
          <p:nvPr>
            <p:custDataLst>
              <p:tags r:id="rId49"/>
            </p:custDataLst>
          </p:nvPr>
        </p:nvSpPr>
        <p:spPr bwMode="auto">
          <a:xfrm>
            <a:off x="0" y="0"/>
            <a:ext cx="0" cy="0"/>
          </a:xfrm>
          <a:prstGeom prst="ellipse">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55448" tIns="155448" rIns="155448" bIns="155448"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4173179292"/>
      </p:ext>
    </p:extLst>
  </p:cSld>
  <p:clrMap bg1="lt1" tx1="dk1" bg2="lt2" tx2="dk2" accent1="accent1" accent2="accent2" accent3="accent3" accent4="accent4" accent5="accent5" accent6="accent6" hlink="hlink" folHlink="folHlink"/>
  <p:sldLayoutIdLst>
    <p:sldLayoutId id="2147483668" r:id="rId1"/>
    <p:sldLayoutId id="2147483663" r:id="rId2"/>
    <p:sldLayoutId id="2147483653" r:id="rId3"/>
    <p:sldLayoutId id="2147483684" r:id="rId4"/>
    <p:sldLayoutId id="2147483675" r:id="rId5"/>
    <p:sldLayoutId id="2147483669" r:id="rId6"/>
    <p:sldLayoutId id="2147483657" r:id="rId7"/>
    <p:sldLayoutId id="2147483692" r:id="rId8"/>
    <p:sldLayoutId id="2147483685" r:id="rId9"/>
    <p:sldLayoutId id="2147483680" r:id="rId10"/>
    <p:sldLayoutId id="2147483670" r:id="rId11"/>
    <p:sldLayoutId id="2147483658" r:id="rId12"/>
    <p:sldLayoutId id="2147483649" r:id="rId13"/>
    <p:sldLayoutId id="2147483686" r:id="rId14"/>
    <p:sldLayoutId id="2147483676" r:id="rId15"/>
    <p:sldLayoutId id="2147483664" r:id="rId16"/>
    <p:sldLayoutId id="2147483659" r:id="rId17"/>
    <p:sldLayoutId id="2147483650" r:id="rId18"/>
    <p:sldLayoutId id="2147483681" r:id="rId19"/>
    <p:sldLayoutId id="2147483665" r:id="rId20"/>
    <p:sldLayoutId id="2147483654" r:id="rId21"/>
    <p:sldLayoutId id="2147483687" r:id="rId22"/>
    <p:sldLayoutId id="2147483677" r:id="rId23"/>
    <p:sldLayoutId id="2147483671" r:id="rId24"/>
    <p:sldLayoutId id="2147483660" r:id="rId25"/>
    <p:sldLayoutId id="2147483651" r:id="rId26"/>
    <p:sldLayoutId id="2147483688" r:id="rId27"/>
    <p:sldLayoutId id="2147483678" r:id="rId28"/>
    <p:sldLayoutId id="2147483666" r:id="rId29"/>
    <p:sldLayoutId id="2147483689" r:id="rId30"/>
    <p:sldLayoutId id="2147483682" r:id="rId31"/>
    <p:sldLayoutId id="2147483672" r:id="rId32"/>
    <p:sldLayoutId id="2147483661" r:id="rId33"/>
    <p:sldLayoutId id="2147483655" r:id="rId34"/>
    <p:sldLayoutId id="2147483690" r:id="rId35"/>
    <p:sldLayoutId id="2147483679" r:id="rId36"/>
    <p:sldLayoutId id="2147483673" r:id="rId37"/>
    <p:sldLayoutId id="2147483662" r:id="rId38"/>
    <p:sldLayoutId id="2147483652" r:id="rId39"/>
    <p:sldLayoutId id="2147483674" r:id="rId40"/>
    <p:sldLayoutId id="2147483667" r:id="rId41"/>
    <p:sldLayoutId id="2147483656" r:id="rId42"/>
    <p:sldLayoutId id="2147483691" r:id="rId43"/>
    <p:sldLayoutId id="2147483683" r:id="rId44"/>
  </p:sldLayoutIdLst>
  <p:hf sldNum="0" hdr="0" ftr="0" dt="0"/>
  <p:txStyles>
    <p:titleStyle>
      <a:lvl1pPr algn="l" defTabSz="932742" rtl="0" eaLnBrk="1" latinLnBrk="0" hangingPunct="1">
        <a:lnSpc>
          <a:spcPts val="3620"/>
        </a:lnSpc>
        <a:spcBef>
          <a:spcPct val="0"/>
        </a:spcBef>
        <a:buNone/>
        <a:defRPr lang="en-GB" sz="3200" b="0" kern="1200" cap="none" spc="-50" baseline="0" dirty="0">
          <a:ln w="3175">
            <a:noFill/>
          </a:ln>
          <a:solidFill>
            <a:schemeClr val="tx1"/>
          </a:solidFill>
          <a:effectLst/>
          <a:latin typeface="+mj-lt"/>
          <a:ea typeface="+mn-ea"/>
          <a:cs typeface="Segoe UI" pitchFamily="34" charset="0"/>
        </a:defRPr>
      </a:lvl1pPr>
    </p:titleStyle>
    <p:bodyStyle>
      <a:lvl1pPr marL="310896" indent="-310896" algn="l" defTabSz="932688" rtl="0" eaLnBrk="1" latinLnBrk="0" hangingPunct="1">
        <a:lnSpc>
          <a:spcPct val="100000"/>
        </a:lnSpc>
        <a:spcBef>
          <a:spcPts val="672"/>
        </a:spcBef>
        <a:buClr>
          <a:schemeClr val="tx1"/>
        </a:buClr>
        <a:buSzPct val="90000"/>
        <a:buFont typeface="Wingdings" panose="05000000000000000000" pitchFamily="2" charset="2"/>
        <a:buChar char=""/>
        <a:defRPr lang="en-US" sz="2400" kern="1200" spc="0" baseline="0" dirty="0">
          <a:solidFill>
            <a:schemeClr val="tx1"/>
          </a:solidFill>
          <a:latin typeface="+mn-lt"/>
          <a:ea typeface="+mn-ea"/>
          <a:cs typeface="Segoe UI" panose="020B0502040204020203" pitchFamily="34" charset="0"/>
        </a:defRPr>
      </a:lvl1pPr>
      <a:lvl2pPr marL="621792" indent="-310896" algn="l" defTabSz="932688" rtl="0" eaLnBrk="1" latinLnBrk="0" hangingPunct="1">
        <a:lnSpc>
          <a:spcPct val="100000"/>
        </a:lnSpc>
        <a:spcBef>
          <a:spcPts val="480"/>
        </a:spcBef>
        <a:buClr>
          <a:schemeClr val="tx1"/>
        </a:buClr>
        <a:buSzPct val="90000"/>
        <a:buFont typeface="Wingdings" panose="05000000000000000000" pitchFamily="2" charset="2"/>
        <a:buChar char=""/>
        <a:defRPr lang="en-US" sz="2000" kern="1200" spc="0" baseline="0" dirty="0">
          <a:solidFill>
            <a:schemeClr val="tx1"/>
          </a:solidFill>
          <a:latin typeface="+mn-lt"/>
          <a:ea typeface="+mn-ea"/>
          <a:cs typeface="+mn-cs"/>
        </a:defRPr>
      </a:lvl2pPr>
      <a:lvl3pPr marL="932688" indent="-310896" algn="l" defTabSz="932688" rtl="0" eaLnBrk="1" latinLnBrk="0" hangingPunct="1">
        <a:lnSpc>
          <a:spcPct val="100000"/>
        </a:lnSpc>
        <a:spcBef>
          <a:spcPts val="384"/>
        </a:spcBef>
        <a:buClr>
          <a:schemeClr val="tx1"/>
        </a:buClr>
        <a:buSzPct val="90000"/>
        <a:buFont typeface="Wingdings" panose="05000000000000000000" pitchFamily="2" charset="2"/>
        <a:buChar char=""/>
        <a:defRPr lang="en-US" sz="1600" kern="1200" spc="0" baseline="0" dirty="0">
          <a:solidFill>
            <a:schemeClr val="tx1"/>
          </a:solidFill>
          <a:latin typeface="+mn-lt"/>
          <a:ea typeface="+mn-ea"/>
          <a:cs typeface="+mn-cs"/>
        </a:defRPr>
      </a:lvl3pPr>
      <a:lvl4pPr marL="1243584" indent="-310896" algn="l" defTabSz="932688" rtl="0" eaLnBrk="1" latinLnBrk="0" hangingPunct="1">
        <a:lnSpc>
          <a:spcPct val="100000"/>
        </a:lnSpc>
        <a:spcBef>
          <a:spcPts val="336"/>
        </a:spcBef>
        <a:buClr>
          <a:schemeClr val="tx1"/>
        </a:buClr>
        <a:buSzPct val="90000"/>
        <a:buFont typeface="Wingdings" panose="05000000000000000000" pitchFamily="2" charset="2"/>
        <a:buChar char=""/>
        <a:defRPr lang="en-US" sz="1400" kern="1200" spc="0" baseline="0" dirty="0">
          <a:solidFill>
            <a:schemeClr val="tx1"/>
          </a:solidFill>
          <a:latin typeface="+mn-lt"/>
          <a:ea typeface="+mn-ea"/>
          <a:cs typeface="+mn-cs"/>
        </a:defRPr>
      </a:lvl4pPr>
      <a:lvl5pPr marL="1554480" indent="-329184" algn="l" defTabSz="932688" rtl="0" eaLnBrk="1" latinLnBrk="0" hangingPunct="1">
        <a:lnSpc>
          <a:spcPct val="100000"/>
        </a:lnSpc>
        <a:spcBef>
          <a:spcPts val="336"/>
        </a:spcBef>
        <a:buClr>
          <a:schemeClr val="tx1"/>
        </a:buClr>
        <a:buSzPct val="90000"/>
        <a:buFont typeface="Wingdings" panose="05000000000000000000" pitchFamily="2" charset="2"/>
        <a:buChar char=""/>
        <a:defRPr lang="en-US" sz="1400" kern="1200" spc="0" baseline="0" dirty="0">
          <a:solidFill>
            <a:schemeClr val="tx1"/>
          </a:solidFill>
          <a:latin typeface="+mn-lt"/>
          <a:ea typeface="+mn-ea"/>
          <a:cs typeface="+mn-cs"/>
        </a:defRPr>
      </a:lvl5pPr>
      <a:lvl6pPr marL="310896" indent="-310896" algn="l" defTabSz="932688" rtl="0" eaLnBrk="1" latinLnBrk="0" hangingPunct="1">
        <a:lnSpc>
          <a:spcPct val="100000"/>
        </a:lnSpc>
        <a:spcBef>
          <a:spcPts val="480"/>
        </a:spcBef>
        <a:buSzPct val="100000"/>
        <a:buFont typeface="+mj-lt"/>
        <a:buAutoNum type="arabicPeriod"/>
        <a:defRPr sz="2000" kern="1200" baseline="0">
          <a:solidFill>
            <a:schemeClr val="tx1"/>
          </a:solidFill>
          <a:latin typeface="+mn-lt"/>
          <a:ea typeface="+mn-ea"/>
          <a:cs typeface="+mn-cs"/>
        </a:defRPr>
      </a:lvl6pPr>
      <a:lvl7pPr marL="621792" indent="-310896" algn="l" defTabSz="932688" rtl="0" eaLnBrk="1" latinLnBrk="0" hangingPunct="1">
        <a:lnSpc>
          <a:spcPct val="100000"/>
        </a:lnSpc>
        <a:spcBef>
          <a:spcPts val="480"/>
        </a:spcBef>
        <a:buSzPct val="90000"/>
        <a:buFont typeface="+mj-lt"/>
        <a:buAutoNum type="alphaLcPeriod"/>
        <a:defRPr lang="en-US" sz="1600" b="0" i="0" u="none" kern="1200" baseline="0" noProof="0" dirty="0">
          <a:ln>
            <a:noFill/>
          </a:ln>
          <a:solidFill>
            <a:schemeClr val="tx1"/>
          </a:solidFill>
          <a:latin typeface="+mn-lt"/>
          <a:ea typeface="+mn-ea"/>
          <a:cs typeface="Arial" panose="020B0604020202020204" pitchFamily="34" charset="0"/>
        </a:defRPr>
      </a:lvl7pPr>
      <a:lvl8pPr marL="0" indent="0" algn="l" defTabSz="932688" rtl="0" eaLnBrk="1" latinLnBrk="0" hangingPunct="1">
        <a:lnSpc>
          <a:spcPct val="100000"/>
        </a:lnSpc>
        <a:spcBef>
          <a:spcPts val="288"/>
        </a:spcBef>
        <a:buSzPct val="90000"/>
        <a:buFontTx/>
        <a:buNone/>
        <a:defRPr sz="1200" kern="1200" baseline="0">
          <a:solidFill>
            <a:schemeClr val="tx1"/>
          </a:solidFill>
          <a:latin typeface="+mn-lt"/>
          <a:ea typeface="+mn-ea"/>
          <a:cs typeface="+mn-cs"/>
        </a:defRPr>
      </a:lvl8pPr>
      <a:lvl9pPr marL="0" indent="0" algn="l" defTabSz="932688" rtl="0" eaLnBrk="1" latinLnBrk="0" hangingPunct="1">
        <a:lnSpc>
          <a:spcPct val="100000"/>
        </a:lnSpc>
        <a:spcBef>
          <a:spcPts val="240"/>
        </a:spcBef>
        <a:buSzPct val="90000"/>
        <a:buFont typeface="Wingdings" panose="05000000000000000000" pitchFamily="2" charset="2"/>
        <a:buNone/>
        <a:defRPr sz="10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92">
          <p15:clr>
            <a:srgbClr val="A4A3A4"/>
          </p15:clr>
        </p15:guide>
        <p15:guide id="2" pos="192">
          <p15:clr>
            <a:srgbClr val="A4A3A4"/>
          </p15:clr>
        </p15:guide>
        <p15:guide id="3" orient="horz" pos="384">
          <p15:clr>
            <a:srgbClr val="F26B43"/>
          </p15:clr>
        </p15:guide>
        <p15:guide id="5" orient="horz" pos="4128">
          <p15:clr>
            <a:srgbClr val="A4A3A4"/>
          </p15:clr>
        </p15:guide>
        <p15:guide id="6" orient="horz" pos="3936">
          <p15:clr>
            <a:srgbClr val="F26B43"/>
          </p15:clr>
        </p15:guide>
        <p15:guide id="7" pos="7296">
          <p15:clr>
            <a:srgbClr val="F26B43"/>
          </p15:clr>
        </p15:guide>
        <p15:guide id="8" pos="7488">
          <p15:clr>
            <a:srgbClr val="A4A3A4"/>
          </p15:clr>
        </p15:guide>
        <p15:guide id="9" pos="38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tags" Target="../tags/tag6.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42.xml"/><Relationship Id="rId1" Type="http://schemas.openxmlformats.org/officeDocument/2006/relationships/tags" Target="../tags/tag7.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6.xml"/><Relationship Id="rId1" Type="http://schemas.openxmlformats.org/officeDocument/2006/relationships/tags" Target="../tags/tag8.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36.xml"/><Relationship Id="rId1" Type="http://schemas.openxmlformats.org/officeDocument/2006/relationships/tags" Target="../tags/tag9.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8.xml"/><Relationship Id="rId1" Type="http://schemas.openxmlformats.org/officeDocument/2006/relationships/tags" Target="../tags/tag10.xml"/><Relationship Id="rId4" Type="http://schemas.openxmlformats.org/officeDocument/2006/relationships/image" Target="../media/image4.bin"/></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4.xml"/><Relationship Id="rId1" Type="http://schemas.openxmlformats.org/officeDocument/2006/relationships/tags" Target="../tags/tag11.xml"/></Relationships>
</file>

<file path=ppt/slides/_rels/slide7.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notesSlide" Target="../notesSlides/notesSlide7.xml"/><Relationship Id="rId7" Type="http://schemas.openxmlformats.org/officeDocument/2006/relationships/diagramColors" Target="../diagrams/colors1.xml"/><Relationship Id="rId2" Type="http://schemas.openxmlformats.org/officeDocument/2006/relationships/slideLayout" Target="../slideLayouts/slideLayout8.xml"/><Relationship Id="rId1" Type="http://schemas.openxmlformats.org/officeDocument/2006/relationships/tags" Target="../tags/tag1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slideLayout" Target="../slideLayouts/slideLayout8.xml"/><Relationship Id="rId1" Type="http://schemas.openxmlformats.org/officeDocument/2006/relationships/tags" Target="../tags/tag13.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9.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notesSlide" Target="../notesSlides/notesSlide8.xml"/><Relationship Id="rId7" Type="http://schemas.openxmlformats.org/officeDocument/2006/relationships/diagramColors" Target="../diagrams/colors3.xml"/><Relationship Id="rId2" Type="http://schemas.openxmlformats.org/officeDocument/2006/relationships/slideLayout" Target="../slideLayouts/slideLayout10.xml"/><Relationship Id="rId1" Type="http://schemas.openxmlformats.org/officeDocument/2006/relationships/tags" Target="../tags/tag14.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slideLayout" Target="../slideLayouts/slideLayout8.xml"/><Relationship Id="rId1" Type="http://schemas.openxmlformats.org/officeDocument/2006/relationships/tags" Target="../tags/tag15.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8.xml"/><Relationship Id="rId1" Type="http://schemas.openxmlformats.org/officeDocument/2006/relationships/tags" Target="../tags/tag16.xml"/><Relationship Id="rId4" Type="http://schemas.openxmlformats.org/officeDocument/2006/relationships/image" Target="../media/image17.bin"/></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8.xml"/><Relationship Id="rId1" Type="http://schemas.openxmlformats.org/officeDocument/2006/relationships/tags" Target="../tags/tag17.xml"/><Relationship Id="rId4" Type="http://schemas.openxmlformats.org/officeDocument/2006/relationships/image" Target="../media/image18.bin"/></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slideLayout" Target="../slideLayouts/slideLayout8.xml"/><Relationship Id="rId1" Type="http://schemas.openxmlformats.org/officeDocument/2006/relationships/tags" Target="../tags/tag18.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8.xml"/><Relationship Id="rId1" Type="http://schemas.openxmlformats.org/officeDocument/2006/relationships/tags" Target="../tags/tag19.xml"/><Relationship Id="rId4" Type="http://schemas.openxmlformats.org/officeDocument/2006/relationships/image" Target="../media/image25.bin"/></Relationships>
</file>

<file path=ppt/slides/_rels/slide15.xml.rels><?xml version="1.0" encoding="UTF-8" standalone="yes"?>
<Relationships xmlns="http://schemas.openxmlformats.org/package/2006/relationships"><Relationship Id="rId8" Type="http://schemas.microsoft.com/office/2007/relationships/diagramDrawing" Target="../diagrams/drawing6.xml"/><Relationship Id="rId3" Type="http://schemas.openxmlformats.org/officeDocument/2006/relationships/notesSlide" Target="../notesSlides/notesSlide12.xml"/><Relationship Id="rId7" Type="http://schemas.openxmlformats.org/officeDocument/2006/relationships/diagramColors" Target="../diagrams/colors6.xml"/><Relationship Id="rId2" Type="http://schemas.openxmlformats.org/officeDocument/2006/relationships/slideLayout" Target="../slideLayouts/slideLayout9.xml"/><Relationship Id="rId1" Type="http://schemas.openxmlformats.org/officeDocument/2006/relationships/tags" Target="../tags/tag20.xml"/><Relationship Id="rId6" Type="http://schemas.openxmlformats.org/officeDocument/2006/relationships/diagramQuickStyle" Target="../diagrams/quickStyle6.xml"/><Relationship Id="rId5" Type="http://schemas.openxmlformats.org/officeDocument/2006/relationships/diagramLayout" Target="../diagrams/layout6.xml"/><Relationship Id="rId4" Type="http://schemas.openxmlformats.org/officeDocument/2006/relationships/diagramData" Target="../diagrams/data6.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1.xml"/><Relationship Id="rId1" Type="http://schemas.openxmlformats.org/officeDocument/2006/relationships/tags" Target="../tags/tag21.xml"/><Relationship Id="rId4" Type="http://schemas.openxmlformats.org/officeDocument/2006/relationships/image" Target="../media/image34.bin"/></Relationships>
</file>

<file path=ppt/slides/_rels/slide17.xml.rels><?xml version="1.0" encoding="UTF-8" standalone="yes"?>
<Relationships xmlns="http://schemas.openxmlformats.org/package/2006/relationships"><Relationship Id="rId8" Type="http://schemas.microsoft.com/office/2007/relationships/diagramDrawing" Target="../diagrams/drawing7.xml"/><Relationship Id="rId3" Type="http://schemas.openxmlformats.org/officeDocument/2006/relationships/notesSlide" Target="../notesSlides/notesSlide14.xml"/><Relationship Id="rId7" Type="http://schemas.openxmlformats.org/officeDocument/2006/relationships/diagramColors" Target="../diagrams/colors7.xml"/><Relationship Id="rId2" Type="http://schemas.openxmlformats.org/officeDocument/2006/relationships/slideLayout" Target="../slideLayouts/slideLayout14.xml"/><Relationship Id="rId1" Type="http://schemas.openxmlformats.org/officeDocument/2006/relationships/tags" Target="../tags/tag22.xml"/><Relationship Id="rId6" Type="http://schemas.openxmlformats.org/officeDocument/2006/relationships/diagramQuickStyle" Target="../diagrams/quickStyle7.xml"/><Relationship Id="rId5" Type="http://schemas.openxmlformats.org/officeDocument/2006/relationships/diagramLayout" Target="../diagrams/layout7.xml"/><Relationship Id="rId4" Type="http://schemas.openxmlformats.org/officeDocument/2006/relationships/diagramData" Target="../diagrams/data7.xml"/><Relationship Id="rId9" Type="http://schemas.openxmlformats.org/officeDocument/2006/relationships/slide" Target="slide18.xml"/></Relationships>
</file>

<file path=ppt/slides/_rels/slide1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6.xml"/><Relationship Id="rId1" Type="http://schemas.openxmlformats.org/officeDocument/2006/relationships/tags" Target="../tags/tag23.xml"/></Relationships>
</file>

<file path=ppt/slides/_rels/slide20.xml.rels><?xml version="1.0" encoding="UTF-8" standalone="yes"?>
<Relationships xmlns="http://schemas.openxmlformats.org/package/2006/relationships"><Relationship Id="rId8" Type="http://schemas.microsoft.com/office/2007/relationships/diagramDrawing" Target="../diagrams/drawing8.xml"/><Relationship Id="rId3" Type="http://schemas.openxmlformats.org/officeDocument/2006/relationships/notesSlide" Target="../notesSlides/notesSlide16.xml"/><Relationship Id="rId7" Type="http://schemas.openxmlformats.org/officeDocument/2006/relationships/diagramColors" Target="../diagrams/colors8.xml"/><Relationship Id="rId2" Type="http://schemas.openxmlformats.org/officeDocument/2006/relationships/slideLayout" Target="../slideLayouts/slideLayout8.xml"/><Relationship Id="rId1" Type="http://schemas.openxmlformats.org/officeDocument/2006/relationships/tags" Target="../tags/tag24.xml"/><Relationship Id="rId6" Type="http://schemas.openxmlformats.org/officeDocument/2006/relationships/diagramQuickStyle" Target="../diagrams/quickStyle8.xml"/><Relationship Id="rId5" Type="http://schemas.openxmlformats.org/officeDocument/2006/relationships/diagramLayout" Target="../diagrams/layout8.xml"/><Relationship Id="rId4" Type="http://schemas.openxmlformats.org/officeDocument/2006/relationships/diagramData" Target="../diagrams/data8.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8.xml"/><Relationship Id="rId1" Type="http://schemas.openxmlformats.org/officeDocument/2006/relationships/tags" Target="../tags/tag25.xml"/><Relationship Id="rId4" Type="http://schemas.openxmlformats.org/officeDocument/2006/relationships/image" Target="../media/image42.bin"/></Relationships>
</file>

<file path=ppt/slides/_rels/slide22.xml.rels><?xml version="1.0" encoding="UTF-8" standalone="yes"?>
<Relationships xmlns="http://schemas.openxmlformats.org/package/2006/relationships"><Relationship Id="rId3" Type="http://schemas.openxmlformats.org/officeDocument/2006/relationships/tags" Target="../tags/tag28.xml"/><Relationship Id="rId2" Type="http://schemas.openxmlformats.org/officeDocument/2006/relationships/tags" Target="../tags/tag27.xml"/><Relationship Id="rId1" Type="http://schemas.openxmlformats.org/officeDocument/2006/relationships/tags" Target="../tags/tag26.xml"/><Relationship Id="rId6" Type="http://schemas.openxmlformats.org/officeDocument/2006/relationships/image" Target="../media/image43.bin"/><Relationship Id="rId5" Type="http://schemas.openxmlformats.org/officeDocument/2006/relationships/notesSlide" Target="../notesSlides/notesSlide18.xml"/><Relationship Id="rId4"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8" Type="http://schemas.microsoft.com/office/2007/relationships/diagramDrawing" Target="../diagrams/drawing9.xml"/><Relationship Id="rId3" Type="http://schemas.openxmlformats.org/officeDocument/2006/relationships/notesSlide" Target="../notesSlides/notesSlide19.xml"/><Relationship Id="rId7" Type="http://schemas.openxmlformats.org/officeDocument/2006/relationships/diagramColors" Target="../diagrams/colors9.xml"/><Relationship Id="rId2" Type="http://schemas.openxmlformats.org/officeDocument/2006/relationships/slideLayout" Target="../slideLayouts/slideLayout8.xml"/><Relationship Id="rId1" Type="http://schemas.openxmlformats.org/officeDocument/2006/relationships/tags" Target="../tags/tag29.xml"/><Relationship Id="rId6" Type="http://schemas.openxmlformats.org/officeDocument/2006/relationships/diagramQuickStyle" Target="../diagrams/quickStyle9.xml"/><Relationship Id="rId5" Type="http://schemas.openxmlformats.org/officeDocument/2006/relationships/diagramLayout" Target="../diagrams/layout9.xml"/><Relationship Id="rId4" Type="http://schemas.openxmlformats.org/officeDocument/2006/relationships/diagramData" Target="../diagrams/data9.xml"/></Relationships>
</file>

<file path=ppt/slides/_rels/slide24.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tags" Target="../tags/tag31.xml"/><Relationship Id="rId1" Type="http://schemas.openxmlformats.org/officeDocument/2006/relationships/tags" Target="../tags/tag30.xml"/><Relationship Id="rId4" Type="http://schemas.openxmlformats.org/officeDocument/2006/relationships/notesSlide" Target="../notesSlides/notesSlide20.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tags" Target="../tags/tag33.xml"/><Relationship Id="rId1" Type="http://schemas.openxmlformats.org/officeDocument/2006/relationships/tags" Target="../tags/tag32.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36.xml"/><Relationship Id="rId1" Type="http://schemas.openxmlformats.org/officeDocument/2006/relationships/tags" Target="../tags/tag34.xml"/></Relationships>
</file>

<file path=ppt/slides/_rels/slide27.xml.rels><?xml version="1.0" encoding="UTF-8" standalone="yes"?>
<Relationships xmlns="http://schemas.openxmlformats.org/package/2006/relationships"><Relationship Id="rId3" Type="http://schemas.openxmlformats.org/officeDocument/2006/relationships/image" Target="../media/image44.bin"/><Relationship Id="rId2" Type="http://schemas.openxmlformats.org/officeDocument/2006/relationships/slideLayout" Target="../slideLayouts/slideLayout8.xml"/><Relationship Id="rId1" Type="http://schemas.openxmlformats.org/officeDocument/2006/relationships/tags" Target="../tags/tag35.xml"/></Relationships>
</file>

<file path=ppt/slides/_rels/slide28.xml.rels><?xml version="1.0" encoding="UTF-8" standalone="yes"?>
<Relationships xmlns="http://schemas.openxmlformats.org/package/2006/relationships"><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tags" Target="../tags/tag36.xml"/><Relationship Id="rId4"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tags" Target="../tags/tag40.xml"/><Relationship Id="rId1" Type="http://schemas.openxmlformats.org/officeDocument/2006/relationships/tags" Target="../tags/tag39.xml"/></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tags" Target="../tags/tag42.xml"/><Relationship Id="rId1" Type="http://schemas.openxmlformats.org/officeDocument/2006/relationships/tags" Target="../tags/tag41.xml"/></Relationships>
</file>

<file path=ppt/slides/_rels/slide31.xml.rels><?xml version="1.0" encoding="UTF-8" standalone="yes"?>
<Relationships xmlns="http://schemas.openxmlformats.org/package/2006/relationships"><Relationship Id="rId3" Type="http://schemas.openxmlformats.org/officeDocument/2006/relationships/image" Target="../media/image45.bin"/><Relationship Id="rId2" Type="http://schemas.openxmlformats.org/officeDocument/2006/relationships/slideLayout" Target="../slideLayouts/slideLayout21.xml"/><Relationship Id="rId1" Type="http://schemas.openxmlformats.org/officeDocument/2006/relationships/tags" Target="../tags/tag43.xml"/></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tags" Target="../tags/tag45.xml"/><Relationship Id="rId1" Type="http://schemas.openxmlformats.org/officeDocument/2006/relationships/tags" Target="../tags/tag44.xml"/><Relationship Id="rId5" Type="http://schemas.openxmlformats.org/officeDocument/2006/relationships/image" Target="../media/image46.bin"/><Relationship Id="rId4" Type="http://schemas.openxmlformats.org/officeDocument/2006/relationships/notesSlide" Target="../notesSlides/notesSlide21.xml"/></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tags" Target="../tags/tag47.xml"/><Relationship Id="rId1" Type="http://schemas.openxmlformats.org/officeDocument/2006/relationships/tags" Target="../tags/tag46.xml"/><Relationship Id="rId5" Type="http://schemas.openxmlformats.org/officeDocument/2006/relationships/image" Target="../media/image47.bin"/><Relationship Id="rId4" Type="http://schemas.openxmlformats.org/officeDocument/2006/relationships/notesSlide" Target="../notesSlides/notesSlide22.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43.xml"/><Relationship Id="rId1" Type="http://schemas.openxmlformats.org/officeDocument/2006/relationships/tags" Target="../tags/tag48.xml"/></Relationships>
</file>

<file path=ppt/slides/_rels/slide35.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slideLayout" Target="../slideLayouts/slideLayout22.xml"/><Relationship Id="rId1" Type="http://schemas.openxmlformats.org/officeDocument/2006/relationships/tags" Target="../tags/tag49.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8.xml"/><Relationship Id="rId1" Type="http://schemas.openxmlformats.org/officeDocument/2006/relationships/tags" Target="../tags/tag50.xml"/><Relationship Id="rId4" Type="http://schemas.openxmlformats.org/officeDocument/2006/relationships/image" Target="../media/image49.png"/></Relationships>
</file>

<file path=ppt/slides/_rels/slide3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slideLayout" Target="../slideLayouts/slideLayout36.xml"/><Relationship Id="rId1" Type="http://schemas.openxmlformats.org/officeDocument/2006/relationships/tags" Target="../tags/tag51.xml"/></Relationships>
</file>

<file path=ppt/slides/_rels/slide3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slideLayout" Target="../slideLayouts/slideLayout36.xml"/><Relationship Id="rId1" Type="http://schemas.openxmlformats.org/officeDocument/2006/relationships/tags" Target="../tags/tag52.xml"/></Relationships>
</file>

<file path=ppt/slides/_rels/slide3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slideLayout" Target="../slideLayouts/slideLayout36.xml"/><Relationship Id="rId1" Type="http://schemas.openxmlformats.org/officeDocument/2006/relationships/tags" Target="../tags/tag53.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36.xml"/><Relationship Id="rId1" Type="http://schemas.openxmlformats.org/officeDocument/2006/relationships/tags" Target="../tags/tag54.xml"/></Relationships>
</file>

<file path=ppt/slides/_rels/slide41.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slideLayout" Target="../slideLayouts/slideLayout8.xml"/><Relationship Id="rId1" Type="http://schemas.openxmlformats.org/officeDocument/2006/relationships/tags" Target="../tags/tag55.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42.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slideLayout" Target="../slideLayouts/slideLayout8.xml"/><Relationship Id="rId1" Type="http://schemas.openxmlformats.org/officeDocument/2006/relationships/tags" Target="../tags/tag56.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14.xml"/><Relationship Id="rId1" Type="http://schemas.openxmlformats.org/officeDocument/2006/relationships/tags" Target="../tags/tag57.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tags" Target="../tags/tag58.xml"/></Relationships>
</file>

<file path=ppt/slides/_rels/slide45.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slideLayout" Target="../slideLayouts/slideLayout14.xml"/><Relationship Id="rId1" Type="http://schemas.openxmlformats.org/officeDocument/2006/relationships/tags" Target="../tags/tag59.xml"/><Relationship Id="rId4" Type="http://schemas.openxmlformats.org/officeDocument/2006/relationships/image" Target="../media/image66.bin"/></Relationships>
</file>

<file path=ppt/slides/_rels/slide46.xml.rels><?xml version="1.0" encoding="UTF-8" standalone="yes"?>
<Relationships xmlns="http://schemas.openxmlformats.org/package/2006/relationships"><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slideLayout" Target="../slideLayouts/slideLayout8.xml"/><Relationship Id="rId1" Type="http://schemas.openxmlformats.org/officeDocument/2006/relationships/tags" Target="../tags/tag60.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s>
</file>

<file path=ppt/slides/_rels/slide47.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8.xml"/></Relationships>
</file>

<file path=ppt/slides/_rels/slide48.xml.rels><?xml version="1.0" encoding="UTF-8" standalone="yes"?>
<Relationships xmlns="http://schemas.openxmlformats.org/package/2006/relationships"><Relationship Id="rId3" Type="http://schemas.openxmlformats.org/officeDocument/2006/relationships/diagramData" Target="../diagrams/data13.xml"/><Relationship Id="rId7" Type="http://schemas.microsoft.com/office/2007/relationships/diagramDrawing" Target="../diagrams/drawing13.xml"/><Relationship Id="rId2" Type="http://schemas.openxmlformats.org/officeDocument/2006/relationships/slideLayout" Target="../slideLayouts/slideLayout8.xml"/><Relationship Id="rId1" Type="http://schemas.openxmlformats.org/officeDocument/2006/relationships/tags" Target="../tags/tag61.xml"/><Relationship Id="rId6" Type="http://schemas.openxmlformats.org/officeDocument/2006/relationships/diagramColors" Target="../diagrams/colors13.xml"/><Relationship Id="rId5" Type="http://schemas.openxmlformats.org/officeDocument/2006/relationships/diagramQuickStyle" Target="../diagrams/quickStyle13.xml"/><Relationship Id="rId4" Type="http://schemas.openxmlformats.org/officeDocument/2006/relationships/diagramLayout" Target="../diagrams/layout13.xml"/></Relationships>
</file>

<file path=ppt/slides/_rels/slide49.xml.rels><?xml version="1.0" encoding="UTF-8" standalone="yes"?>
<Relationships xmlns="http://schemas.openxmlformats.org/package/2006/relationships"><Relationship Id="rId3" Type="http://schemas.openxmlformats.org/officeDocument/2006/relationships/diagramData" Target="../diagrams/data14.xml"/><Relationship Id="rId7" Type="http://schemas.microsoft.com/office/2007/relationships/diagramDrawing" Target="../diagrams/drawing14.xml"/><Relationship Id="rId2" Type="http://schemas.openxmlformats.org/officeDocument/2006/relationships/slideLayout" Target="../slideLayouts/slideLayout10.xml"/><Relationship Id="rId1" Type="http://schemas.openxmlformats.org/officeDocument/2006/relationships/tags" Target="../tags/tag62.xml"/><Relationship Id="rId6" Type="http://schemas.openxmlformats.org/officeDocument/2006/relationships/diagramColors" Target="../diagrams/colors14.xml"/><Relationship Id="rId5" Type="http://schemas.openxmlformats.org/officeDocument/2006/relationships/diagramQuickStyle" Target="../diagrams/quickStyle14.xml"/><Relationship Id="rId4" Type="http://schemas.openxmlformats.org/officeDocument/2006/relationships/diagramLayout" Target="../diagrams/layout14.xml"/></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36.xml"/><Relationship Id="rId1" Type="http://schemas.openxmlformats.org/officeDocument/2006/relationships/tags" Target="../tags/tag63.xml"/></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36.xml"/><Relationship Id="rId1" Type="http://schemas.openxmlformats.org/officeDocument/2006/relationships/tags" Target="../tags/tag64.xml"/></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tags" Target="../tags/tag65.xml"/></Relationships>
</file>

<file path=ppt/slides/_rels/slide53.xml.rels><?xml version="1.0" encoding="UTF-8" standalone="yes"?>
<Relationships xmlns="http://schemas.openxmlformats.org/package/2006/relationships"><Relationship Id="rId3" Type="http://schemas.openxmlformats.org/officeDocument/2006/relationships/diagramData" Target="../diagrams/data15.xml"/><Relationship Id="rId7" Type="http://schemas.microsoft.com/office/2007/relationships/diagramDrawing" Target="../diagrams/drawing15.xml"/><Relationship Id="rId2" Type="http://schemas.openxmlformats.org/officeDocument/2006/relationships/slideLayout" Target="../slideLayouts/slideLayout8.xml"/><Relationship Id="rId1" Type="http://schemas.openxmlformats.org/officeDocument/2006/relationships/tags" Target="../tags/tag66.xml"/><Relationship Id="rId6" Type="http://schemas.openxmlformats.org/officeDocument/2006/relationships/diagramColors" Target="../diagrams/colors15.xml"/><Relationship Id="rId5" Type="http://schemas.openxmlformats.org/officeDocument/2006/relationships/diagramQuickStyle" Target="../diagrams/quickStyle15.xml"/><Relationship Id="rId4" Type="http://schemas.openxmlformats.org/officeDocument/2006/relationships/diagramLayout" Target="../diagrams/layout15.xml"/></Relationships>
</file>

<file path=ppt/slides/_rels/slide54.xml.rels><?xml version="1.0" encoding="UTF-8" standalone="yes"?>
<Relationships xmlns="http://schemas.openxmlformats.org/package/2006/relationships"><Relationship Id="rId3" Type="http://schemas.openxmlformats.org/officeDocument/2006/relationships/diagramData" Target="../diagrams/data16.xml"/><Relationship Id="rId7" Type="http://schemas.microsoft.com/office/2007/relationships/diagramDrawing" Target="../diagrams/drawing16.xml"/><Relationship Id="rId2" Type="http://schemas.openxmlformats.org/officeDocument/2006/relationships/slideLayout" Target="../slideLayouts/slideLayout8.xml"/><Relationship Id="rId1" Type="http://schemas.openxmlformats.org/officeDocument/2006/relationships/tags" Target="../tags/tag67.xml"/><Relationship Id="rId6" Type="http://schemas.openxmlformats.org/officeDocument/2006/relationships/diagramColors" Target="../diagrams/colors16.xml"/><Relationship Id="rId5" Type="http://schemas.openxmlformats.org/officeDocument/2006/relationships/diagramQuickStyle" Target="../diagrams/quickStyle16.xml"/><Relationship Id="rId4" Type="http://schemas.openxmlformats.org/officeDocument/2006/relationships/diagramLayout" Target="../diagrams/layout16.xml"/></Relationships>
</file>

<file path=ppt/slides/_rels/slide55.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tags" Target="../tags/tag69.xml"/><Relationship Id="rId1" Type="http://schemas.openxmlformats.org/officeDocument/2006/relationships/tags" Target="../tags/tag68.xml"/><Relationship Id="rId5" Type="http://schemas.openxmlformats.org/officeDocument/2006/relationships/image" Target="../media/image47.bin"/><Relationship Id="rId4"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p:txBody>
          <a:bodyPr/>
          <a:lstStyle/>
          <a:p>
            <a:r>
              <a:rPr lang="en-US"/>
              <a:t>Git – Introduction</a:t>
            </a:r>
          </a:p>
        </p:txBody>
      </p:sp>
      <p:sp>
        <p:nvSpPr>
          <p:cNvPr id="2" name="Subtitle 1">
            <a:extLst>
              <a:ext uri="{FF2B5EF4-FFF2-40B4-BE49-F238E27FC236}">
                <a16:creationId xmlns:a16="http://schemas.microsoft.com/office/drawing/2014/main" id="{FC80376E-5E2F-4DA1-9554-8011941F0310}"/>
              </a:ext>
            </a:extLst>
          </p:cNvPr>
          <p:cNvSpPr>
            <a:spLocks noGrp="1"/>
          </p:cNvSpPr>
          <p:nvPr>
            <p:ph type="subTitle" idx="1"/>
          </p:nvPr>
        </p:nvSpPr>
        <p:spPr/>
        <p:txBody>
          <a:bodyPr>
            <a:normAutofit lnSpcReduction="10000"/>
          </a:bodyPr>
          <a:lstStyle/>
          <a:p>
            <a:r>
              <a:rPr lang="en-US"/>
              <a:t>Module 7</a:t>
            </a:r>
          </a:p>
        </p:txBody>
      </p:sp>
    </p:spTree>
    <p:custDataLst>
      <p:tags r:id="rId1"/>
    </p:custDataLst>
    <p:extLst>
      <p:ext uri="{BB962C8B-B14F-4D97-AF65-F5344CB8AC3E}">
        <p14:creationId xmlns:p14="http://schemas.microsoft.com/office/powerpoint/2010/main" val="1325058836"/>
      </p:ext>
    </p:extLst>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1076368552"/>
      </p:ext>
    </p:extLst>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p:txBody>
          <a:bodyPr/>
          <a:lstStyle/>
          <a:p>
            <a:r>
              <a:rPr lang="en-US"/>
              <a:t>Git setup</a:t>
            </a:r>
          </a:p>
        </p:txBody>
      </p:sp>
    </p:spTree>
    <p:custDataLst>
      <p:tags r:id="rId1"/>
    </p:custDataLst>
    <p:extLst>
      <p:ext uri="{BB962C8B-B14F-4D97-AF65-F5344CB8AC3E}">
        <p14:creationId xmlns:p14="http://schemas.microsoft.com/office/powerpoint/2010/main" val="722356735"/>
      </p:ext>
    </p:extLst>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71A7398-7DA4-4966-881D-14DD5A291E7D}"/>
              </a:ext>
            </a:extLst>
          </p:cNvPr>
          <p:cNvSpPr>
            <a:spLocks noGrp="1"/>
          </p:cNvSpPr>
          <p:nvPr>
            <p:ph type="title"/>
          </p:nvPr>
        </p:nvSpPr>
        <p:spPr>
          <a:prstGeom prst="rect">
            <a:avLst/>
          </a:prstGeom>
          <a:ln>
            <a:noFill/>
          </a:ln>
        </p:spPr>
        <p:txBody>
          <a:bodyPr wrap="square" anchor="ctr">
            <a:normAutofit/>
          </a:bodyPr>
          <a:lstStyle/>
          <a:p>
            <a:r>
              <a:rPr lang="en-US"/>
              <a:t>Scenario overview</a:t>
            </a:r>
          </a:p>
        </p:txBody>
      </p:sp>
      <p:sp>
        <p:nvSpPr>
          <p:cNvPr id="11" name="Text Placeholder 4">
            <a:extLst>
              <a:ext uri="{FF2B5EF4-FFF2-40B4-BE49-F238E27FC236}">
                <a16:creationId xmlns:a16="http://schemas.microsoft.com/office/drawing/2014/main" id="{CA9CCA85-D137-4368-A77E-C4CFCAD875C9}"/>
              </a:ext>
            </a:extLst>
          </p:cNvPr>
          <p:cNvSpPr>
            <a:spLocks noGrp="1"/>
          </p:cNvSpPr>
          <p:nvPr>
            <p:ph type="body" sz="quarter" idx="10"/>
          </p:nvPr>
        </p:nvSpPr>
        <p:spPr>
          <a:prstGeom prst="rect">
            <a:avLst/>
          </a:prstGeom>
        </p:spPr>
        <p:txBody>
          <a:bodyPr anchor="ctr">
            <a:normAutofit/>
          </a:bodyPr>
          <a:lstStyle/>
          <a:p>
            <a:r>
              <a:rPr lang="en-US" sz="2200"/>
              <a:t>You are tired of having different versions of the same scripts running in your environment. </a:t>
            </a:r>
          </a:p>
          <a:p>
            <a:endParaRPr lang="en-US" sz="2200"/>
          </a:p>
          <a:p>
            <a:r>
              <a:rPr lang="en-US" sz="2200"/>
              <a:t>You want to be able to leverage version control within your script repository.</a:t>
            </a:r>
          </a:p>
          <a:p>
            <a:endParaRPr lang="en-US" sz="2200"/>
          </a:p>
          <a:p>
            <a:r>
              <a:rPr lang="en-US" sz="2200"/>
              <a:t>Your engineers are confused on updates and which version of a specific script or file they are supposed to be used. </a:t>
            </a:r>
          </a:p>
          <a:p>
            <a:endParaRPr lang="en-US" sz="2200"/>
          </a:p>
          <a:p>
            <a:r>
              <a:rPr lang="en-US" sz="2200"/>
              <a:t>You want control over your scripts used in the production environment. </a:t>
            </a:r>
          </a:p>
        </p:txBody>
      </p:sp>
    </p:spTree>
    <p:custDataLst>
      <p:tags r:id="rId1"/>
    </p:custDataLst>
    <p:extLst>
      <p:ext uri="{BB962C8B-B14F-4D97-AF65-F5344CB8AC3E}">
        <p14:creationId xmlns:p14="http://schemas.microsoft.com/office/powerpoint/2010/main" val="3193650968"/>
      </p:ext>
    </p:extLst>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0A5EB8F-0A77-4901-B0C1-0C8DA649F69B}"/>
              </a:ext>
            </a:extLst>
          </p:cNvPr>
          <p:cNvSpPr>
            <a:spLocks noGrp="1"/>
          </p:cNvSpPr>
          <p:nvPr>
            <p:ph type="title"/>
          </p:nvPr>
        </p:nvSpPr>
        <p:spPr/>
        <p:txBody>
          <a:bodyPr/>
          <a:lstStyle/>
          <a:p>
            <a:r>
              <a:rPr lang="en-US">
                <a:cs typeface="Segoe UI"/>
              </a:rPr>
              <a:t>What is DevOps?</a:t>
            </a:r>
            <a:endParaRPr lang="en-US"/>
          </a:p>
        </p:txBody>
      </p:sp>
      <p:sp>
        <p:nvSpPr>
          <p:cNvPr id="2" name="Text Placeholder 1">
            <a:extLst>
              <a:ext uri="{FF2B5EF4-FFF2-40B4-BE49-F238E27FC236}">
                <a16:creationId xmlns:a16="http://schemas.microsoft.com/office/drawing/2014/main" id="{21D4964B-AF62-4106-BD5A-5D7621559755}"/>
              </a:ext>
            </a:extLst>
          </p:cNvPr>
          <p:cNvSpPr>
            <a:spLocks noGrp="1"/>
          </p:cNvSpPr>
          <p:nvPr>
            <p:ph sz="quarter" idx="13"/>
          </p:nvPr>
        </p:nvSpPr>
        <p:spPr/>
        <p:txBody>
          <a:bodyPr/>
          <a:lstStyle/>
          <a:p>
            <a:r>
              <a:rPr lang="en-US"/>
              <a:t>The union of people, process, and products to enable continuous delivery of value to your end users.</a:t>
            </a:r>
          </a:p>
          <a:p>
            <a:r>
              <a:rPr lang="en-US"/>
              <a:t>The contraction of “Dev” and “Ops” refers to replacing siloed Development and Operations to create multidisciplinary teams that work together with shared and efficient practices and tools.</a:t>
            </a:r>
          </a:p>
          <a:p>
            <a:endParaRPr lang="en-US"/>
          </a:p>
          <a:p>
            <a:endParaRPr lang="en-US"/>
          </a:p>
        </p:txBody>
      </p:sp>
      <p:pic>
        <p:nvPicPr>
          <p:cNvPr id="4" name="Picture 3">
            <a:extLst>
              <a:ext uri="{FF2B5EF4-FFF2-40B4-BE49-F238E27FC236}">
                <a16:creationId xmlns:a16="http://schemas.microsoft.com/office/drawing/2014/main" id="{379711A5-EE0F-40D1-A4DA-272330DC764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38905" y="3711395"/>
            <a:ext cx="5714190" cy="2857094"/>
          </a:xfrm>
          <a:prstGeom prst="rect">
            <a:avLst/>
          </a:prstGeom>
        </p:spPr>
      </p:pic>
    </p:spTree>
    <p:custDataLst>
      <p:tags r:id="rId1"/>
    </p:custDataLst>
    <p:extLst>
      <p:ext uri="{BB962C8B-B14F-4D97-AF65-F5344CB8AC3E}">
        <p14:creationId xmlns:p14="http://schemas.microsoft.com/office/powerpoint/2010/main" val="4048484401"/>
      </p:ext>
    </p:extLst>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Rectangle 1">
            <a:extLst>
              <a:ext uri="{FF2B5EF4-FFF2-40B4-BE49-F238E27FC236}">
                <a16:creationId xmlns:a16="http://schemas.microsoft.com/office/drawing/2014/main" id="{680F60BD-C4A6-4822-A754-A655C260387F}"/>
              </a:ext>
            </a:extLst>
          </p:cNvPr>
          <p:cNvSpPr/>
          <p:nvPr/>
        </p:nvSpPr>
        <p:spPr bwMode="auto">
          <a:xfrm>
            <a:off x="4855230" y="5388940"/>
            <a:ext cx="2297390" cy="498255"/>
          </a:xfrm>
          <a:custGeom>
            <a:avLst/>
            <a:gdLst>
              <a:gd name="connsiteX0" fmla="*/ 0 w 2930774"/>
              <a:gd name="connsiteY0" fmla="*/ 0 h 631311"/>
              <a:gd name="connsiteX1" fmla="*/ 2930774 w 2930774"/>
              <a:gd name="connsiteY1" fmla="*/ 0 h 631311"/>
              <a:gd name="connsiteX2" fmla="*/ 2930774 w 2930774"/>
              <a:gd name="connsiteY2" fmla="*/ 631311 h 631311"/>
              <a:gd name="connsiteX3" fmla="*/ 0 w 2930774"/>
              <a:gd name="connsiteY3" fmla="*/ 631311 h 631311"/>
              <a:gd name="connsiteX4" fmla="*/ 0 w 2930774"/>
              <a:gd name="connsiteY4" fmla="*/ 0 h 631311"/>
              <a:gd name="connsiteX0" fmla="*/ 0 w 3016118"/>
              <a:gd name="connsiteY0" fmla="*/ 0 h 631311"/>
              <a:gd name="connsiteX1" fmla="*/ 2930774 w 3016118"/>
              <a:gd name="connsiteY1" fmla="*/ 0 h 631311"/>
              <a:gd name="connsiteX2" fmla="*/ 3016118 w 3016118"/>
              <a:gd name="connsiteY2" fmla="*/ 631311 h 631311"/>
              <a:gd name="connsiteX3" fmla="*/ 0 w 3016118"/>
              <a:gd name="connsiteY3" fmla="*/ 631311 h 631311"/>
              <a:gd name="connsiteX4" fmla="*/ 0 w 3016118"/>
              <a:gd name="connsiteY4" fmla="*/ 0 h 631311"/>
              <a:gd name="connsiteX0" fmla="*/ 146304 w 3162422"/>
              <a:gd name="connsiteY0" fmla="*/ 0 h 631311"/>
              <a:gd name="connsiteX1" fmla="*/ 3077078 w 3162422"/>
              <a:gd name="connsiteY1" fmla="*/ 0 h 631311"/>
              <a:gd name="connsiteX2" fmla="*/ 3162422 w 3162422"/>
              <a:gd name="connsiteY2" fmla="*/ 631311 h 631311"/>
              <a:gd name="connsiteX3" fmla="*/ 0 w 3162422"/>
              <a:gd name="connsiteY3" fmla="*/ 631311 h 631311"/>
              <a:gd name="connsiteX4" fmla="*/ 146304 w 3162422"/>
              <a:gd name="connsiteY4" fmla="*/ 0 h 6313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62422" h="631311">
                <a:moveTo>
                  <a:pt x="146304" y="0"/>
                </a:moveTo>
                <a:lnTo>
                  <a:pt x="3077078" y="0"/>
                </a:lnTo>
                <a:lnTo>
                  <a:pt x="3162422" y="631311"/>
                </a:lnTo>
                <a:lnTo>
                  <a:pt x="0" y="631311"/>
                </a:lnTo>
                <a:lnTo>
                  <a:pt x="146304" y="0"/>
                </a:lnTo>
                <a:close/>
              </a:path>
            </a:pathLst>
          </a:custGeom>
          <a:solidFill>
            <a:srgbClr val="FFFFFF"/>
          </a:solidFill>
          <a:ln w="9525" cap="flat" cmpd="sng" algn="ctr">
            <a:noFill/>
            <a:prstDash val="solid"/>
            <a:headEnd type="none" w="med" len="med"/>
            <a:tailEnd type="none" w="med" len="med"/>
          </a:ln>
          <a:effectLst/>
        </p:spPr>
        <p:txBody>
          <a:bodyPr rot="0" spcFirstLastPara="0" vert="horz" wrap="square" lIns="182845" tIns="146275" rIns="182845" bIns="146275"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32205" fontAlgn="base">
              <a:lnSpc>
                <a:spcPct val="90000"/>
              </a:lnSpc>
              <a:spcBef>
                <a:spcPct val="0"/>
              </a:spcBef>
              <a:spcAft>
                <a:spcPct val="0"/>
              </a:spcAft>
              <a:defRPr/>
            </a:pPr>
            <a:endParaRPr lang="en-US" sz="2353">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3" name="Title 2">
            <a:extLst>
              <a:ext uri="{FF2B5EF4-FFF2-40B4-BE49-F238E27FC236}">
                <a16:creationId xmlns:a16="http://schemas.microsoft.com/office/drawing/2014/main" id="{59C4B71E-A7FA-42FD-B64D-D81897719038}"/>
              </a:ext>
            </a:extLst>
          </p:cNvPr>
          <p:cNvSpPr>
            <a:spLocks noGrp="1"/>
          </p:cNvSpPr>
          <p:nvPr>
            <p:ph type="title"/>
          </p:nvPr>
        </p:nvSpPr>
        <p:spPr>
          <a:xfrm>
            <a:off x="655638" y="320040"/>
            <a:ext cx="10880725" cy="923330"/>
          </a:xfrm>
        </p:spPr>
        <p:txBody>
          <a:bodyPr/>
          <a:lstStyle/>
          <a:p>
            <a:r>
              <a:rPr lang="en-US">
                <a:cs typeface="Segoe UI"/>
              </a:rPr>
              <a:t>DevOps – Deliver Faster, Smarter, and Continuously</a:t>
            </a:r>
            <a:br>
              <a:rPr lang="en-US"/>
            </a:br>
            <a:endParaRPr lang="en-US"/>
          </a:p>
        </p:txBody>
      </p:sp>
      <p:sp>
        <p:nvSpPr>
          <p:cNvPr id="4" name="TextBox 3">
            <a:extLst>
              <a:ext uri="{FF2B5EF4-FFF2-40B4-BE49-F238E27FC236}">
                <a16:creationId xmlns:a16="http://schemas.microsoft.com/office/drawing/2014/main" id="{D540DDB2-C4A6-4EEA-86AB-85F917BF9231}"/>
              </a:ext>
            </a:extLst>
          </p:cNvPr>
          <p:cNvSpPr txBox="1"/>
          <p:nvPr/>
        </p:nvSpPr>
        <p:spPr>
          <a:xfrm>
            <a:off x="8011358" y="1408113"/>
            <a:ext cx="3525004" cy="825547"/>
          </a:xfrm>
          <a:prstGeom prst="rect">
            <a:avLst/>
          </a:prstGeom>
          <a:noFill/>
        </p:spPr>
        <p:txBody>
          <a:bodyPr wrap="none" lIns="0" tIns="0" rIns="0" bIns="0" rtlCol="0" anchor="t" anchorCtr="0">
            <a:spAutoFit/>
          </a:bodyPr>
          <a:lstStyle/>
          <a:p>
            <a:pPr defTabSz="913923">
              <a:lnSpc>
                <a:spcPct val="90000"/>
              </a:lnSpc>
              <a:defRPr/>
            </a:pPr>
            <a:r>
              <a:rPr lang="en-US" sz="4000" kern="0" spc="-150">
                <a:gradFill flip="none" rotWithShape="1">
                  <a:gsLst>
                    <a:gs pos="1000">
                      <a:srgbClr val="3B2E58"/>
                    </a:gs>
                    <a:gs pos="100000">
                      <a:srgbClr val="682166"/>
                    </a:gs>
                  </a:gsLst>
                  <a:lin ang="5400000" scaled="0"/>
                  <a:tileRect/>
                </a:gradFill>
                <a:latin typeface="+mj-lt"/>
              </a:rPr>
              <a:t>Monitor + Learn</a:t>
            </a:r>
          </a:p>
          <a:p>
            <a:pPr defTabSz="913923">
              <a:lnSpc>
                <a:spcPct val="90000"/>
              </a:lnSpc>
              <a:defRPr/>
            </a:pPr>
            <a:endParaRPr lang="en-US" sz="1961" kern="0" spc="-60">
              <a:gradFill>
                <a:gsLst>
                  <a:gs pos="1000">
                    <a:srgbClr val="682166"/>
                  </a:gs>
                  <a:gs pos="100000">
                    <a:srgbClr val="682166"/>
                  </a:gs>
                </a:gsLst>
                <a:lin ang="5400000" scaled="0"/>
              </a:gradFill>
              <a:latin typeface="Segoe UI"/>
            </a:endParaRPr>
          </a:p>
        </p:txBody>
      </p:sp>
      <p:grpSp>
        <p:nvGrpSpPr>
          <p:cNvPr id="5" name="Group 4">
            <a:extLst>
              <a:ext uri="{FF2B5EF4-FFF2-40B4-BE49-F238E27FC236}">
                <a16:creationId xmlns:a16="http://schemas.microsoft.com/office/drawing/2014/main" id="{62737C8A-2A89-41DD-B8DE-5E09E4D28306}"/>
              </a:ext>
            </a:extLst>
          </p:cNvPr>
          <p:cNvGrpSpPr/>
          <p:nvPr/>
        </p:nvGrpSpPr>
        <p:grpSpPr>
          <a:xfrm>
            <a:off x="3161956" y="1563288"/>
            <a:ext cx="5868088" cy="4407103"/>
            <a:chOff x="3066564" y="1267312"/>
            <a:chExt cx="5868920" cy="4408353"/>
          </a:xfrm>
        </p:grpSpPr>
        <p:grpSp>
          <p:nvGrpSpPr>
            <p:cNvPr id="6" name="Group 5">
              <a:extLst>
                <a:ext uri="{FF2B5EF4-FFF2-40B4-BE49-F238E27FC236}">
                  <a16:creationId xmlns:a16="http://schemas.microsoft.com/office/drawing/2014/main" id="{0BFD206B-E227-48EC-BC73-4B6759CBFBE0}"/>
                </a:ext>
              </a:extLst>
            </p:cNvPr>
            <p:cNvGrpSpPr>
              <a:grpSpLocks noChangeAspect="1"/>
            </p:cNvGrpSpPr>
            <p:nvPr/>
          </p:nvGrpSpPr>
          <p:grpSpPr bwMode="auto">
            <a:xfrm>
              <a:off x="3209426" y="1999233"/>
              <a:ext cx="5587197" cy="3676432"/>
              <a:chOff x="1050" y="734"/>
              <a:chExt cx="5584" cy="3352"/>
            </a:xfrm>
            <a:solidFill>
              <a:srgbClr val="0072C6"/>
            </a:solidFill>
            <a:effectLst>
              <a:outerShdw blurRad="63500" sx="102000" sy="102000" algn="ctr" rotWithShape="0">
                <a:prstClr val="black">
                  <a:alpha val="40000"/>
                </a:prstClr>
              </a:outerShdw>
            </a:effectLst>
          </p:grpSpPr>
          <p:sp>
            <p:nvSpPr>
              <p:cNvPr id="46" name="Freeform 294">
                <a:extLst>
                  <a:ext uri="{FF2B5EF4-FFF2-40B4-BE49-F238E27FC236}">
                    <a16:creationId xmlns:a16="http://schemas.microsoft.com/office/drawing/2014/main" id="{14E22EF2-8051-4D1B-BAC2-E7A1621E636D}"/>
                  </a:ext>
                </a:extLst>
              </p:cNvPr>
              <p:cNvSpPr>
                <a:spLocks noEditPoints="1"/>
              </p:cNvSpPr>
              <p:nvPr/>
            </p:nvSpPr>
            <p:spPr bwMode="auto">
              <a:xfrm>
                <a:off x="1050" y="734"/>
                <a:ext cx="5580" cy="3352"/>
              </a:xfrm>
              <a:custGeom>
                <a:avLst/>
                <a:gdLst>
                  <a:gd name="T0" fmla="*/ 650 w 1300"/>
                  <a:gd name="T1" fmla="*/ 0 h 780"/>
                  <a:gd name="T2" fmla="*/ 0 w 1300"/>
                  <a:gd name="T3" fmla="*/ 390 h 780"/>
                  <a:gd name="T4" fmla="*/ 650 w 1300"/>
                  <a:gd name="T5" fmla="*/ 780 h 780"/>
                  <a:gd name="T6" fmla="*/ 1300 w 1300"/>
                  <a:gd name="T7" fmla="*/ 390 h 780"/>
                  <a:gd name="T8" fmla="*/ 650 w 1300"/>
                  <a:gd name="T9" fmla="*/ 0 h 780"/>
                  <a:gd name="T10" fmla="*/ 650 w 1300"/>
                  <a:gd name="T11" fmla="*/ 761 h 780"/>
                  <a:gd name="T12" fmla="*/ 14 w 1300"/>
                  <a:gd name="T13" fmla="*/ 390 h 780"/>
                  <a:gd name="T14" fmla="*/ 650 w 1300"/>
                  <a:gd name="T15" fmla="*/ 20 h 780"/>
                  <a:gd name="T16" fmla="*/ 1285 w 1300"/>
                  <a:gd name="T17" fmla="*/ 390 h 780"/>
                  <a:gd name="T18" fmla="*/ 650 w 1300"/>
                  <a:gd name="T19" fmla="*/ 761 h 7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00" h="780">
                    <a:moveTo>
                      <a:pt x="650" y="0"/>
                    </a:moveTo>
                    <a:cubicBezTo>
                      <a:pt x="291" y="0"/>
                      <a:pt x="0" y="175"/>
                      <a:pt x="0" y="390"/>
                    </a:cubicBezTo>
                    <a:cubicBezTo>
                      <a:pt x="0" y="606"/>
                      <a:pt x="291" y="780"/>
                      <a:pt x="650" y="780"/>
                    </a:cubicBezTo>
                    <a:cubicBezTo>
                      <a:pt x="1009" y="780"/>
                      <a:pt x="1300" y="606"/>
                      <a:pt x="1300" y="390"/>
                    </a:cubicBezTo>
                    <a:cubicBezTo>
                      <a:pt x="1300" y="175"/>
                      <a:pt x="1009" y="0"/>
                      <a:pt x="650" y="0"/>
                    </a:cubicBezTo>
                    <a:close/>
                    <a:moveTo>
                      <a:pt x="650" y="761"/>
                    </a:moveTo>
                    <a:cubicBezTo>
                      <a:pt x="299" y="761"/>
                      <a:pt x="14" y="595"/>
                      <a:pt x="14" y="390"/>
                    </a:cubicBezTo>
                    <a:cubicBezTo>
                      <a:pt x="14" y="186"/>
                      <a:pt x="299" y="20"/>
                      <a:pt x="650" y="20"/>
                    </a:cubicBezTo>
                    <a:cubicBezTo>
                      <a:pt x="1001" y="20"/>
                      <a:pt x="1285" y="186"/>
                      <a:pt x="1285" y="390"/>
                    </a:cubicBezTo>
                    <a:cubicBezTo>
                      <a:pt x="1285" y="595"/>
                      <a:pt x="1001" y="761"/>
                      <a:pt x="650" y="76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30" tIns="44814" rIns="89630" bIns="44814"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139">
                  <a:defRPr/>
                </a:pPr>
                <a:endParaRPr lang="en-US" sz="1765">
                  <a:solidFill>
                    <a:srgbClr val="000000"/>
                  </a:solidFill>
                  <a:latin typeface="Segoe UI"/>
                </a:endParaRPr>
              </a:p>
            </p:txBody>
          </p:sp>
          <p:sp>
            <p:nvSpPr>
              <p:cNvPr id="47" name="Freeform 295">
                <a:extLst>
                  <a:ext uri="{FF2B5EF4-FFF2-40B4-BE49-F238E27FC236}">
                    <a16:creationId xmlns:a16="http://schemas.microsoft.com/office/drawing/2014/main" id="{FBF0F187-CBF9-4258-90C7-CF886066FE65}"/>
                  </a:ext>
                </a:extLst>
              </p:cNvPr>
              <p:cNvSpPr>
                <a:spLocks noEditPoints="1"/>
              </p:cNvSpPr>
              <p:nvPr/>
            </p:nvSpPr>
            <p:spPr bwMode="auto">
              <a:xfrm>
                <a:off x="1050" y="1614"/>
                <a:ext cx="1854" cy="1633"/>
              </a:xfrm>
              <a:custGeom>
                <a:avLst/>
                <a:gdLst>
                  <a:gd name="T0" fmla="*/ 216 w 432"/>
                  <a:gd name="T1" fmla="*/ 0 h 432"/>
                  <a:gd name="T2" fmla="*/ 0 w 432"/>
                  <a:gd name="T3" fmla="*/ 216 h 432"/>
                  <a:gd name="T4" fmla="*/ 216 w 432"/>
                  <a:gd name="T5" fmla="*/ 432 h 432"/>
                  <a:gd name="T6" fmla="*/ 432 w 432"/>
                  <a:gd name="T7" fmla="*/ 216 h 432"/>
                  <a:gd name="T8" fmla="*/ 216 w 432"/>
                  <a:gd name="T9" fmla="*/ 0 h 432"/>
                  <a:gd name="T10" fmla="*/ 216 w 432"/>
                  <a:gd name="T11" fmla="*/ 415 h 432"/>
                  <a:gd name="T12" fmla="*/ 17 w 432"/>
                  <a:gd name="T13" fmla="*/ 216 h 432"/>
                  <a:gd name="T14" fmla="*/ 216 w 432"/>
                  <a:gd name="T15" fmla="*/ 18 h 432"/>
                  <a:gd name="T16" fmla="*/ 414 w 432"/>
                  <a:gd name="T17" fmla="*/ 216 h 432"/>
                  <a:gd name="T18" fmla="*/ 216 w 432"/>
                  <a:gd name="T19" fmla="*/ 415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32" h="432">
                    <a:moveTo>
                      <a:pt x="216" y="0"/>
                    </a:moveTo>
                    <a:cubicBezTo>
                      <a:pt x="97" y="0"/>
                      <a:pt x="0" y="97"/>
                      <a:pt x="0" y="216"/>
                    </a:cubicBezTo>
                    <a:cubicBezTo>
                      <a:pt x="0" y="335"/>
                      <a:pt x="97" y="432"/>
                      <a:pt x="216" y="432"/>
                    </a:cubicBezTo>
                    <a:cubicBezTo>
                      <a:pt x="335" y="432"/>
                      <a:pt x="432" y="335"/>
                      <a:pt x="432" y="216"/>
                    </a:cubicBezTo>
                    <a:cubicBezTo>
                      <a:pt x="432" y="97"/>
                      <a:pt x="335" y="0"/>
                      <a:pt x="216" y="0"/>
                    </a:cubicBezTo>
                    <a:close/>
                    <a:moveTo>
                      <a:pt x="216" y="415"/>
                    </a:moveTo>
                    <a:cubicBezTo>
                      <a:pt x="106" y="415"/>
                      <a:pt x="17" y="326"/>
                      <a:pt x="17" y="216"/>
                    </a:cubicBezTo>
                    <a:cubicBezTo>
                      <a:pt x="17" y="106"/>
                      <a:pt x="106" y="18"/>
                      <a:pt x="216" y="18"/>
                    </a:cubicBezTo>
                    <a:cubicBezTo>
                      <a:pt x="326" y="18"/>
                      <a:pt x="414" y="106"/>
                      <a:pt x="414" y="216"/>
                    </a:cubicBezTo>
                    <a:cubicBezTo>
                      <a:pt x="414" y="326"/>
                      <a:pt x="326" y="415"/>
                      <a:pt x="216" y="4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30" tIns="44814" rIns="89630" bIns="44814"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139">
                  <a:defRPr/>
                </a:pPr>
                <a:endParaRPr lang="en-US" sz="1765">
                  <a:solidFill>
                    <a:srgbClr val="000000"/>
                  </a:solidFill>
                  <a:latin typeface="Segoe UI"/>
                </a:endParaRPr>
              </a:p>
            </p:txBody>
          </p:sp>
          <p:sp>
            <p:nvSpPr>
              <p:cNvPr id="48" name="Freeform 296">
                <a:extLst>
                  <a:ext uri="{FF2B5EF4-FFF2-40B4-BE49-F238E27FC236}">
                    <a16:creationId xmlns:a16="http://schemas.microsoft.com/office/drawing/2014/main" id="{075B5610-762C-4534-A7FD-BDF866293A27}"/>
                  </a:ext>
                </a:extLst>
              </p:cNvPr>
              <p:cNvSpPr>
                <a:spLocks noEditPoints="1"/>
              </p:cNvSpPr>
              <p:nvPr/>
            </p:nvSpPr>
            <p:spPr bwMode="auto">
              <a:xfrm>
                <a:off x="4857" y="1622"/>
                <a:ext cx="1777" cy="1604"/>
              </a:xfrm>
              <a:custGeom>
                <a:avLst/>
                <a:gdLst>
                  <a:gd name="T0" fmla="*/ 216 w 432"/>
                  <a:gd name="T1" fmla="*/ 0 h 432"/>
                  <a:gd name="T2" fmla="*/ 0 w 432"/>
                  <a:gd name="T3" fmla="*/ 216 h 432"/>
                  <a:gd name="T4" fmla="*/ 216 w 432"/>
                  <a:gd name="T5" fmla="*/ 432 h 432"/>
                  <a:gd name="T6" fmla="*/ 432 w 432"/>
                  <a:gd name="T7" fmla="*/ 216 h 432"/>
                  <a:gd name="T8" fmla="*/ 216 w 432"/>
                  <a:gd name="T9" fmla="*/ 0 h 432"/>
                  <a:gd name="T10" fmla="*/ 216 w 432"/>
                  <a:gd name="T11" fmla="*/ 415 h 432"/>
                  <a:gd name="T12" fmla="*/ 17 w 432"/>
                  <a:gd name="T13" fmla="*/ 216 h 432"/>
                  <a:gd name="T14" fmla="*/ 216 w 432"/>
                  <a:gd name="T15" fmla="*/ 18 h 432"/>
                  <a:gd name="T16" fmla="*/ 414 w 432"/>
                  <a:gd name="T17" fmla="*/ 216 h 432"/>
                  <a:gd name="T18" fmla="*/ 216 w 432"/>
                  <a:gd name="T19" fmla="*/ 415 h 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32" h="432">
                    <a:moveTo>
                      <a:pt x="216" y="0"/>
                    </a:moveTo>
                    <a:cubicBezTo>
                      <a:pt x="97" y="0"/>
                      <a:pt x="0" y="97"/>
                      <a:pt x="0" y="216"/>
                    </a:cubicBezTo>
                    <a:cubicBezTo>
                      <a:pt x="0" y="335"/>
                      <a:pt x="97" y="432"/>
                      <a:pt x="216" y="432"/>
                    </a:cubicBezTo>
                    <a:cubicBezTo>
                      <a:pt x="335" y="432"/>
                      <a:pt x="432" y="335"/>
                      <a:pt x="432" y="216"/>
                    </a:cubicBezTo>
                    <a:cubicBezTo>
                      <a:pt x="432" y="97"/>
                      <a:pt x="335" y="0"/>
                      <a:pt x="216" y="0"/>
                    </a:cubicBezTo>
                    <a:close/>
                    <a:moveTo>
                      <a:pt x="216" y="415"/>
                    </a:moveTo>
                    <a:cubicBezTo>
                      <a:pt x="106" y="415"/>
                      <a:pt x="17" y="326"/>
                      <a:pt x="17" y="216"/>
                    </a:cubicBezTo>
                    <a:cubicBezTo>
                      <a:pt x="17" y="106"/>
                      <a:pt x="106" y="18"/>
                      <a:pt x="216" y="18"/>
                    </a:cubicBezTo>
                    <a:cubicBezTo>
                      <a:pt x="326" y="18"/>
                      <a:pt x="414" y="106"/>
                      <a:pt x="414" y="216"/>
                    </a:cubicBezTo>
                    <a:cubicBezTo>
                      <a:pt x="414" y="326"/>
                      <a:pt x="326" y="415"/>
                      <a:pt x="216" y="4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30" tIns="44814" rIns="89630" bIns="44814"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139">
                  <a:defRPr/>
                </a:pPr>
                <a:endParaRPr lang="en-US" sz="1765">
                  <a:solidFill>
                    <a:srgbClr val="000000"/>
                  </a:solidFill>
                  <a:latin typeface="Segoe UI"/>
                </a:endParaRPr>
              </a:p>
            </p:txBody>
          </p:sp>
        </p:grpSp>
        <p:grpSp>
          <p:nvGrpSpPr>
            <p:cNvPr id="7" name="Group 6">
              <a:extLst>
                <a:ext uri="{FF2B5EF4-FFF2-40B4-BE49-F238E27FC236}">
                  <a16:creationId xmlns:a16="http://schemas.microsoft.com/office/drawing/2014/main" id="{ED8D97A5-6A3A-4617-BA5A-F8FD4191353E}"/>
                </a:ext>
              </a:extLst>
            </p:cNvPr>
            <p:cNvGrpSpPr/>
            <p:nvPr/>
          </p:nvGrpSpPr>
          <p:grpSpPr>
            <a:xfrm rot="10800000">
              <a:off x="3066564" y="3899949"/>
              <a:ext cx="380886" cy="198444"/>
              <a:chOff x="1473341" y="3774232"/>
              <a:chExt cx="480262" cy="292168"/>
            </a:xfrm>
          </p:grpSpPr>
          <p:sp>
            <p:nvSpPr>
              <p:cNvPr id="44" name="Isosceles Triangle 43">
                <a:extLst>
                  <a:ext uri="{FF2B5EF4-FFF2-40B4-BE49-F238E27FC236}">
                    <a16:creationId xmlns:a16="http://schemas.microsoft.com/office/drawing/2014/main" id="{0617F7F2-6218-4302-A5C3-A9E590CD77DD}"/>
                  </a:ext>
                </a:extLst>
              </p:cNvPr>
              <p:cNvSpPr/>
              <p:nvPr/>
            </p:nvSpPr>
            <p:spPr bwMode="auto">
              <a:xfrm>
                <a:off x="1473341" y="3774232"/>
                <a:ext cx="480262" cy="291068"/>
              </a:xfrm>
              <a:prstGeom prst="triangle">
                <a:avLst/>
              </a:prstGeom>
              <a:solidFill>
                <a:srgbClr val="FFFFFF"/>
              </a:solidFill>
              <a:ln w="9525" cap="flat" cmpd="sng" algn="ctr">
                <a:noFill/>
                <a:prstDash val="solid"/>
                <a:headEnd type="none" w="med" len="med"/>
                <a:tailEnd type="none" w="med" len="med"/>
              </a:ln>
              <a:effectLst/>
            </p:spPr>
            <p:txBody>
              <a:bodyPr rot="0" spcFirstLastPara="0" vert="horz" wrap="square" lIns="179259" tIns="143407" rIns="179259" bIns="143407"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32205" fontAlgn="base">
                  <a:lnSpc>
                    <a:spcPct val="90000"/>
                  </a:lnSpc>
                  <a:spcBef>
                    <a:spcPct val="0"/>
                  </a:spcBef>
                  <a:spcAft>
                    <a:spcPct val="0"/>
                  </a:spcAft>
                  <a:defRPr/>
                </a:pPr>
                <a:endParaRPr lang="en-US" sz="2353">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45" name="Isosceles Triangle 44">
                <a:extLst>
                  <a:ext uri="{FF2B5EF4-FFF2-40B4-BE49-F238E27FC236}">
                    <a16:creationId xmlns:a16="http://schemas.microsoft.com/office/drawing/2014/main" id="{13D85B0D-CE66-4A57-B9E3-698A231B5521}"/>
                  </a:ext>
                </a:extLst>
              </p:cNvPr>
              <p:cNvSpPr/>
              <p:nvPr/>
            </p:nvSpPr>
            <p:spPr bwMode="auto">
              <a:xfrm>
                <a:off x="1512304" y="3822560"/>
                <a:ext cx="402336" cy="243840"/>
              </a:xfrm>
              <a:prstGeom prst="triangle">
                <a:avLst/>
              </a:prstGeom>
              <a:solidFill>
                <a:schemeClr val="accent1"/>
              </a:solidFill>
              <a:ln w="9525" cap="flat" cmpd="sng" algn="ctr">
                <a:noFill/>
                <a:prstDash val="solid"/>
                <a:headEnd type="none" w="med" len="med"/>
                <a:tailEnd type="none" w="med" len="med"/>
              </a:ln>
              <a:effectLst/>
            </p:spPr>
            <p:txBody>
              <a:bodyPr rot="0" spcFirstLastPara="0" vert="horz" wrap="square" lIns="179259" tIns="143407" rIns="179259" bIns="143407"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32205" fontAlgn="base">
                  <a:lnSpc>
                    <a:spcPct val="90000"/>
                  </a:lnSpc>
                  <a:spcBef>
                    <a:spcPct val="0"/>
                  </a:spcBef>
                  <a:spcAft>
                    <a:spcPct val="0"/>
                  </a:spcAft>
                  <a:defRPr/>
                </a:pPr>
                <a:endParaRPr lang="en-US" sz="2353">
                  <a:gradFill>
                    <a:gsLst>
                      <a:gs pos="0">
                        <a:srgbClr val="FFFFFF"/>
                      </a:gs>
                      <a:gs pos="100000">
                        <a:srgbClr val="FFFFFF"/>
                      </a:gs>
                    </a:gsLst>
                    <a:lin ang="5400000" scaled="0"/>
                  </a:gradFill>
                  <a:latin typeface="Segoe UI"/>
                  <a:ea typeface="Segoe UI" pitchFamily="34" charset="0"/>
                  <a:cs typeface="Segoe UI" pitchFamily="34" charset="0"/>
                </a:endParaRPr>
              </a:p>
            </p:txBody>
          </p:sp>
        </p:grpSp>
        <p:grpSp>
          <p:nvGrpSpPr>
            <p:cNvPr id="8" name="Group 7">
              <a:extLst>
                <a:ext uri="{FF2B5EF4-FFF2-40B4-BE49-F238E27FC236}">
                  <a16:creationId xmlns:a16="http://schemas.microsoft.com/office/drawing/2014/main" id="{EAC5C100-A198-40D3-A811-E1B1237A9186}"/>
                </a:ext>
              </a:extLst>
            </p:cNvPr>
            <p:cNvGrpSpPr/>
            <p:nvPr/>
          </p:nvGrpSpPr>
          <p:grpSpPr>
            <a:xfrm>
              <a:off x="8563267" y="3615748"/>
              <a:ext cx="372217" cy="191883"/>
              <a:chOff x="1473341" y="3774232"/>
              <a:chExt cx="480262" cy="292168"/>
            </a:xfrm>
          </p:grpSpPr>
          <p:sp>
            <p:nvSpPr>
              <p:cNvPr id="42" name="Isosceles Triangle 41">
                <a:extLst>
                  <a:ext uri="{FF2B5EF4-FFF2-40B4-BE49-F238E27FC236}">
                    <a16:creationId xmlns:a16="http://schemas.microsoft.com/office/drawing/2014/main" id="{92DF943E-CCA2-40B6-BCB5-F8F9F799CE8B}"/>
                  </a:ext>
                </a:extLst>
              </p:cNvPr>
              <p:cNvSpPr/>
              <p:nvPr/>
            </p:nvSpPr>
            <p:spPr bwMode="auto">
              <a:xfrm>
                <a:off x="1473341" y="3774232"/>
                <a:ext cx="480262" cy="291068"/>
              </a:xfrm>
              <a:prstGeom prst="triangle">
                <a:avLst/>
              </a:prstGeom>
              <a:solidFill>
                <a:srgbClr val="FFFFFF"/>
              </a:solidFill>
              <a:ln w="9525" cap="flat" cmpd="sng" algn="ctr">
                <a:noFill/>
                <a:prstDash val="solid"/>
                <a:headEnd type="none" w="med" len="med"/>
                <a:tailEnd type="none" w="med" len="med"/>
              </a:ln>
              <a:effectLst/>
            </p:spPr>
            <p:txBody>
              <a:bodyPr rot="0" spcFirstLastPara="0" vert="horz" wrap="square" lIns="179259" tIns="143407" rIns="179259" bIns="143407"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32205" fontAlgn="base">
                  <a:lnSpc>
                    <a:spcPct val="90000"/>
                  </a:lnSpc>
                  <a:spcBef>
                    <a:spcPct val="0"/>
                  </a:spcBef>
                  <a:spcAft>
                    <a:spcPct val="0"/>
                  </a:spcAft>
                  <a:defRPr/>
                </a:pPr>
                <a:endParaRPr lang="en-US" sz="2353">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43" name="Isosceles Triangle 42">
                <a:extLst>
                  <a:ext uri="{FF2B5EF4-FFF2-40B4-BE49-F238E27FC236}">
                    <a16:creationId xmlns:a16="http://schemas.microsoft.com/office/drawing/2014/main" id="{82DB64C9-32E9-4798-BC4E-7166381D98BA}"/>
                  </a:ext>
                </a:extLst>
              </p:cNvPr>
              <p:cNvSpPr/>
              <p:nvPr/>
            </p:nvSpPr>
            <p:spPr bwMode="auto">
              <a:xfrm>
                <a:off x="1512304" y="3822560"/>
                <a:ext cx="402336" cy="243840"/>
              </a:xfrm>
              <a:prstGeom prst="triangle">
                <a:avLst/>
              </a:prstGeom>
              <a:solidFill>
                <a:schemeClr val="accent1"/>
              </a:solidFill>
              <a:ln w="9525" cap="flat" cmpd="sng" algn="ctr">
                <a:noFill/>
                <a:prstDash val="solid"/>
                <a:headEnd type="none" w="med" len="med"/>
                <a:tailEnd type="none" w="med" len="med"/>
              </a:ln>
              <a:effectLst/>
            </p:spPr>
            <p:txBody>
              <a:bodyPr rot="0" spcFirstLastPara="0" vert="horz" wrap="square" lIns="179259" tIns="143407" rIns="179259" bIns="143407"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32205" fontAlgn="base">
                  <a:lnSpc>
                    <a:spcPct val="90000"/>
                  </a:lnSpc>
                  <a:spcBef>
                    <a:spcPct val="0"/>
                  </a:spcBef>
                  <a:spcAft>
                    <a:spcPct val="0"/>
                  </a:spcAft>
                  <a:defRPr/>
                </a:pPr>
                <a:endParaRPr lang="en-US" sz="2353">
                  <a:gradFill>
                    <a:gsLst>
                      <a:gs pos="0">
                        <a:srgbClr val="FFFFFF"/>
                      </a:gs>
                      <a:gs pos="100000">
                        <a:srgbClr val="FFFFFF"/>
                      </a:gs>
                    </a:gsLst>
                    <a:lin ang="5400000" scaled="0"/>
                  </a:gradFill>
                  <a:latin typeface="Segoe UI"/>
                  <a:ea typeface="Segoe UI" pitchFamily="34" charset="0"/>
                  <a:cs typeface="Segoe UI" pitchFamily="34" charset="0"/>
                </a:endParaRPr>
              </a:p>
            </p:txBody>
          </p:sp>
        </p:grpSp>
        <p:grpSp>
          <p:nvGrpSpPr>
            <p:cNvPr id="9" name="Group 8">
              <a:extLst>
                <a:ext uri="{FF2B5EF4-FFF2-40B4-BE49-F238E27FC236}">
                  <a16:creationId xmlns:a16="http://schemas.microsoft.com/office/drawing/2014/main" id="{CC112F70-989F-4DF2-93E4-AEFEAAACF889}"/>
                </a:ext>
              </a:extLst>
            </p:cNvPr>
            <p:cNvGrpSpPr/>
            <p:nvPr/>
          </p:nvGrpSpPr>
          <p:grpSpPr>
            <a:xfrm rot="16200000">
              <a:off x="7728728" y="2915804"/>
              <a:ext cx="351453" cy="209987"/>
              <a:chOff x="1473341" y="3774232"/>
              <a:chExt cx="480262" cy="292168"/>
            </a:xfrm>
          </p:grpSpPr>
          <p:sp>
            <p:nvSpPr>
              <p:cNvPr id="40" name="Isosceles Triangle 39">
                <a:extLst>
                  <a:ext uri="{FF2B5EF4-FFF2-40B4-BE49-F238E27FC236}">
                    <a16:creationId xmlns:a16="http://schemas.microsoft.com/office/drawing/2014/main" id="{0411B4B0-ADD5-414A-81D1-9BCE8163BDE8}"/>
                  </a:ext>
                </a:extLst>
              </p:cNvPr>
              <p:cNvSpPr/>
              <p:nvPr/>
            </p:nvSpPr>
            <p:spPr bwMode="auto">
              <a:xfrm>
                <a:off x="1473341" y="3774232"/>
                <a:ext cx="480262" cy="291068"/>
              </a:xfrm>
              <a:prstGeom prst="triangle">
                <a:avLst/>
              </a:prstGeom>
              <a:solidFill>
                <a:srgbClr val="FFFFFF"/>
              </a:solidFill>
              <a:ln w="9525" cap="flat" cmpd="sng" algn="ctr">
                <a:noFill/>
                <a:prstDash val="solid"/>
                <a:headEnd type="none" w="med" len="med"/>
                <a:tailEnd type="none" w="med" len="med"/>
              </a:ln>
              <a:effectLst/>
            </p:spPr>
            <p:txBody>
              <a:bodyPr rot="0" spcFirstLastPara="0" vert="horz" wrap="square" lIns="179259" tIns="143407" rIns="179259" bIns="143407"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32205" fontAlgn="base">
                  <a:lnSpc>
                    <a:spcPct val="90000"/>
                  </a:lnSpc>
                  <a:spcBef>
                    <a:spcPct val="0"/>
                  </a:spcBef>
                  <a:spcAft>
                    <a:spcPct val="0"/>
                  </a:spcAft>
                  <a:defRPr/>
                </a:pPr>
                <a:endParaRPr lang="en-US" sz="2353">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41" name="Isosceles Triangle 40">
                <a:extLst>
                  <a:ext uri="{FF2B5EF4-FFF2-40B4-BE49-F238E27FC236}">
                    <a16:creationId xmlns:a16="http://schemas.microsoft.com/office/drawing/2014/main" id="{63F22BC5-8CC0-40B5-8935-FABB804A6FEA}"/>
                  </a:ext>
                </a:extLst>
              </p:cNvPr>
              <p:cNvSpPr/>
              <p:nvPr/>
            </p:nvSpPr>
            <p:spPr bwMode="auto">
              <a:xfrm>
                <a:off x="1512304" y="3822560"/>
                <a:ext cx="402336" cy="243840"/>
              </a:xfrm>
              <a:prstGeom prst="triangle">
                <a:avLst/>
              </a:prstGeom>
              <a:solidFill>
                <a:schemeClr val="accent1"/>
              </a:solidFill>
              <a:ln w="9525" cap="flat" cmpd="sng" algn="ctr">
                <a:noFill/>
                <a:prstDash val="solid"/>
                <a:headEnd type="none" w="med" len="med"/>
                <a:tailEnd type="none" w="med" len="med"/>
              </a:ln>
              <a:effectLst/>
            </p:spPr>
            <p:txBody>
              <a:bodyPr rot="0" spcFirstLastPara="0" vert="horz" wrap="square" lIns="179259" tIns="143407" rIns="179259" bIns="143407"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32205" fontAlgn="base">
                  <a:lnSpc>
                    <a:spcPct val="90000"/>
                  </a:lnSpc>
                  <a:spcBef>
                    <a:spcPct val="0"/>
                  </a:spcBef>
                  <a:spcAft>
                    <a:spcPct val="0"/>
                  </a:spcAft>
                  <a:defRPr/>
                </a:pPr>
                <a:endParaRPr lang="en-US" sz="2353">
                  <a:gradFill>
                    <a:gsLst>
                      <a:gs pos="0">
                        <a:srgbClr val="FFFFFF"/>
                      </a:gs>
                      <a:gs pos="100000">
                        <a:srgbClr val="FFFFFF"/>
                      </a:gs>
                    </a:gsLst>
                    <a:lin ang="5400000" scaled="0"/>
                  </a:gradFill>
                  <a:latin typeface="Segoe UI"/>
                  <a:ea typeface="Segoe UI" pitchFamily="34" charset="0"/>
                  <a:cs typeface="Segoe UI" pitchFamily="34" charset="0"/>
                </a:endParaRPr>
              </a:p>
            </p:txBody>
          </p:sp>
        </p:grpSp>
        <p:grpSp>
          <p:nvGrpSpPr>
            <p:cNvPr id="10" name="Group 9">
              <a:extLst>
                <a:ext uri="{FF2B5EF4-FFF2-40B4-BE49-F238E27FC236}">
                  <a16:creationId xmlns:a16="http://schemas.microsoft.com/office/drawing/2014/main" id="{F2803E82-CBC5-4CE1-B1FC-F754CA5C2799}"/>
                </a:ext>
              </a:extLst>
            </p:cNvPr>
            <p:cNvGrpSpPr/>
            <p:nvPr/>
          </p:nvGrpSpPr>
          <p:grpSpPr>
            <a:xfrm rot="5400000">
              <a:off x="4159611" y="4592881"/>
              <a:ext cx="320114" cy="197965"/>
              <a:chOff x="1473341" y="3774232"/>
              <a:chExt cx="480262" cy="292168"/>
            </a:xfrm>
          </p:grpSpPr>
          <p:sp>
            <p:nvSpPr>
              <p:cNvPr id="38" name="Isosceles Triangle 37">
                <a:extLst>
                  <a:ext uri="{FF2B5EF4-FFF2-40B4-BE49-F238E27FC236}">
                    <a16:creationId xmlns:a16="http://schemas.microsoft.com/office/drawing/2014/main" id="{494704CC-C6F8-43DE-A737-9182C7F8E951}"/>
                  </a:ext>
                </a:extLst>
              </p:cNvPr>
              <p:cNvSpPr/>
              <p:nvPr/>
            </p:nvSpPr>
            <p:spPr bwMode="auto">
              <a:xfrm>
                <a:off x="1473341" y="3774232"/>
                <a:ext cx="480262" cy="291068"/>
              </a:xfrm>
              <a:prstGeom prst="triangle">
                <a:avLst/>
              </a:prstGeom>
              <a:solidFill>
                <a:srgbClr val="FFFFFF"/>
              </a:solidFill>
              <a:ln w="9525" cap="flat" cmpd="sng" algn="ctr">
                <a:noFill/>
                <a:prstDash val="solid"/>
                <a:headEnd type="none" w="med" len="med"/>
                <a:tailEnd type="none" w="med" len="med"/>
              </a:ln>
              <a:effectLst/>
            </p:spPr>
            <p:txBody>
              <a:bodyPr rot="0" spcFirstLastPara="0" vert="horz" wrap="square" lIns="179259" tIns="143407" rIns="179259" bIns="143407"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32205" fontAlgn="base">
                  <a:lnSpc>
                    <a:spcPct val="90000"/>
                  </a:lnSpc>
                  <a:spcBef>
                    <a:spcPct val="0"/>
                  </a:spcBef>
                  <a:spcAft>
                    <a:spcPct val="0"/>
                  </a:spcAft>
                  <a:defRPr/>
                </a:pPr>
                <a:endParaRPr lang="en-US" sz="2353">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39" name="Isosceles Triangle 38">
                <a:extLst>
                  <a:ext uri="{FF2B5EF4-FFF2-40B4-BE49-F238E27FC236}">
                    <a16:creationId xmlns:a16="http://schemas.microsoft.com/office/drawing/2014/main" id="{F5153CA3-3692-43F7-B2BB-957E3D931750}"/>
                  </a:ext>
                </a:extLst>
              </p:cNvPr>
              <p:cNvSpPr/>
              <p:nvPr/>
            </p:nvSpPr>
            <p:spPr bwMode="auto">
              <a:xfrm>
                <a:off x="1512304" y="3822560"/>
                <a:ext cx="402336" cy="243840"/>
              </a:xfrm>
              <a:prstGeom prst="triangle">
                <a:avLst/>
              </a:prstGeom>
              <a:solidFill>
                <a:schemeClr val="accent1"/>
              </a:solidFill>
              <a:ln w="9525" cap="flat" cmpd="sng" algn="ctr">
                <a:noFill/>
                <a:prstDash val="solid"/>
                <a:headEnd type="none" w="med" len="med"/>
                <a:tailEnd type="none" w="med" len="med"/>
              </a:ln>
              <a:effectLst/>
            </p:spPr>
            <p:txBody>
              <a:bodyPr rot="0" spcFirstLastPara="0" vert="horz" wrap="square" lIns="179259" tIns="143407" rIns="179259" bIns="143407"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32205" fontAlgn="base">
                  <a:lnSpc>
                    <a:spcPct val="90000"/>
                  </a:lnSpc>
                  <a:spcBef>
                    <a:spcPct val="0"/>
                  </a:spcBef>
                  <a:spcAft>
                    <a:spcPct val="0"/>
                  </a:spcAft>
                  <a:defRPr/>
                </a:pPr>
                <a:endParaRPr lang="en-US" sz="2353">
                  <a:gradFill>
                    <a:gsLst>
                      <a:gs pos="0">
                        <a:srgbClr val="FFFFFF"/>
                      </a:gs>
                      <a:gs pos="100000">
                        <a:srgbClr val="FFFFFF"/>
                      </a:gs>
                    </a:gsLst>
                    <a:lin ang="5400000" scaled="0"/>
                  </a:gradFill>
                  <a:latin typeface="Segoe UI"/>
                  <a:ea typeface="Segoe UI" pitchFamily="34" charset="0"/>
                  <a:cs typeface="Segoe UI" pitchFamily="34" charset="0"/>
                </a:endParaRPr>
              </a:p>
            </p:txBody>
          </p:sp>
        </p:grpSp>
        <p:sp>
          <p:nvSpPr>
            <p:cNvPr id="11" name="TextBox 61">
              <a:extLst>
                <a:ext uri="{FF2B5EF4-FFF2-40B4-BE49-F238E27FC236}">
                  <a16:creationId xmlns:a16="http://schemas.microsoft.com/office/drawing/2014/main" id="{AFA1BD86-1DE8-4D2E-9963-9B466AD832DC}"/>
                </a:ext>
              </a:extLst>
            </p:cNvPr>
            <p:cNvSpPr txBox="1"/>
            <p:nvPr/>
          </p:nvSpPr>
          <p:spPr>
            <a:xfrm>
              <a:off x="7353908" y="3669906"/>
              <a:ext cx="1212453" cy="307864"/>
            </a:xfrm>
            <a:prstGeom prst="rect">
              <a:avLst/>
            </a:prstGeom>
            <a:noFill/>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139">
                <a:defRPr/>
              </a:pPr>
              <a:r>
                <a:rPr lang="en-US" sz="2000" kern="0">
                  <a:gradFill>
                    <a:gsLst>
                      <a:gs pos="20354">
                        <a:srgbClr val="000000"/>
                      </a:gs>
                      <a:gs pos="54000">
                        <a:srgbClr val="000000"/>
                      </a:gs>
                    </a:gsLst>
                    <a:lin ang="5400000" scaled="0"/>
                  </a:gradFill>
                  <a:latin typeface="Segoe UI Light"/>
                </a:rPr>
                <a:t>Production</a:t>
              </a:r>
            </a:p>
          </p:txBody>
        </p:sp>
        <p:grpSp>
          <p:nvGrpSpPr>
            <p:cNvPr id="12" name="Group 11">
              <a:extLst>
                <a:ext uri="{FF2B5EF4-FFF2-40B4-BE49-F238E27FC236}">
                  <a16:creationId xmlns:a16="http://schemas.microsoft.com/office/drawing/2014/main" id="{FB47772C-0C4F-4A3C-990E-0BB7983CEA1A}"/>
                </a:ext>
              </a:extLst>
            </p:cNvPr>
            <p:cNvGrpSpPr/>
            <p:nvPr/>
          </p:nvGrpSpPr>
          <p:grpSpPr>
            <a:xfrm>
              <a:off x="5058949" y="3599494"/>
              <a:ext cx="1912939" cy="458266"/>
              <a:chOff x="4662521" y="3822551"/>
              <a:chExt cx="2867552" cy="480263"/>
            </a:xfrm>
            <a:effectLst>
              <a:outerShdw blurRad="63500" sx="102000" sy="102000" algn="ctr" rotWithShape="0">
                <a:prstClr val="black">
                  <a:alpha val="40000"/>
                </a:prstClr>
              </a:outerShdw>
            </a:effectLst>
          </p:grpSpPr>
          <p:sp>
            <p:nvSpPr>
              <p:cNvPr id="31" name="Rectangle 30">
                <a:extLst>
                  <a:ext uri="{FF2B5EF4-FFF2-40B4-BE49-F238E27FC236}">
                    <a16:creationId xmlns:a16="http://schemas.microsoft.com/office/drawing/2014/main" id="{73578E89-833B-4D01-A519-1D396421FEBF}"/>
                  </a:ext>
                </a:extLst>
              </p:cNvPr>
              <p:cNvSpPr/>
              <p:nvPr/>
            </p:nvSpPr>
            <p:spPr bwMode="auto">
              <a:xfrm>
                <a:off x="4953297" y="4002478"/>
                <a:ext cx="2286000" cy="120407"/>
              </a:xfrm>
              <a:prstGeom prst="rect">
                <a:avLst/>
              </a:prstGeom>
              <a:solidFill>
                <a:schemeClr val="accent1"/>
              </a:solidFill>
              <a:ln w="9525" cap="flat" cmpd="sng" algn="ctr">
                <a:noFill/>
                <a:prstDash val="solid"/>
                <a:headEnd type="none" w="med" len="med"/>
                <a:tailEnd type="none" w="med" len="med"/>
              </a:ln>
              <a:effectLst/>
            </p:spPr>
            <p:txBody>
              <a:bodyPr rot="0" spcFirstLastPara="0" vert="horz" wrap="square" lIns="179259" tIns="143407" rIns="179259" bIns="143407"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32205" fontAlgn="base">
                  <a:lnSpc>
                    <a:spcPct val="90000"/>
                  </a:lnSpc>
                  <a:spcBef>
                    <a:spcPct val="0"/>
                  </a:spcBef>
                  <a:spcAft>
                    <a:spcPct val="0"/>
                  </a:spcAft>
                  <a:defRPr/>
                </a:pPr>
                <a:endParaRPr lang="en-US" sz="2353">
                  <a:gradFill>
                    <a:gsLst>
                      <a:gs pos="0">
                        <a:srgbClr val="FFFFFF"/>
                      </a:gs>
                      <a:gs pos="100000">
                        <a:srgbClr val="FFFFFF"/>
                      </a:gs>
                    </a:gsLst>
                    <a:lin ang="5400000" scaled="0"/>
                  </a:gradFill>
                  <a:latin typeface="Segoe UI"/>
                  <a:ea typeface="Segoe UI" pitchFamily="34" charset="0"/>
                  <a:cs typeface="Segoe UI" pitchFamily="34" charset="0"/>
                </a:endParaRPr>
              </a:p>
            </p:txBody>
          </p:sp>
          <p:grpSp>
            <p:nvGrpSpPr>
              <p:cNvPr id="32" name="Group 31">
                <a:extLst>
                  <a:ext uri="{FF2B5EF4-FFF2-40B4-BE49-F238E27FC236}">
                    <a16:creationId xmlns:a16="http://schemas.microsoft.com/office/drawing/2014/main" id="{32100DF2-F152-485A-9808-B51E1F511D8A}"/>
                  </a:ext>
                </a:extLst>
              </p:cNvPr>
              <p:cNvGrpSpPr/>
              <p:nvPr/>
            </p:nvGrpSpPr>
            <p:grpSpPr>
              <a:xfrm rot="16200000">
                <a:off x="4568474" y="3916599"/>
                <a:ext cx="480262" cy="292168"/>
                <a:chOff x="1473341" y="3774232"/>
                <a:chExt cx="480262" cy="292168"/>
              </a:xfrm>
            </p:grpSpPr>
            <p:sp>
              <p:nvSpPr>
                <p:cNvPr id="36" name="Isosceles Triangle 35">
                  <a:extLst>
                    <a:ext uri="{FF2B5EF4-FFF2-40B4-BE49-F238E27FC236}">
                      <a16:creationId xmlns:a16="http://schemas.microsoft.com/office/drawing/2014/main" id="{C703E42F-388D-4BDE-8AE5-AC3AB0FB47C1}"/>
                    </a:ext>
                  </a:extLst>
                </p:cNvPr>
                <p:cNvSpPr/>
                <p:nvPr/>
              </p:nvSpPr>
              <p:spPr bwMode="auto">
                <a:xfrm>
                  <a:off x="1473341" y="3774232"/>
                  <a:ext cx="480262" cy="291068"/>
                </a:xfrm>
                <a:prstGeom prst="triangle">
                  <a:avLst/>
                </a:prstGeom>
                <a:solidFill>
                  <a:srgbClr val="FFFFFF"/>
                </a:solidFill>
                <a:ln w="9525" cap="flat" cmpd="sng" algn="ctr">
                  <a:noFill/>
                  <a:prstDash val="solid"/>
                  <a:headEnd type="none" w="med" len="med"/>
                  <a:tailEnd type="none" w="med" len="med"/>
                </a:ln>
                <a:effectLst/>
              </p:spPr>
              <p:txBody>
                <a:bodyPr rot="0" spcFirstLastPara="0" vert="horz" wrap="square" lIns="179259" tIns="143407" rIns="179259" bIns="143407"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32205" fontAlgn="base">
                    <a:lnSpc>
                      <a:spcPct val="90000"/>
                    </a:lnSpc>
                    <a:spcBef>
                      <a:spcPct val="0"/>
                    </a:spcBef>
                    <a:spcAft>
                      <a:spcPct val="0"/>
                    </a:spcAft>
                    <a:defRPr/>
                  </a:pPr>
                  <a:endParaRPr lang="en-US" sz="2353">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37" name="Isosceles Triangle 36">
                  <a:extLst>
                    <a:ext uri="{FF2B5EF4-FFF2-40B4-BE49-F238E27FC236}">
                      <a16:creationId xmlns:a16="http://schemas.microsoft.com/office/drawing/2014/main" id="{EBEA2689-EABA-40D9-99AD-E6E90180902A}"/>
                    </a:ext>
                  </a:extLst>
                </p:cNvPr>
                <p:cNvSpPr/>
                <p:nvPr/>
              </p:nvSpPr>
              <p:spPr bwMode="auto">
                <a:xfrm>
                  <a:off x="1512304" y="3822560"/>
                  <a:ext cx="402336" cy="243840"/>
                </a:xfrm>
                <a:prstGeom prst="triangle">
                  <a:avLst/>
                </a:prstGeom>
                <a:solidFill>
                  <a:schemeClr val="accent1"/>
                </a:solidFill>
                <a:ln w="9525" cap="flat" cmpd="sng" algn="ctr">
                  <a:noFill/>
                  <a:prstDash val="solid"/>
                  <a:headEnd type="none" w="med" len="med"/>
                  <a:tailEnd type="none" w="med" len="med"/>
                </a:ln>
                <a:effectLst/>
              </p:spPr>
              <p:txBody>
                <a:bodyPr rot="0" spcFirstLastPara="0" vert="horz" wrap="square" lIns="179259" tIns="143407" rIns="179259" bIns="143407"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32205" fontAlgn="base">
                    <a:lnSpc>
                      <a:spcPct val="90000"/>
                    </a:lnSpc>
                    <a:spcBef>
                      <a:spcPct val="0"/>
                    </a:spcBef>
                    <a:spcAft>
                      <a:spcPct val="0"/>
                    </a:spcAft>
                    <a:defRPr/>
                  </a:pPr>
                  <a:endParaRPr lang="en-US" sz="2353">
                    <a:gradFill>
                      <a:gsLst>
                        <a:gs pos="0">
                          <a:srgbClr val="FFFFFF"/>
                        </a:gs>
                        <a:gs pos="100000">
                          <a:srgbClr val="FFFFFF"/>
                        </a:gs>
                      </a:gsLst>
                      <a:lin ang="5400000" scaled="0"/>
                    </a:gradFill>
                    <a:latin typeface="Segoe UI"/>
                    <a:ea typeface="Segoe UI" pitchFamily="34" charset="0"/>
                    <a:cs typeface="Segoe UI" pitchFamily="34" charset="0"/>
                  </a:endParaRPr>
                </a:p>
              </p:txBody>
            </p:sp>
          </p:grpSp>
          <p:grpSp>
            <p:nvGrpSpPr>
              <p:cNvPr id="33" name="Group 32">
                <a:extLst>
                  <a:ext uri="{FF2B5EF4-FFF2-40B4-BE49-F238E27FC236}">
                    <a16:creationId xmlns:a16="http://schemas.microsoft.com/office/drawing/2014/main" id="{80CB0A28-4DA2-4968-868B-B0410B297937}"/>
                  </a:ext>
                </a:extLst>
              </p:cNvPr>
              <p:cNvGrpSpPr/>
              <p:nvPr/>
            </p:nvGrpSpPr>
            <p:grpSpPr>
              <a:xfrm rot="5400000">
                <a:off x="7143858" y="3916598"/>
                <a:ext cx="480262" cy="292168"/>
                <a:chOff x="1473341" y="3774232"/>
                <a:chExt cx="480262" cy="292168"/>
              </a:xfrm>
            </p:grpSpPr>
            <p:sp>
              <p:nvSpPr>
                <p:cNvPr id="34" name="Isosceles Triangle 33">
                  <a:extLst>
                    <a:ext uri="{FF2B5EF4-FFF2-40B4-BE49-F238E27FC236}">
                      <a16:creationId xmlns:a16="http://schemas.microsoft.com/office/drawing/2014/main" id="{C5AE6739-BB88-41AD-B8D7-36A585D4EDB9}"/>
                    </a:ext>
                  </a:extLst>
                </p:cNvPr>
                <p:cNvSpPr/>
                <p:nvPr/>
              </p:nvSpPr>
              <p:spPr bwMode="auto">
                <a:xfrm>
                  <a:off x="1473341" y="3774232"/>
                  <a:ext cx="480262" cy="291068"/>
                </a:xfrm>
                <a:prstGeom prst="triangle">
                  <a:avLst/>
                </a:prstGeom>
                <a:solidFill>
                  <a:srgbClr val="FFFFFF"/>
                </a:solidFill>
                <a:ln w="9525" cap="flat" cmpd="sng" algn="ctr">
                  <a:noFill/>
                  <a:prstDash val="solid"/>
                  <a:headEnd type="none" w="med" len="med"/>
                  <a:tailEnd type="none" w="med" len="med"/>
                </a:ln>
                <a:effectLst/>
              </p:spPr>
              <p:txBody>
                <a:bodyPr rot="0" spcFirstLastPara="0" vert="horz" wrap="square" lIns="179259" tIns="143407" rIns="179259" bIns="143407"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32205" fontAlgn="base">
                    <a:lnSpc>
                      <a:spcPct val="90000"/>
                    </a:lnSpc>
                    <a:spcBef>
                      <a:spcPct val="0"/>
                    </a:spcBef>
                    <a:spcAft>
                      <a:spcPct val="0"/>
                    </a:spcAft>
                    <a:defRPr/>
                  </a:pPr>
                  <a:endParaRPr lang="en-US" sz="2353">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35" name="Isosceles Triangle 34">
                  <a:extLst>
                    <a:ext uri="{FF2B5EF4-FFF2-40B4-BE49-F238E27FC236}">
                      <a16:creationId xmlns:a16="http://schemas.microsoft.com/office/drawing/2014/main" id="{D3A4D9D0-5885-40BE-9101-24C3407AAAAB}"/>
                    </a:ext>
                  </a:extLst>
                </p:cNvPr>
                <p:cNvSpPr/>
                <p:nvPr/>
              </p:nvSpPr>
              <p:spPr bwMode="auto">
                <a:xfrm>
                  <a:off x="1512304" y="3822560"/>
                  <a:ext cx="402336" cy="243840"/>
                </a:xfrm>
                <a:prstGeom prst="triangle">
                  <a:avLst/>
                </a:prstGeom>
                <a:solidFill>
                  <a:schemeClr val="accent1"/>
                </a:solidFill>
                <a:ln w="9525" cap="flat" cmpd="sng" algn="ctr">
                  <a:noFill/>
                  <a:prstDash val="solid"/>
                  <a:headEnd type="none" w="med" len="med"/>
                  <a:tailEnd type="none" w="med" len="med"/>
                </a:ln>
                <a:effectLst/>
              </p:spPr>
              <p:txBody>
                <a:bodyPr rot="0" spcFirstLastPara="0" vert="horz" wrap="square" lIns="179259" tIns="143407" rIns="179259" bIns="143407"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32205" fontAlgn="base">
                    <a:lnSpc>
                      <a:spcPct val="90000"/>
                    </a:lnSpc>
                    <a:spcBef>
                      <a:spcPct val="0"/>
                    </a:spcBef>
                    <a:spcAft>
                      <a:spcPct val="0"/>
                    </a:spcAft>
                    <a:defRPr/>
                  </a:pPr>
                  <a:endParaRPr lang="en-US" sz="2353">
                    <a:gradFill>
                      <a:gsLst>
                        <a:gs pos="0">
                          <a:srgbClr val="FFFFFF"/>
                        </a:gs>
                        <a:gs pos="100000">
                          <a:srgbClr val="FFFFFF"/>
                        </a:gs>
                      </a:gsLst>
                      <a:lin ang="5400000" scaled="0"/>
                    </a:gradFill>
                    <a:latin typeface="Segoe UI"/>
                    <a:ea typeface="Segoe UI" pitchFamily="34" charset="0"/>
                    <a:cs typeface="Segoe UI" pitchFamily="34" charset="0"/>
                  </a:endParaRPr>
                </a:p>
              </p:txBody>
            </p:sp>
          </p:grpSp>
        </p:grpSp>
        <p:sp>
          <p:nvSpPr>
            <p:cNvPr id="13" name="TextBox 93">
              <a:extLst>
                <a:ext uri="{FF2B5EF4-FFF2-40B4-BE49-F238E27FC236}">
                  <a16:creationId xmlns:a16="http://schemas.microsoft.com/office/drawing/2014/main" id="{6EBA6DEB-06BC-4C2E-9A32-C06A5CE849C0}"/>
                </a:ext>
              </a:extLst>
            </p:cNvPr>
            <p:cNvSpPr txBox="1"/>
            <p:nvPr/>
          </p:nvSpPr>
          <p:spPr>
            <a:xfrm>
              <a:off x="5294280" y="3929582"/>
              <a:ext cx="1447717" cy="307864"/>
            </a:xfrm>
            <a:prstGeom prst="rect">
              <a:avLst/>
            </a:prstGeom>
            <a:noFill/>
          </p:spPr>
          <p:txBody>
            <a:bodyPr wrap="non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14139">
                <a:defRPr/>
              </a:pPr>
              <a:r>
                <a:rPr lang="en-US" sz="2000" kern="0">
                  <a:gradFill>
                    <a:gsLst>
                      <a:gs pos="20354">
                        <a:srgbClr val="000000"/>
                      </a:gs>
                      <a:gs pos="54000">
                        <a:srgbClr val="000000"/>
                      </a:gs>
                    </a:gsLst>
                    <a:lin ang="5400000" scaled="0"/>
                  </a:gradFill>
                  <a:latin typeface="Segoe UI Light"/>
                </a:rPr>
                <a:t>Collaboration</a:t>
              </a:r>
            </a:p>
          </p:txBody>
        </p:sp>
        <p:grpSp>
          <p:nvGrpSpPr>
            <p:cNvPr id="14" name="Group 13">
              <a:extLst>
                <a:ext uri="{FF2B5EF4-FFF2-40B4-BE49-F238E27FC236}">
                  <a16:creationId xmlns:a16="http://schemas.microsoft.com/office/drawing/2014/main" id="{53451899-712F-4944-B71E-D5878EB4D4F9}"/>
                </a:ext>
              </a:extLst>
            </p:cNvPr>
            <p:cNvGrpSpPr>
              <a:grpSpLocks noChangeAspect="1"/>
            </p:cNvGrpSpPr>
            <p:nvPr/>
          </p:nvGrpSpPr>
          <p:grpSpPr bwMode="auto">
            <a:xfrm>
              <a:off x="5591969" y="3107135"/>
              <a:ext cx="715432" cy="613687"/>
              <a:chOff x="7349" y="-2816"/>
              <a:chExt cx="661" cy="567"/>
            </a:xfrm>
            <a:solidFill>
              <a:srgbClr val="FFFFFF">
                <a:lumMod val="50000"/>
              </a:srgbClr>
            </a:solidFill>
          </p:grpSpPr>
          <p:sp>
            <p:nvSpPr>
              <p:cNvPr id="25" name="Freeform 273">
                <a:extLst>
                  <a:ext uri="{FF2B5EF4-FFF2-40B4-BE49-F238E27FC236}">
                    <a16:creationId xmlns:a16="http://schemas.microsoft.com/office/drawing/2014/main" id="{81E12349-D678-4E84-9C38-9DB759D8B8B1}"/>
                  </a:ext>
                </a:extLst>
              </p:cNvPr>
              <p:cNvSpPr>
                <a:spLocks/>
              </p:cNvSpPr>
              <p:nvPr/>
            </p:nvSpPr>
            <p:spPr bwMode="auto">
              <a:xfrm>
                <a:off x="7573" y="-2676"/>
                <a:ext cx="213" cy="427"/>
              </a:xfrm>
              <a:custGeom>
                <a:avLst/>
                <a:gdLst>
                  <a:gd name="T0" fmla="*/ 73 w 90"/>
                  <a:gd name="T1" fmla="*/ 0 h 181"/>
                  <a:gd name="T2" fmla="*/ 17 w 90"/>
                  <a:gd name="T3" fmla="*/ 0 h 181"/>
                  <a:gd name="T4" fmla="*/ 0 w 90"/>
                  <a:gd name="T5" fmla="*/ 17 h 181"/>
                  <a:gd name="T6" fmla="*/ 0 w 90"/>
                  <a:gd name="T7" fmla="*/ 93 h 181"/>
                  <a:gd name="T8" fmla="*/ 17 w 90"/>
                  <a:gd name="T9" fmla="*/ 110 h 181"/>
                  <a:gd name="T10" fmla="*/ 17 w 90"/>
                  <a:gd name="T11" fmla="*/ 110 h 181"/>
                  <a:gd name="T12" fmla="*/ 17 w 90"/>
                  <a:gd name="T13" fmla="*/ 164 h 181"/>
                  <a:gd name="T14" fmla="*/ 33 w 90"/>
                  <a:gd name="T15" fmla="*/ 181 h 181"/>
                  <a:gd name="T16" fmla="*/ 57 w 90"/>
                  <a:gd name="T17" fmla="*/ 181 h 181"/>
                  <a:gd name="T18" fmla="*/ 73 w 90"/>
                  <a:gd name="T19" fmla="*/ 164 h 181"/>
                  <a:gd name="T20" fmla="*/ 73 w 90"/>
                  <a:gd name="T21" fmla="*/ 110 h 181"/>
                  <a:gd name="T22" fmla="*/ 73 w 90"/>
                  <a:gd name="T23" fmla="*/ 110 h 181"/>
                  <a:gd name="T24" fmla="*/ 90 w 90"/>
                  <a:gd name="T25" fmla="*/ 93 h 181"/>
                  <a:gd name="T26" fmla="*/ 90 w 90"/>
                  <a:gd name="T27" fmla="*/ 17 h 181"/>
                  <a:gd name="T28" fmla="*/ 73 w 90"/>
                  <a:gd name="T2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0" h="181">
                    <a:moveTo>
                      <a:pt x="73" y="0"/>
                    </a:moveTo>
                    <a:cubicBezTo>
                      <a:pt x="17" y="0"/>
                      <a:pt x="17" y="0"/>
                      <a:pt x="17" y="0"/>
                    </a:cubicBezTo>
                    <a:cubicBezTo>
                      <a:pt x="8" y="0"/>
                      <a:pt x="0" y="8"/>
                      <a:pt x="0" y="17"/>
                    </a:cubicBezTo>
                    <a:cubicBezTo>
                      <a:pt x="0" y="93"/>
                      <a:pt x="0" y="93"/>
                      <a:pt x="0" y="93"/>
                    </a:cubicBezTo>
                    <a:cubicBezTo>
                      <a:pt x="0" y="102"/>
                      <a:pt x="8" y="110"/>
                      <a:pt x="17" y="110"/>
                    </a:cubicBezTo>
                    <a:cubicBezTo>
                      <a:pt x="17" y="110"/>
                      <a:pt x="17" y="110"/>
                      <a:pt x="17" y="110"/>
                    </a:cubicBezTo>
                    <a:cubicBezTo>
                      <a:pt x="17" y="164"/>
                      <a:pt x="17" y="164"/>
                      <a:pt x="17" y="164"/>
                    </a:cubicBezTo>
                    <a:cubicBezTo>
                      <a:pt x="17" y="173"/>
                      <a:pt x="24" y="181"/>
                      <a:pt x="33" y="181"/>
                    </a:cubicBezTo>
                    <a:cubicBezTo>
                      <a:pt x="57" y="181"/>
                      <a:pt x="57" y="181"/>
                      <a:pt x="57" y="181"/>
                    </a:cubicBezTo>
                    <a:cubicBezTo>
                      <a:pt x="66" y="181"/>
                      <a:pt x="73" y="173"/>
                      <a:pt x="73" y="164"/>
                    </a:cubicBezTo>
                    <a:cubicBezTo>
                      <a:pt x="73" y="110"/>
                      <a:pt x="73" y="110"/>
                      <a:pt x="73" y="110"/>
                    </a:cubicBezTo>
                    <a:cubicBezTo>
                      <a:pt x="73" y="110"/>
                      <a:pt x="73" y="110"/>
                      <a:pt x="73" y="110"/>
                    </a:cubicBezTo>
                    <a:cubicBezTo>
                      <a:pt x="82" y="110"/>
                      <a:pt x="90" y="102"/>
                      <a:pt x="90" y="93"/>
                    </a:cubicBezTo>
                    <a:cubicBezTo>
                      <a:pt x="90" y="17"/>
                      <a:pt x="90" y="17"/>
                      <a:pt x="90" y="17"/>
                    </a:cubicBezTo>
                    <a:cubicBezTo>
                      <a:pt x="90" y="8"/>
                      <a:pt x="82" y="0"/>
                      <a:pt x="73" y="0"/>
                    </a:cubicBezTo>
                    <a:close/>
                  </a:path>
                </a:pathLst>
              </a:custGeom>
              <a:solidFill>
                <a:schemeClr val="dk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30" tIns="44814" rIns="89630" bIns="44814"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101">
                  <a:defRPr/>
                </a:pPr>
                <a:endParaRPr lang="en-US" sz="1667">
                  <a:solidFill>
                    <a:srgbClr val="FFFFFF"/>
                  </a:solidFill>
                  <a:latin typeface="Segoe UI"/>
                </a:endParaRPr>
              </a:p>
            </p:txBody>
          </p:sp>
          <p:sp>
            <p:nvSpPr>
              <p:cNvPr id="26" name="Oval 25">
                <a:extLst>
                  <a:ext uri="{FF2B5EF4-FFF2-40B4-BE49-F238E27FC236}">
                    <a16:creationId xmlns:a16="http://schemas.microsoft.com/office/drawing/2014/main" id="{E59F8859-7ADA-4065-9D17-0E794F39DF64}"/>
                  </a:ext>
                </a:extLst>
              </p:cNvPr>
              <p:cNvSpPr>
                <a:spLocks noChangeArrowheads="1"/>
              </p:cNvSpPr>
              <p:nvPr/>
            </p:nvSpPr>
            <p:spPr bwMode="auto">
              <a:xfrm>
                <a:off x="7616" y="-2816"/>
                <a:ext cx="127" cy="128"/>
              </a:xfrm>
              <a:prstGeom prst="ellipse">
                <a:avLst/>
              </a:prstGeom>
              <a:solidFill>
                <a:schemeClr val="dk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30" tIns="44814" rIns="89630" bIns="44814"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101">
                  <a:defRPr/>
                </a:pPr>
                <a:endParaRPr lang="en-US" sz="1667">
                  <a:solidFill>
                    <a:srgbClr val="FFFFFF"/>
                  </a:solidFill>
                  <a:latin typeface="Segoe UI"/>
                </a:endParaRPr>
              </a:p>
            </p:txBody>
          </p:sp>
          <p:sp>
            <p:nvSpPr>
              <p:cNvPr id="27" name="Freeform 275">
                <a:extLst>
                  <a:ext uri="{FF2B5EF4-FFF2-40B4-BE49-F238E27FC236}">
                    <a16:creationId xmlns:a16="http://schemas.microsoft.com/office/drawing/2014/main" id="{742A54AA-42C5-4C4A-BA79-E9A38CCE0013}"/>
                  </a:ext>
                </a:extLst>
              </p:cNvPr>
              <p:cNvSpPr>
                <a:spLocks/>
              </p:cNvSpPr>
              <p:nvPr/>
            </p:nvSpPr>
            <p:spPr bwMode="auto">
              <a:xfrm>
                <a:off x="7831" y="-2660"/>
                <a:ext cx="179" cy="364"/>
              </a:xfrm>
              <a:custGeom>
                <a:avLst/>
                <a:gdLst>
                  <a:gd name="T0" fmla="*/ 62 w 76"/>
                  <a:gd name="T1" fmla="*/ 0 h 154"/>
                  <a:gd name="T2" fmla="*/ 14 w 76"/>
                  <a:gd name="T3" fmla="*/ 0 h 154"/>
                  <a:gd name="T4" fmla="*/ 0 w 76"/>
                  <a:gd name="T5" fmla="*/ 14 h 154"/>
                  <a:gd name="T6" fmla="*/ 0 w 76"/>
                  <a:gd name="T7" fmla="*/ 79 h 154"/>
                  <a:gd name="T8" fmla="*/ 14 w 76"/>
                  <a:gd name="T9" fmla="*/ 93 h 154"/>
                  <a:gd name="T10" fmla="*/ 14 w 76"/>
                  <a:gd name="T11" fmla="*/ 93 h 154"/>
                  <a:gd name="T12" fmla="*/ 14 w 76"/>
                  <a:gd name="T13" fmla="*/ 140 h 154"/>
                  <a:gd name="T14" fmla="*/ 27 w 76"/>
                  <a:gd name="T15" fmla="*/ 154 h 154"/>
                  <a:gd name="T16" fmla="*/ 48 w 76"/>
                  <a:gd name="T17" fmla="*/ 154 h 154"/>
                  <a:gd name="T18" fmla="*/ 62 w 76"/>
                  <a:gd name="T19" fmla="*/ 140 h 154"/>
                  <a:gd name="T20" fmla="*/ 62 w 76"/>
                  <a:gd name="T21" fmla="*/ 93 h 154"/>
                  <a:gd name="T22" fmla="*/ 62 w 76"/>
                  <a:gd name="T23" fmla="*/ 93 h 154"/>
                  <a:gd name="T24" fmla="*/ 76 w 76"/>
                  <a:gd name="T25" fmla="*/ 79 h 154"/>
                  <a:gd name="T26" fmla="*/ 76 w 76"/>
                  <a:gd name="T27" fmla="*/ 14 h 154"/>
                  <a:gd name="T28" fmla="*/ 62 w 76"/>
                  <a:gd name="T29" fmla="*/ 0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6" h="154">
                    <a:moveTo>
                      <a:pt x="62" y="0"/>
                    </a:moveTo>
                    <a:cubicBezTo>
                      <a:pt x="14" y="0"/>
                      <a:pt x="14" y="0"/>
                      <a:pt x="14" y="0"/>
                    </a:cubicBezTo>
                    <a:cubicBezTo>
                      <a:pt x="6" y="0"/>
                      <a:pt x="0" y="6"/>
                      <a:pt x="0" y="14"/>
                    </a:cubicBezTo>
                    <a:cubicBezTo>
                      <a:pt x="0" y="79"/>
                      <a:pt x="0" y="79"/>
                      <a:pt x="0" y="79"/>
                    </a:cubicBezTo>
                    <a:cubicBezTo>
                      <a:pt x="0" y="87"/>
                      <a:pt x="6" y="93"/>
                      <a:pt x="14" y="93"/>
                    </a:cubicBezTo>
                    <a:cubicBezTo>
                      <a:pt x="14" y="93"/>
                      <a:pt x="14" y="93"/>
                      <a:pt x="14" y="93"/>
                    </a:cubicBezTo>
                    <a:cubicBezTo>
                      <a:pt x="14" y="140"/>
                      <a:pt x="14" y="140"/>
                      <a:pt x="14" y="140"/>
                    </a:cubicBezTo>
                    <a:cubicBezTo>
                      <a:pt x="14" y="148"/>
                      <a:pt x="20" y="154"/>
                      <a:pt x="27" y="154"/>
                    </a:cubicBezTo>
                    <a:cubicBezTo>
                      <a:pt x="48" y="154"/>
                      <a:pt x="48" y="154"/>
                      <a:pt x="48" y="154"/>
                    </a:cubicBezTo>
                    <a:cubicBezTo>
                      <a:pt x="56" y="154"/>
                      <a:pt x="62" y="148"/>
                      <a:pt x="62" y="140"/>
                    </a:cubicBezTo>
                    <a:cubicBezTo>
                      <a:pt x="62" y="93"/>
                      <a:pt x="62" y="93"/>
                      <a:pt x="62" y="93"/>
                    </a:cubicBezTo>
                    <a:cubicBezTo>
                      <a:pt x="62" y="93"/>
                      <a:pt x="62" y="93"/>
                      <a:pt x="62" y="93"/>
                    </a:cubicBezTo>
                    <a:cubicBezTo>
                      <a:pt x="70" y="93"/>
                      <a:pt x="76" y="87"/>
                      <a:pt x="76" y="79"/>
                    </a:cubicBezTo>
                    <a:cubicBezTo>
                      <a:pt x="76" y="14"/>
                      <a:pt x="76" y="14"/>
                      <a:pt x="76" y="14"/>
                    </a:cubicBezTo>
                    <a:cubicBezTo>
                      <a:pt x="76" y="6"/>
                      <a:pt x="70" y="0"/>
                      <a:pt x="62" y="0"/>
                    </a:cubicBezTo>
                    <a:close/>
                  </a:path>
                </a:pathLst>
              </a:custGeom>
              <a:solidFill>
                <a:schemeClr val="dk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30" tIns="44814" rIns="89630" bIns="44814"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101">
                  <a:defRPr/>
                </a:pPr>
                <a:endParaRPr lang="en-US" sz="1667">
                  <a:solidFill>
                    <a:srgbClr val="FFFFFF"/>
                  </a:solidFill>
                  <a:latin typeface="Segoe UI"/>
                </a:endParaRPr>
              </a:p>
            </p:txBody>
          </p:sp>
          <p:sp>
            <p:nvSpPr>
              <p:cNvPr id="28" name="Oval 27">
                <a:extLst>
                  <a:ext uri="{FF2B5EF4-FFF2-40B4-BE49-F238E27FC236}">
                    <a16:creationId xmlns:a16="http://schemas.microsoft.com/office/drawing/2014/main" id="{50DA2348-7E95-4EF5-BC3D-4DE6311A9F02}"/>
                  </a:ext>
                </a:extLst>
              </p:cNvPr>
              <p:cNvSpPr>
                <a:spLocks noChangeArrowheads="1"/>
              </p:cNvSpPr>
              <p:nvPr/>
            </p:nvSpPr>
            <p:spPr bwMode="auto">
              <a:xfrm>
                <a:off x="7866" y="-2780"/>
                <a:ext cx="109" cy="108"/>
              </a:xfrm>
              <a:prstGeom prst="ellipse">
                <a:avLst/>
              </a:prstGeom>
              <a:solidFill>
                <a:schemeClr val="dk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30" tIns="44814" rIns="89630" bIns="44814"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101">
                  <a:defRPr/>
                </a:pPr>
                <a:endParaRPr lang="en-US" sz="1667">
                  <a:solidFill>
                    <a:srgbClr val="FFFFFF"/>
                  </a:solidFill>
                  <a:latin typeface="Segoe UI"/>
                </a:endParaRPr>
              </a:p>
            </p:txBody>
          </p:sp>
          <p:sp>
            <p:nvSpPr>
              <p:cNvPr id="29" name="Freeform 277">
                <a:extLst>
                  <a:ext uri="{FF2B5EF4-FFF2-40B4-BE49-F238E27FC236}">
                    <a16:creationId xmlns:a16="http://schemas.microsoft.com/office/drawing/2014/main" id="{1BE0E3C5-7C56-43CA-BFB6-C92506FCB4D8}"/>
                  </a:ext>
                </a:extLst>
              </p:cNvPr>
              <p:cNvSpPr>
                <a:spLocks/>
              </p:cNvSpPr>
              <p:nvPr/>
            </p:nvSpPr>
            <p:spPr bwMode="auto">
              <a:xfrm>
                <a:off x="7349" y="-2660"/>
                <a:ext cx="179" cy="364"/>
              </a:xfrm>
              <a:custGeom>
                <a:avLst/>
                <a:gdLst>
                  <a:gd name="T0" fmla="*/ 62 w 76"/>
                  <a:gd name="T1" fmla="*/ 0 h 154"/>
                  <a:gd name="T2" fmla="*/ 14 w 76"/>
                  <a:gd name="T3" fmla="*/ 0 h 154"/>
                  <a:gd name="T4" fmla="*/ 0 w 76"/>
                  <a:gd name="T5" fmla="*/ 14 h 154"/>
                  <a:gd name="T6" fmla="*/ 0 w 76"/>
                  <a:gd name="T7" fmla="*/ 79 h 154"/>
                  <a:gd name="T8" fmla="*/ 14 w 76"/>
                  <a:gd name="T9" fmla="*/ 93 h 154"/>
                  <a:gd name="T10" fmla="*/ 14 w 76"/>
                  <a:gd name="T11" fmla="*/ 93 h 154"/>
                  <a:gd name="T12" fmla="*/ 14 w 76"/>
                  <a:gd name="T13" fmla="*/ 140 h 154"/>
                  <a:gd name="T14" fmla="*/ 28 w 76"/>
                  <a:gd name="T15" fmla="*/ 154 h 154"/>
                  <a:gd name="T16" fmla="*/ 49 w 76"/>
                  <a:gd name="T17" fmla="*/ 154 h 154"/>
                  <a:gd name="T18" fmla="*/ 62 w 76"/>
                  <a:gd name="T19" fmla="*/ 140 h 154"/>
                  <a:gd name="T20" fmla="*/ 62 w 76"/>
                  <a:gd name="T21" fmla="*/ 93 h 154"/>
                  <a:gd name="T22" fmla="*/ 62 w 76"/>
                  <a:gd name="T23" fmla="*/ 93 h 154"/>
                  <a:gd name="T24" fmla="*/ 76 w 76"/>
                  <a:gd name="T25" fmla="*/ 79 h 154"/>
                  <a:gd name="T26" fmla="*/ 76 w 76"/>
                  <a:gd name="T27" fmla="*/ 14 h 154"/>
                  <a:gd name="T28" fmla="*/ 62 w 76"/>
                  <a:gd name="T29" fmla="*/ 0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6" h="154">
                    <a:moveTo>
                      <a:pt x="62" y="0"/>
                    </a:moveTo>
                    <a:cubicBezTo>
                      <a:pt x="14" y="0"/>
                      <a:pt x="14" y="0"/>
                      <a:pt x="14" y="0"/>
                    </a:cubicBezTo>
                    <a:cubicBezTo>
                      <a:pt x="6" y="0"/>
                      <a:pt x="0" y="6"/>
                      <a:pt x="0" y="14"/>
                    </a:cubicBezTo>
                    <a:cubicBezTo>
                      <a:pt x="0" y="79"/>
                      <a:pt x="0" y="79"/>
                      <a:pt x="0" y="79"/>
                    </a:cubicBezTo>
                    <a:cubicBezTo>
                      <a:pt x="0" y="87"/>
                      <a:pt x="6" y="93"/>
                      <a:pt x="14" y="93"/>
                    </a:cubicBezTo>
                    <a:cubicBezTo>
                      <a:pt x="14" y="93"/>
                      <a:pt x="14" y="93"/>
                      <a:pt x="14" y="93"/>
                    </a:cubicBezTo>
                    <a:cubicBezTo>
                      <a:pt x="14" y="140"/>
                      <a:pt x="14" y="140"/>
                      <a:pt x="14" y="140"/>
                    </a:cubicBezTo>
                    <a:cubicBezTo>
                      <a:pt x="14" y="148"/>
                      <a:pt x="20" y="154"/>
                      <a:pt x="28" y="154"/>
                    </a:cubicBezTo>
                    <a:cubicBezTo>
                      <a:pt x="49" y="154"/>
                      <a:pt x="49" y="154"/>
                      <a:pt x="49" y="154"/>
                    </a:cubicBezTo>
                    <a:cubicBezTo>
                      <a:pt x="56" y="154"/>
                      <a:pt x="62" y="148"/>
                      <a:pt x="62" y="140"/>
                    </a:cubicBezTo>
                    <a:cubicBezTo>
                      <a:pt x="62" y="93"/>
                      <a:pt x="62" y="93"/>
                      <a:pt x="62" y="93"/>
                    </a:cubicBezTo>
                    <a:cubicBezTo>
                      <a:pt x="62" y="93"/>
                      <a:pt x="62" y="93"/>
                      <a:pt x="62" y="93"/>
                    </a:cubicBezTo>
                    <a:cubicBezTo>
                      <a:pt x="70" y="93"/>
                      <a:pt x="76" y="87"/>
                      <a:pt x="76" y="79"/>
                    </a:cubicBezTo>
                    <a:cubicBezTo>
                      <a:pt x="76" y="14"/>
                      <a:pt x="76" y="14"/>
                      <a:pt x="76" y="14"/>
                    </a:cubicBezTo>
                    <a:cubicBezTo>
                      <a:pt x="76" y="6"/>
                      <a:pt x="70" y="0"/>
                      <a:pt x="62" y="0"/>
                    </a:cubicBezTo>
                    <a:close/>
                  </a:path>
                </a:pathLst>
              </a:custGeom>
              <a:solidFill>
                <a:schemeClr val="dk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30" tIns="44814" rIns="89630" bIns="44814"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101">
                  <a:defRPr/>
                </a:pPr>
                <a:endParaRPr lang="en-US" sz="1667">
                  <a:solidFill>
                    <a:srgbClr val="FFFFFF"/>
                  </a:solidFill>
                  <a:latin typeface="Segoe UI"/>
                </a:endParaRPr>
              </a:p>
            </p:txBody>
          </p:sp>
          <p:sp>
            <p:nvSpPr>
              <p:cNvPr id="30" name="Oval 29">
                <a:extLst>
                  <a:ext uri="{FF2B5EF4-FFF2-40B4-BE49-F238E27FC236}">
                    <a16:creationId xmlns:a16="http://schemas.microsoft.com/office/drawing/2014/main" id="{BA5E3F3D-43F1-4E47-9929-5687FC3BC2E6}"/>
                  </a:ext>
                </a:extLst>
              </p:cNvPr>
              <p:cNvSpPr>
                <a:spLocks noChangeArrowheads="1"/>
              </p:cNvSpPr>
              <p:nvPr/>
            </p:nvSpPr>
            <p:spPr bwMode="auto">
              <a:xfrm>
                <a:off x="7384" y="-2780"/>
                <a:ext cx="109" cy="108"/>
              </a:xfrm>
              <a:prstGeom prst="ellipse">
                <a:avLst/>
              </a:prstGeom>
              <a:solidFill>
                <a:schemeClr val="dk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89630" tIns="44814" rIns="89630" bIns="44814"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101">
                  <a:defRPr/>
                </a:pPr>
                <a:endParaRPr lang="en-US" sz="1667">
                  <a:solidFill>
                    <a:srgbClr val="FFFFFF"/>
                  </a:solidFill>
                  <a:latin typeface="Segoe UI"/>
                </a:endParaRPr>
              </a:p>
            </p:txBody>
          </p:sp>
        </p:grpSp>
        <p:sp>
          <p:nvSpPr>
            <p:cNvPr id="15" name="Rectangle 17">
              <a:extLst>
                <a:ext uri="{FF2B5EF4-FFF2-40B4-BE49-F238E27FC236}">
                  <a16:creationId xmlns:a16="http://schemas.microsoft.com/office/drawing/2014/main" id="{FEC9E590-4504-4260-A4B0-5B585B915730}"/>
                </a:ext>
              </a:extLst>
            </p:cNvPr>
            <p:cNvSpPr/>
            <p:nvPr/>
          </p:nvSpPr>
          <p:spPr bwMode="auto">
            <a:xfrm>
              <a:off x="4443602" y="1704040"/>
              <a:ext cx="1571816" cy="942263"/>
            </a:xfrm>
            <a:custGeom>
              <a:avLst/>
              <a:gdLst>
                <a:gd name="connsiteX0" fmla="*/ 0 w 2565727"/>
                <a:gd name="connsiteY0" fmla="*/ 0 h 967389"/>
                <a:gd name="connsiteX1" fmla="*/ 2565727 w 2565727"/>
                <a:gd name="connsiteY1" fmla="*/ 0 h 967389"/>
                <a:gd name="connsiteX2" fmla="*/ 2565727 w 2565727"/>
                <a:gd name="connsiteY2" fmla="*/ 967389 h 967389"/>
                <a:gd name="connsiteX3" fmla="*/ 0 w 2565727"/>
                <a:gd name="connsiteY3" fmla="*/ 967389 h 967389"/>
                <a:gd name="connsiteX4" fmla="*/ 0 w 2565727"/>
                <a:gd name="connsiteY4" fmla="*/ 0 h 967389"/>
                <a:gd name="connsiteX0" fmla="*/ 0 w 2565727"/>
                <a:gd name="connsiteY0" fmla="*/ 0 h 1016157"/>
                <a:gd name="connsiteX1" fmla="*/ 2565727 w 2565727"/>
                <a:gd name="connsiteY1" fmla="*/ 0 h 1016157"/>
                <a:gd name="connsiteX2" fmla="*/ 2565727 w 2565727"/>
                <a:gd name="connsiteY2" fmla="*/ 967389 h 1016157"/>
                <a:gd name="connsiteX3" fmla="*/ 182880 w 2565727"/>
                <a:gd name="connsiteY3" fmla="*/ 1016157 h 1016157"/>
                <a:gd name="connsiteX4" fmla="*/ 0 w 2565727"/>
                <a:gd name="connsiteY4" fmla="*/ 0 h 1016157"/>
                <a:gd name="connsiteX0" fmla="*/ 0 w 3089983"/>
                <a:gd name="connsiteY0" fmla="*/ 463296 h 1016157"/>
                <a:gd name="connsiteX1" fmla="*/ 3089983 w 3089983"/>
                <a:gd name="connsiteY1" fmla="*/ 0 h 1016157"/>
                <a:gd name="connsiteX2" fmla="*/ 3089983 w 3089983"/>
                <a:gd name="connsiteY2" fmla="*/ 967389 h 1016157"/>
                <a:gd name="connsiteX3" fmla="*/ 707136 w 3089983"/>
                <a:gd name="connsiteY3" fmla="*/ 1016157 h 1016157"/>
                <a:gd name="connsiteX4" fmla="*/ 0 w 3089983"/>
                <a:gd name="connsiteY4" fmla="*/ 463296 h 1016157"/>
                <a:gd name="connsiteX0" fmla="*/ 0 w 3089983"/>
                <a:gd name="connsiteY0" fmla="*/ 463296 h 1077117"/>
                <a:gd name="connsiteX1" fmla="*/ 3089983 w 3089983"/>
                <a:gd name="connsiteY1" fmla="*/ 0 h 1077117"/>
                <a:gd name="connsiteX2" fmla="*/ 3089983 w 3089983"/>
                <a:gd name="connsiteY2" fmla="*/ 967389 h 1077117"/>
                <a:gd name="connsiteX3" fmla="*/ 609600 w 3089983"/>
                <a:gd name="connsiteY3" fmla="*/ 1077117 h 1077117"/>
                <a:gd name="connsiteX4" fmla="*/ 0 w 3089983"/>
                <a:gd name="connsiteY4" fmla="*/ 463296 h 1077117"/>
                <a:gd name="connsiteX0" fmla="*/ 0 w 2980255"/>
                <a:gd name="connsiteY0" fmla="*/ 463296 h 1077117"/>
                <a:gd name="connsiteX1" fmla="*/ 2980255 w 2980255"/>
                <a:gd name="connsiteY1" fmla="*/ 0 h 1077117"/>
                <a:gd name="connsiteX2" fmla="*/ 2980255 w 2980255"/>
                <a:gd name="connsiteY2" fmla="*/ 967389 h 1077117"/>
                <a:gd name="connsiteX3" fmla="*/ 499872 w 2980255"/>
                <a:gd name="connsiteY3" fmla="*/ 1077117 h 1077117"/>
                <a:gd name="connsiteX4" fmla="*/ 0 w 2980255"/>
                <a:gd name="connsiteY4" fmla="*/ 463296 h 1077117"/>
                <a:gd name="connsiteX0" fmla="*/ 280416 w 2480383"/>
                <a:gd name="connsiteY0" fmla="*/ 365760 h 1077117"/>
                <a:gd name="connsiteX1" fmla="*/ 2480383 w 2480383"/>
                <a:gd name="connsiteY1" fmla="*/ 0 h 1077117"/>
                <a:gd name="connsiteX2" fmla="*/ 2480383 w 2480383"/>
                <a:gd name="connsiteY2" fmla="*/ 967389 h 1077117"/>
                <a:gd name="connsiteX3" fmla="*/ 0 w 2480383"/>
                <a:gd name="connsiteY3" fmla="*/ 1077117 h 1077117"/>
                <a:gd name="connsiteX4" fmla="*/ 280416 w 2480383"/>
                <a:gd name="connsiteY4" fmla="*/ 365760 h 1077117"/>
                <a:gd name="connsiteX0" fmla="*/ 0 w 2199967"/>
                <a:gd name="connsiteY0" fmla="*/ 365760 h 1101501"/>
                <a:gd name="connsiteX1" fmla="*/ 2199967 w 2199967"/>
                <a:gd name="connsiteY1" fmla="*/ 0 h 1101501"/>
                <a:gd name="connsiteX2" fmla="*/ 2199967 w 2199967"/>
                <a:gd name="connsiteY2" fmla="*/ 967389 h 1101501"/>
                <a:gd name="connsiteX3" fmla="*/ 97536 w 2199967"/>
                <a:gd name="connsiteY3" fmla="*/ 1101501 h 1101501"/>
                <a:gd name="connsiteX4" fmla="*/ 0 w 2199967"/>
                <a:gd name="connsiteY4" fmla="*/ 365760 h 1101501"/>
                <a:gd name="connsiteX0" fmla="*/ 0 w 2199967"/>
                <a:gd name="connsiteY0" fmla="*/ 365760 h 1089309"/>
                <a:gd name="connsiteX1" fmla="*/ 2199967 w 2199967"/>
                <a:gd name="connsiteY1" fmla="*/ 0 h 1089309"/>
                <a:gd name="connsiteX2" fmla="*/ 2199967 w 2199967"/>
                <a:gd name="connsiteY2" fmla="*/ 967389 h 1089309"/>
                <a:gd name="connsiteX3" fmla="*/ 158496 w 2199967"/>
                <a:gd name="connsiteY3" fmla="*/ 1089309 h 1089309"/>
                <a:gd name="connsiteX4" fmla="*/ 0 w 2199967"/>
                <a:gd name="connsiteY4" fmla="*/ 365760 h 10893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9967" h="1089309">
                  <a:moveTo>
                    <a:pt x="0" y="365760"/>
                  </a:moveTo>
                  <a:lnTo>
                    <a:pt x="2199967" y="0"/>
                  </a:lnTo>
                  <a:lnTo>
                    <a:pt x="2199967" y="967389"/>
                  </a:lnTo>
                  <a:lnTo>
                    <a:pt x="158496" y="1089309"/>
                  </a:lnTo>
                  <a:lnTo>
                    <a:pt x="0" y="365760"/>
                  </a:lnTo>
                  <a:close/>
                </a:path>
              </a:pathLst>
            </a:custGeom>
            <a:solidFill>
              <a:srgbClr val="FFFFFF"/>
            </a:solidFill>
            <a:ln w="9525" cap="flat" cmpd="sng" algn="ctr">
              <a:noFill/>
              <a:prstDash val="solid"/>
              <a:headEnd type="none" w="med" len="med"/>
              <a:tailEnd type="none" w="med" len="med"/>
            </a:ln>
            <a:effectLst/>
          </p:spPr>
          <p:txBody>
            <a:bodyPr rot="0" spcFirstLastPara="0" vert="horz" wrap="square" lIns="179259" tIns="143407" rIns="179259" bIns="143407"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32205" fontAlgn="base">
                <a:lnSpc>
                  <a:spcPct val="90000"/>
                </a:lnSpc>
                <a:spcBef>
                  <a:spcPct val="0"/>
                </a:spcBef>
                <a:spcAft>
                  <a:spcPct val="0"/>
                </a:spcAft>
                <a:defRPr/>
              </a:pPr>
              <a:endParaRPr lang="en-US" sz="2353">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16" name="Rectangle 17">
              <a:extLst>
                <a:ext uri="{FF2B5EF4-FFF2-40B4-BE49-F238E27FC236}">
                  <a16:creationId xmlns:a16="http://schemas.microsoft.com/office/drawing/2014/main" id="{2F56927B-A609-448D-AB6B-A43F514A34A7}"/>
                </a:ext>
              </a:extLst>
            </p:cNvPr>
            <p:cNvSpPr/>
            <p:nvPr/>
          </p:nvSpPr>
          <p:spPr bwMode="auto">
            <a:xfrm>
              <a:off x="4515071" y="1680941"/>
              <a:ext cx="1418203" cy="942263"/>
            </a:xfrm>
            <a:custGeom>
              <a:avLst/>
              <a:gdLst>
                <a:gd name="connsiteX0" fmla="*/ 0 w 2565727"/>
                <a:gd name="connsiteY0" fmla="*/ 0 h 967389"/>
                <a:gd name="connsiteX1" fmla="*/ 2565727 w 2565727"/>
                <a:gd name="connsiteY1" fmla="*/ 0 h 967389"/>
                <a:gd name="connsiteX2" fmla="*/ 2565727 w 2565727"/>
                <a:gd name="connsiteY2" fmla="*/ 967389 h 967389"/>
                <a:gd name="connsiteX3" fmla="*/ 0 w 2565727"/>
                <a:gd name="connsiteY3" fmla="*/ 967389 h 967389"/>
                <a:gd name="connsiteX4" fmla="*/ 0 w 2565727"/>
                <a:gd name="connsiteY4" fmla="*/ 0 h 967389"/>
                <a:gd name="connsiteX0" fmla="*/ 0 w 2565727"/>
                <a:gd name="connsiteY0" fmla="*/ 0 h 1016157"/>
                <a:gd name="connsiteX1" fmla="*/ 2565727 w 2565727"/>
                <a:gd name="connsiteY1" fmla="*/ 0 h 1016157"/>
                <a:gd name="connsiteX2" fmla="*/ 2565727 w 2565727"/>
                <a:gd name="connsiteY2" fmla="*/ 967389 h 1016157"/>
                <a:gd name="connsiteX3" fmla="*/ 182880 w 2565727"/>
                <a:gd name="connsiteY3" fmla="*/ 1016157 h 1016157"/>
                <a:gd name="connsiteX4" fmla="*/ 0 w 2565727"/>
                <a:gd name="connsiteY4" fmla="*/ 0 h 1016157"/>
                <a:gd name="connsiteX0" fmla="*/ 0 w 3089983"/>
                <a:gd name="connsiteY0" fmla="*/ 463296 h 1016157"/>
                <a:gd name="connsiteX1" fmla="*/ 3089983 w 3089983"/>
                <a:gd name="connsiteY1" fmla="*/ 0 h 1016157"/>
                <a:gd name="connsiteX2" fmla="*/ 3089983 w 3089983"/>
                <a:gd name="connsiteY2" fmla="*/ 967389 h 1016157"/>
                <a:gd name="connsiteX3" fmla="*/ 707136 w 3089983"/>
                <a:gd name="connsiteY3" fmla="*/ 1016157 h 1016157"/>
                <a:gd name="connsiteX4" fmla="*/ 0 w 3089983"/>
                <a:gd name="connsiteY4" fmla="*/ 463296 h 1016157"/>
                <a:gd name="connsiteX0" fmla="*/ 0 w 3089983"/>
                <a:gd name="connsiteY0" fmla="*/ 463296 h 1077117"/>
                <a:gd name="connsiteX1" fmla="*/ 3089983 w 3089983"/>
                <a:gd name="connsiteY1" fmla="*/ 0 h 1077117"/>
                <a:gd name="connsiteX2" fmla="*/ 3089983 w 3089983"/>
                <a:gd name="connsiteY2" fmla="*/ 967389 h 1077117"/>
                <a:gd name="connsiteX3" fmla="*/ 609600 w 3089983"/>
                <a:gd name="connsiteY3" fmla="*/ 1077117 h 1077117"/>
                <a:gd name="connsiteX4" fmla="*/ 0 w 3089983"/>
                <a:gd name="connsiteY4" fmla="*/ 463296 h 1077117"/>
                <a:gd name="connsiteX0" fmla="*/ 0 w 2980255"/>
                <a:gd name="connsiteY0" fmla="*/ 463296 h 1077117"/>
                <a:gd name="connsiteX1" fmla="*/ 2980255 w 2980255"/>
                <a:gd name="connsiteY1" fmla="*/ 0 h 1077117"/>
                <a:gd name="connsiteX2" fmla="*/ 2980255 w 2980255"/>
                <a:gd name="connsiteY2" fmla="*/ 967389 h 1077117"/>
                <a:gd name="connsiteX3" fmla="*/ 499872 w 2980255"/>
                <a:gd name="connsiteY3" fmla="*/ 1077117 h 1077117"/>
                <a:gd name="connsiteX4" fmla="*/ 0 w 2980255"/>
                <a:gd name="connsiteY4" fmla="*/ 463296 h 1077117"/>
                <a:gd name="connsiteX0" fmla="*/ 280416 w 2480383"/>
                <a:gd name="connsiteY0" fmla="*/ 365760 h 1077117"/>
                <a:gd name="connsiteX1" fmla="*/ 2480383 w 2480383"/>
                <a:gd name="connsiteY1" fmla="*/ 0 h 1077117"/>
                <a:gd name="connsiteX2" fmla="*/ 2480383 w 2480383"/>
                <a:gd name="connsiteY2" fmla="*/ 967389 h 1077117"/>
                <a:gd name="connsiteX3" fmla="*/ 0 w 2480383"/>
                <a:gd name="connsiteY3" fmla="*/ 1077117 h 1077117"/>
                <a:gd name="connsiteX4" fmla="*/ 280416 w 2480383"/>
                <a:gd name="connsiteY4" fmla="*/ 365760 h 1077117"/>
                <a:gd name="connsiteX0" fmla="*/ 0 w 2199967"/>
                <a:gd name="connsiteY0" fmla="*/ 365760 h 1101501"/>
                <a:gd name="connsiteX1" fmla="*/ 2199967 w 2199967"/>
                <a:gd name="connsiteY1" fmla="*/ 0 h 1101501"/>
                <a:gd name="connsiteX2" fmla="*/ 2199967 w 2199967"/>
                <a:gd name="connsiteY2" fmla="*/ 967389 h 1101501"/>
                <a:gd name="connsiteX3" fmla="*/ 97536 w 2199967"/>
                <a:gd name="connsiteY3" fmla="*/ 1101501 h 1101501"/>
                <a:gd name="connsiteX4" fmla="*/ 0 w 2199967"/>
                <a:gd name="connsiteY4" fmla="*/ 365760 h 1101501"/>
                <a:gd name="connsiteX0" fmla="*/ 0 w 2199967"/>
                <a:gd name="connsiteY0" fmla="*/ 365760 h 1089309"/>
                <a:gd name="connsiteX1" fmla="*/ 2199967 w 2199967"/>
                <a:gd name="connsiteY1" fmla="*/ 0 h 1089309"/>
                <a:gd name="connsiteX2" fmla="*/ 2199967 w 2199967"/>
                <a:gd name="connsiteY2" fmla="*/ 967389 h 1089309"/>
                <a:gd name="connsiteX3" fmla="*/ 158496 w 2199967"/>
                <a:gd name="connsiteY3" fmla="*/ 1089309 h 1089309"/>
                <a:gd name="connsiteX4" fmla="*/ 0 w 2199967"/>
                <a:gd name="connsiteY4" fmla="*/ 365760 h 10893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99967" h="1089309">
                  <a:moveTo>
                    <a:pt x="0" y="365760"/>
                  </a:moveTo>
                  <a:lnTo>
                    <a:pt x="2199967" y="0"/>
                  </a:lnTo>
                  <a:lnTo>
                    <a:pt x="2199967" y="967389"/>
                  </a:lnTo>
                  <a:lnTo>
                    <a:pt x="158496" y="1089309"/>
                  </a:lnTo>
                  <a:lnTo>
                    <a:pt x="0" y="365760"/>
                  </a:lnTo>
                  <a:close/>
                </a:path>
              </a:pathLst>
            </a:custGeom>
            <a:solidFill>
              <a:srgbClr val="FFFFFF"/>
            </a:solidFill>
            <a:ln w="9525" cap="flat" cmpd="sng" algn="ctr">
              <a:noFill/>
              <a:prstDash val="solid"/>
              <a:headEnd type="none" w="med" len="med"/>
              <a:tailEnd type="none" w="med" len="med"/>
            </a:ln>
            <a:effectLst/>
          </p:spPr>
          <p:txBody>
            <a:bodyPr rot="0" spcFirstLastPara="0" vert="horz" wrap="square" lIns="179259" tIns="143407" rIns="179259" bIns="143407"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32205" fontAlgn="base">
                <a:lnSpc>
                  <a:spcPct val="90000"/>
                </a:lnSpc>
                <a:spcBef>
                  <a:spcPct val="0"/>
                </a:spcBef>
                <a:spcAft>
                  <a:spcPct val="0"/>
                </a:spcAft>
                <a:defRPr/>
              </a:pPr>
              <a:endParaRPr lang="en-US" sz="2353">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17" name="Freeform 12">
              <a:extLst>
                <a:ext uri="{FF2B5EF4-FFF2-40B4-BE49-F238E27FC236}">
                  <a16:creationId xmlns:a16="http://schemas.microsoft.com/office/drawing/2014/main" id="{00C56C92-4A55-4872-8F28-872E2021D7FE}"/>
                </a:ext>
              </a:extLst>
            </p:cNvPr>
            <p:cNvSpPr>
              <a:spLocks/>
            </p:cNvSpPr>
            <p:nvPr/>
          </p:nvSpPr>
          <p:spPr bwMode="auto">
            <a:xfrm>
              <a:off x="4575962" y="1585159"/>
              <a:ext cx="1357312" cy="380796"/>
            </a:xfrm>
            <a:custGeom>
              <a:avLst/>
              <a:gdLst>
                <a:gd name="T0" fmla="*/ 601 w 601"/>
                <a:gd name="T1" fmla="*/ 173 h 173"/>
                <a:gd name="T2" fmla="*/ 601 w 601"/>
                <a:gd name="T3" fmla="*/ 55 h 173"/>
                <a:gd name="T4" fmla="*/ 546 w 601"/>
                <a:gd name="T5" fmla="*/ 0 h 173"/>
                <a:gd name="T6" fmla="*/ 55 w 601"/>
                <a:gd name="T7" fmla="*/ 0 h 173"/>
                <a:gd name="T8" fmla="*/ 0 w 601"/>
                <a:gd name="T9" fmla="*/ 55 h 173"/>
                <a:gd name="T10" fmla="*/ 0 w 601"/>
                <a:gd name="T11" fmla="*/ 173 h 173"/>
                <a:gd name="T12" fmla="*/ 601 w 601"/>
                <a:gd name="T13" fmla="*/ 173 h 173"/>
              </a:gdLst>
              <a:ahLst/>
              <a:cxnLst>
                <a:cxn ang="0">
                  <a:pos x="T0" y="T1"/>
                </a:cxn>
                <a:cxn ang="0">
                  <a:pos x="T2" y="T3"/>
                </a:cxn>
                <a:cxn ang="0">
                  <a:pos x="T4" y="T5"/>
                </a:cxn>
                <a:cxn ang="0">
                  <a:pos x="T6" y="T7"/>
                </a:cxn>
                <a:cxn ang="0">
                  <a:pos x="T8" y="T9"/>
                </a:cxn>
                <a:cxn ang="0">
                  <a:pos x="T10" y="T11"/>
                </a:cxn>
                <a:cxn ang="0">
                  <a:pos x="T12" y="T13"/>
                </a:cxn>
              </a:cxnLst>
              <a:rect l="0" t="0" r="r" b="b"/>
              <a:pathLst>
                <a:path w="601" h="173">
                  <a:moveTo>
                    <a:pt x="601" y="173"/>
                  </a:moveTo>
                  <a:cubicBezTo>
                    <a:pt x="601" y="55"/>
                    <a:pt x="601" y="55"/>
                    <a:pt x="601" y="55"/>
                  </a:cubicBezTo>
                  <a:cubicBezTo>
                    <a:pt x="601" y="25"/>
                    <a:pt x="576" y="0"/>
                    <a:pt x="546" y="0"/>
                  </a:cubicBezTo>
                  <a:cubicBezTo>
                    <a:pt x="55" y="0"/>
                    <a:pt x="55" y="0"/>
                    <a:pt x="55" y="0"/>
                  </a:cubicBezTo>
                  <a:cubicBezTo>
                    <a:pt x="25" y="0"/>
                    <a:pt x="0" y="25"/>
                    <a:pt x="0" y="55"/>
                  </a:cubicBezTo>
                  <a:cubicBezTo>
                    <a:pt x="0" y="173"/>
                    <a:pt x="0" y="173"/>
                    <a:pt x="0" y="173"/>
                  </a:cubicBezTo>
                  <a:lnTo>
                    <a:pt x="601" y="173"/>
                  </a:lnTo>
                  <a:close/>
                </a:path>
              </a:pathLst>
            </a:custGeom>
            <a:solidFill>
              <a:schemeClr val="accent1"/>
            </a:solidFill>
            <a:ln>
              <a:noFill/>
            </a:ln>
            <a:effectLst>
              <a:outerShdw blurRad="63500" sx="102000" sy="102000" algn="ctr" rotWithShape="0">
                <a:prstClr val="black">
                  <a:alpha val="40000"/>
                </a:prstClr>
              </a:outerShdw>
            </a:effectLst>
          </p:spPr>
          <p:txBody>
            <a:bodyPr vert="horz" wrap="square" lIns="87867" tIns="0" rIns="87867" bIns="0" numCol="1" anchor="ctr" anchorCtr="0" compatLnSpc="1">
              <a:prstTxWarp prst="textNoShape">
                <a:avLst/>
              </a:prstTxWarp>
            </a:bodyPr>
            <a:lstStyle/>
            <a:p>
              <a:pPr algn="ctr" defTabSz="914139">
                <a:lnSpc>
                  <a:spcPct val="90000"/>
                </a:lnSpc>
                <a:defRPr/>
              </a:pPr>
              <a:r>
                <a:rPr lang="en-US" sz="1600" kern="0">
                  <a:solidFill>
                    <a:srgbClr val="FFFFFF"/>
                  </a:solidFill>
                  <a:latin typeface="Segoe UI"/>
                </a:rPr>
                <a:t>BACKLOG</a:t>
              </a:r>
            </a:p>
          </p:txBody>
        </p:sp>
        <p:sp>
          <p:nvSpPr>
            <p:cNvPr id="18" name="Rectangle 13">
              <a:extLst>
                <a:ext uri="{FF2B5EF4-FFF2-40B4-BE49-F238E27FC236}">
                  <a16:creationId xmlns:a16="http://schemas.microsoft.com/office/drawing/2014/main" id="{BB6A87DB-2226-4D2F-A09F-78092E2C9682}"/>
                </a:ext>
              </a:extLst>
            </p:cNvPr>
            <p:cNvSpPr>
              <a:spLocks noChangeArrowheads="1"/>
            </p:cNvSpPr>
            <p:nvPr/>
          </p:nvSpPr>
          <p:spPr bwMode="auto">
            <a:xfrm>
              <a:off x="4575962" y="2010401"/>
              <a:ext cx="1357312" cy="169376"/>
            </a:xfrm>
            <a:prstGeom prst="rect">
              <a:avLst/>
            </a:prstGeom>
            <a:solidFill>
              <a:schemeClr val="accent1"/>
            </a:solidFill>
            <a:ln>
              <a:noFill/>
            </a:ln>
            <a:effectLst>
              <a:outerShdw blurRad="63500" sx="102000" sy="102000" algn="ctr" rotWithShape="0">
                <a:prstClr val="black">
                  <a:alpha val="40000"/>
                </a:prstClr>
              </a:outerShdw>
            </a:effectLst>
          </p:spPr>
          <p:txBody>
            <a:bodyPr vert="horz" wrap="square" lIns="87867" tIns="0" rIns="87867" bIns="0" numCol="1" anchor="ctr" anchorCtr="0" compatLnSpc="1">
              <a:prstTxWarp prst="textNoShape">
                <a:avLst/>
              </a:prstTxWarp>
            </a:bodyPr>
            <a:lstStyle/>
            <a:p>
              <a:pPr algn="ctr" defTabSz="914139">
                <a:defRPr/>
              </a:pPr>
              <a:endParaRPr lang="en-US" sz="1567" kern="0">
                <a:solidFill>
                  <a:srgbClr val="000000"/>
                </a:solidFill>
                <a:latin typeface="Segoe UI"/>
              </a:endParaRPr>
            </a:p>
          </p:txBody>
        </p:sp>
        <p:sp>
          <p:nvSpPr>
            <p:cNvPr id="19" name="Rectangle 14">
              <a:extLst>
                <a:ext uri="{FF2B5EF4-FFF2-40B4-BE49-F238E27FC236}">
                  <a16:creationId xmlns:a16="http://schemas.microsoft.com/office/drawing/2014/main" id="{A1F4AFC7-B2C1-4B20-9E37-8BDFCC9C2108}"/>
                </a:ext>
              </a:extLst>
            </p:cNvPr>
            <p:cNvSpPr>
              <a:spLocks noChangeArrowheads="1"/>
            </p:cNvSpPr>
            <p:nvPr/>
          </p:nvSpPr>
          <p:spPr bwMode="auto">
            <a:xfrm>
              <a:off x="4575962" y="2224224"/>
              <a:ext cx="1357312" cy="169376"/>
            </a:xfrm>
            <a:prstGeom prst="rect">
              <a:avLst/>
            </a:prstGeom>
            <a:solidFill>
              <a:schemeClr val="accent1"/>
            </a:solidFill>
            <a:ln>
              <a:noFill/>
            </a:ln>
            <a:effectLst>
              <a:outerShdw blurRad="63500" sx="102000" sy="102000" algn="ctr" rotWithShape="0">
                <a:prstClr val="black">
                  <a:alpha val="40000"/>
                </a:prstClr>
              </a:outerShdw>
            </a:effectLst>
          </p:spPr>
          <p:txBody>
            <a:bodyPr vert="horz" wrap="square" lIns="87867" tIns="0" rIns="87867" bIns="0" numCol="1" anchor="ctr" anchorCtr="0" compatLnSpc="1">
              <a:prstTxWarp prst="textNoShape">
                <a:avLst/>
              </a:prstTxWarp>
            </a:bodyPr>
            <a:lstStyle/>
            <a:p>
              <a:pPr algn="ctr" defTabSz="914139">
                <a:defRPr/>
              </a:pPr>
              <a:endParaRPr lang="en-US" sz="1567" kern="0">
                <a:solidFill>
                  <a:srgbClr val="000000"/>
                </a:solidFill>
                <a:latin typeface="Segoe UI"/>
              </a:endParaRPr>
            </a:p>
          </p:txBody>
        </p:sp>
        <p:sp>
          <p:nvSpPr>
            <p:cNvPr id="20" name="Freeform 15">
              <a:extLst>
                <a:ext uri="{FF2B5EF4-FFF2-40B4-BE49-F238E27FC236}">
                  <a16:creationId xmlns:a16="http://schemas.microsoft.com/office/drawing/2014/main" id="{5DC760F1-E15B-4743-9A94-46F08E0E7B6E}"/>
                </a:ext>
              </a:extLst>
            </p:cNvPr>
            <p:cNvSpPr>
              <a:spLocks/>
            </p:cNvSpPr>
            <p:nvPr/>
          </p:nvSpPr>
          <p:spPr bwMode="auto">
            <a:xfrm>
              <a:off x="4575962" y="2438044"/>
              <a:ext cx="1357312" cy="168174"/>
            </a:xfrm>
            <a:custGeom>
              <a:avLst/>
              <a:gdLst>
                <a:gd name="T0" fmla="*/ 0 w 601"/>
                <a:gd name="T1" fmla="*/ 0 h 76"/>
                <a:gd name="T2" fmla="*/ 0 w 601"/>
                <a:gd name="T3" fmla="*/ 21 h 76"/>
                <a:gd name="T4" fmla="*/ 55 w 601"/>
                <a:gd name="T5" fmla="*/ 76 h 76"/>
                <a:gd name="T6" fmla="*/ 546 w 601"/>
                <a:gd name="T7" fmla="*/ 76 h 76"/>
                <a:gd name="T8" fmla="*/ 601 w 601"/>
                <a:gd name="T9" fmla="*/ 21 h 76"/>
                <a:gd name="T10" fmla="*/ 601 w 601"/>
                <a:gd name="T11" fmla="*/ 0 h 76"/>
                <a:gd name="T12" fmla="*/ 0 w 601"/>
                <a:gd name="T13" fmla="*/ 0 h 76"/>
              </a:gdLst>
              <a:ahLst/>
              <a:cxnLst>
                <a:cxn ang="0">
                  <a:pos x="T0" y="T1"/>
                </a:cxn>
                <a:cxn ang="0">
                  <a:pos x="T2" y="T3"/>
                </a:cxn>
                <a:cxn ang="0">
                  <a:pos x="T4" y="T5"/>
                </a:cxn>
                <a:cxn ang="0">
                  <a:pos x="T6" y="T7"/>
                </a:cxn>
                <a:cxn ang="0">
                  <a:pos x="T8" y="T9"/>
                </a:cxn>
                <a:cxn ang="0">
                  <a:pos x="T10" y="T11"/>
                </a:cxn>
                <a:cxn ang="0">
                  <a:pos x="T12" y="T13"/>
                </a:cxn>
              </a:cxnLst>
              <a:rect l="0" t="0" r="r" b="b"/>
              <a:pathLst>
                <a:path w="601" h="76">
                  <a:moveTo>
                    <a:pt x="0" y="0"/>
                  </a:moveTo>
                  <a:cubicBezTo>
                    <a:pt x="0" y="21"/>
                    <a:pt x="0" y="21"/>
                    <a:pt x="0" y="21"/>
                  </a:cubicBezTo>
                  <a:cubicBezTo>
                    <a:pt x="0" y="52"/>
                    <a:pt x="25" y="76"/>
                    <a:pt x="55" y="76"/>
                  </a:cubicBezTo>
                  <a:cubicBezTo>
                    <a:pt x="546" y="76"/>
                    <a:pt x="546" y="76"/>
                    <a:pt x="546" y="76"/>
                  </a:cubicBezTo>
                  <a:cubicBezTo>
                    <a:pt x="576" y="76"/>
                    <a:pt x="601" y="52"/>
                    <a:pt x="601" y="21"/>
                  </a:cubicBezTo>
                  <a:cubicBezTo>
                    <a:pt x="601" y="0"/>
                    <a:pt x="601" y="0"/>
                    <a:pt x="601" y="0"/>
                  </a:cubicBezTo>
                  <a:lnTo>
                    <a:pt x="0" y="0"/>
                  </a:lnTo>
                  <a:close/>
                </a:path>
              </a:pathLst>
            </a:custGeom>
            <a:solidFill>
              <a:schemeClr val="accent1"/>
            </a:solidFill>
            <a:ln>
              <a:noFill/>
            </a:ln>
            <a:effectLst>
              <a:outerShdw blurRad="63500" sx="102000" sy="102000" algn="ctr" rotWithShape="0">
                <a:prstClr val="black">
                  <a:alpha val="40000"/>
                </a:prstClr>
              </a:outerShdw>
            </a:effectLst>
          </p:spPr>
          <p:txBody>
            <a:bodyPr vert="horz" wrap="square" lIns="87867" tIns="0" rIns="87867" bIns="0" numCol="1" anchor="ctr" anchorCtr="0" compatLnSpc="1">
              <a:prstTxWarp prst="textNoShape">
                <a:avLst/>
              </a:prstTxWarp>
            </a:bodyPr>
            <a:lstStyle/>
            <a:p>
              <a:pPr algn="ctr" defTabSz="914139">
                <a:defRPr/>
              </a:pPr>
              <a:endParaRPr lang="en-US" sz="1567" kern="0">
                <a:solidFill>
                  <a:srgbClr val="000000"/>
                </a:solidFill>
                <a:latin typeface="Segoe UI"/>
              </a:endParaRPr>
            </a:p>
          </p:txBody>
        </p:sp>
        <p:grpSp>
          <p:nvGrpSpPr>
            <p:cNvPr id="21" name="Group 20">
              <a:extLst>
                <a:ext uri="{FF2B5EF4-FFF2-40B4-BE49-F238E27FC236}">
                  <a16:creationId xmlns:a16="http://schemas.microsoft.com/office/drawing/2014/main" id="{B1573365-9052-4FA8-B738-5B5A0EBF5DAE}"/>
                </a:ext>
              </a:extLst>
            </p:cNvPr>
            <p:cNvGrpSpPr/>
            <p:nvPr/>
          </p:nvGrpSpPr>
          <p:grpSpPr>
            <a:xfrm rot="16200000">
              <a:off x="5907860" y="1913418"/>
              <a:ext cx="329291" cy="275519"/>
              <a:chOff x="1473341" y="3774232"/>
              <a:chExt cx="480262" cy="292168"/>
            </a:xfrm>
          </p:grpSpPr>
          <p:sp>
            <p:nvSpPr>
              <p:cNvPr id="23" name="Isosceles Triangle 22">
                <a:extLst>
                  <a:ext uri="{FF2B5EF4-FFF2-40B4-BE49-F238E27FC236}">
                    <a16:creationId xmlns:a16="http://schemas.microsoft.com/office/drawing/2014/main" id="{E4BFCA12-AE97-4137-BC39-8CBABEB87E4F}"/>
                  </a:ext>
                </a:extLst>
              </p:cNvPr>
              <p:cNvSpPr/>
              <p:nvPr/>
            </p:nvSpPr>
            <p:spPr bwMode="auto">
              <a:xfrm>
                <a:off x="1473341" y="3774232"/>
                <a:ext cx="480262" cy="291068"/>
              </a:xfrm>
              <a:prstGeom prst="triangle">
                <a:avLst/>
              </a:prstGeom>
              <a:solidFill>
                <a:srgbClr val="FFFFFF"/>
              </a:solidFill>
              <a:ln w="9525" cap="flat" cmpd="sng" algn="ctr">
                <a:noFill/>
                <a:prstDash val="solid"/>
                <a:headEnd type="none" w="med" len="med"/>
                <a:tailEnd type="none" w="med" len="med"/>
              </a:ln>
              <a:effectLst/>
            </p:spPr>
            <p:txBody>
              <a:bodyPr rot="0" spcFirstLastPara="0" vert="horz" wrap="square" lIns="179259" tIns="143407" rIns="179259" bIns="143407"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32205" fontAlgn="base">
                  <a:lnSpc>
                    <a:spcPct val="90000"/>
                  </a:lnSpc>
                  <a:spcBef>
                    <a:spcPct val="0"/>
                  </a:spcBef>
                  <a:spcAft>
                    <a:spcPct val="0"/>
                  </a:spcAft>
                  <a:defRPr/>
                </a:pPr>
                <a:endParaRPr lang="en-US" sz="2353">
                  <a:gradFill>
                    <a:gsLst>
                      <a:gs pos="0">
                        <a:srgbClr val="FFFFFF"/>
                      </a:gs>
                      <a:gs pos="100000">
                        <a:srgbClr val="FFFFFF"/>
                      </a:gs>
                    </a:gsLst>
                    <a:lin ang="5400000" scaled="0"/>
                  </a:gradFill>
                  <a:latin typeface="Segoe UI"/>
                  <a:ea typeface="Segoe UI" pitchFamily="34" charset="0"/>
                  <a:cs typeface="Segoe UI" pitchFamily="34" charset="0"/>
                </a:endParaRPr>
              </a:p>
            </p:txBody>
          </p:sp>
          <p:sp>
            <p:nvSpPr>
              <p:cNvPr id="24" name="Isosceles Triangle 23">
                <a:extLst>
                  <a:ext uri="{FF2B5EF4-FFF2-40B4-BE49-F238E27FC236}">
                    <a16:creationId xmlns:a16="http://schemas.microsoft.com/office/drawing/2014/main" id="{A63CFA42-B1B7-46CB-A1C4-C5D2DE684F3E}"/>
                  </a:ext>
                </a:extLst>
              </p:cNvPr>
              <p:cNvSpPr/>
              <p:nvPr/>
            </p:nvSpPr>
            <p:spPr bwMode="auto">
              <a:xfrm>
                <a:off x="1512304" y="3822560"/>
                <a:ext cx="402336" cy="243840"/>
              </a:xfrm>
              <a:prstGeom prst="triangle">
                <a:avLst/>
              </a:prstGeom>
              <a:solidFill>
                <a:schemeClr val="accent1"/>
              </a:solidFill>
              <a:ln w="9525" cap="flat" cmpd="sng" algn="ctr">
                <a:noFill/>
                <a:prstDash val="solid"/>
                <a:headEnd type="none" w="med" len="med"/>
                <a:tailEnd type="none" w="med" len="med"/>
              </a:ln>
              <a:effectLst/>
            </p:spPr>
            <p:txBody>
              <a:bodyPr rot="0" spcFirstLastPara="0" vert="horz" wrap="square" lIns="179259" tIns="143407" rIns="179259" bIns="143407" numCol="1" spcCol="0" rtlCol="0" fromWordArt="0" anchor="t"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32205" fontAlgn="base">
                  <a:lnSpc>
                    <a:spcPct val="90000"/>
                  </a:lnSpc>
                  <a:spcBef>
                    <a:spcPct val="0"/>
                  </a:spcBef>
                  <a:spcAft>
                    <a:spcPct val="0"/>
                  </a:spcAft>
                  <a:defRPr/>
                </a:pPr>
                <a:endParaRPr lang="en-US" sz="2353">
                  <a:gradFill>
                    <a:gsLst>
                      <a:gs pos="0">
                        <a:srgbClr val="FFFFFF"/>
                      </a:gs>
                      <a:gs pos="100000">
                        <a:srgbClr val="FFFFFF"/>
                      </a:gs>
                    </a:gsLst>
                    <a:lin ang="5400000" scaled="0"/>
                  </a:gradFill>
                  <a:latin typeface="Segoe UI"/>
                  <a:ea typeface="Segoe UI" pitchFamily="34" charset="0"/>
                  <a:cs typeface="Segoe UI" pitchFamily="34" charset="0"/>
                </a:endParaRPr>
              </a:p>
            </p:txBody>
          </p:sp>
        </p:grpSp>
        <p:sp>
          <p:nvSpPr>
            <p:cNvPr id="22" name="TextBox 21">
              <a:extLst>
                <a:ext uri="{FF2B5EF4-FFF2-40B4-BE49-F238E27FC236}">
                  <a16:creationId xmlns:a16="http://schemas.microsoft.com/office/drawing/2014/main" id="{6765A868-B0E6-4343-A8AB-6FD46ABE9C49}"/>
                </a:ext>
              </a:extLst>
            </p:cNvPr>
            <p:cNvSpPr txBox="1"/>
            <p:nvPr/>
          </p:nvSpPr>
          <p:spPr>
            <a:xfrm>
              <a:off x="4397982" y="1267312"/>
              <a:ext cx="1731488" cy="307864"/>
            </a:xfrm>
            <a:prstGeom prst="rect">
              <a:avLst/>
            </a:prstGeom>
            <a:noFill/>
          </p:spPr>
          <p:txBody>
            <a:bodyPr wrap="none" lIns="0" tIns="0" rIns="0" bIns="0" rtlCol="0" anchor="ctr">
              <a:spAutoFit/>
            </a:bodyPr>
            <a:lstStyle/>
            <a:p>
              <a:pPr algn="ctr" defTabSz="914139">
                <a:defRPr/>
              </a:pPr>
              <a:r>
                <a:rPr lang="en-US" sz="2000" kern="0">
                  <a:solidFill>
                    <a:srgbClr val="000000"/>
                  </a:solidFill>
                  <a:latin typeface="Segoe UI Light"/>
                  <a:cs typeface="Segoe UI Light"/>
                </a:rPr>
                <a:t>REQUIREMENTS</a:t>
              </a:r>
            </a:p>
          </p:txBody>
        </p:sp>
      </p:grpSp>
      <p:sp>
        <p:nvSpPr>
          <p:cNvPr id="50" name="Freeform 321">
            <a:extLst>
              <a:ext uri="{FF2B5EF4-FFF2-40B4-BE49-F238E27FC236}">
                <a16:creationId xmlns:a16="http://schemas.microsoft.com/office/drawing/2014/main" id="{214A3D86-52BD-4B73-93FA-9AC0A6827EC0}"/>
              </a:ext>
            </a:extLst>
          </p:cNvPr>
          <p:cNvSpPr>
            <a:spLocks noEditPoints="1"/>
          </p:cNvSpPr>
          <p:nvPr/>
        </p:nvSpPr>
        <p:spPr bwMode="auto">
          <a:xfrm>
            <a:off x="4993171" y="5487572"/>
            <a:ext cx="505420" cy="398341"/>
          </a:xfrm>
          <a:custGeom>
            <a:avLst/>
            <a:gdLst>
              <a:gd name="T0" fmla="*/ 1867 w 2493"/>
              <a:gd name="T1" fmla="*/ 1229 h 2008"/>
              <a:gd name="T2" fmla="*/ 2483 w 2493"/>
              <a:gd name="T3" fmla="*/ 1066 h 2008"/>
              <a:gd name="T4" fmla="*/ 2483 w 2493"/>
              <a:gd name="T5" fmla="*/ 1345 h 2008"/>
              <a:gd name="T6" fmla="*/ 2311 w 2493"/>
              <a:gd name="T7" fmla="*/ 1492 h 2008"/>
              <a:gd name="T8" fmla="*/ 2364 w 2493"/>
              <a:gd name="T9" fmla="*/ 1659 h 2008"/>
              <a:gd name="T10" fmla="*/ 2055 w 2493"/>
              <a:gd name="T11" fmla="*/ 1780 h 2008"/>
              <a:gd name="T12" fmla="*/ 1916 w 2493"/>
              <a:gd name="T13" fmla="*/ 1847 h 2008"/>
              <a:gd name="T14" fmla="*/ 1611 w 2493"/>
              <a:gd name="T15" fmla="*/ 2008 h 2008"/>
              <a:gd name="T16" fmla="*/ 1532 w 2493"/>
              <a:gd name="T17" fmla="*/ 1816 h 2008"/>
              <a:gd name="T18" fmla="*/ 1290 w 2493"/>
              <a:gd name="T19" fmla="*/ 1833 h 2008"/>
              <a:gd name="T20" fmla="*/ 1090 w 2493"/>
              <a:gd name="T21" fmla="*/ 1635 h 2008"/>
              <a:gd name="T22" fmla="*/ 1117 w 2493"/>
              <a:gd name="T23" fmla="*/ 1405 h 2008"/>
              <a:gd name="T24" fmla="*/ 947 w 2493"/>
              <a:gd name="T25" fmla="*/ 1323 h 2008"/>
              <a:gd name="T26" fmla="*/ 1096 w 2493"/>
              <a:gd name="T27" fmla="*/ 1021 h 2008"/>
              <a:gd name="T28" fmla="*/ 1151 w 2493"/>
              <a:gd name="T29" fmla="*/ 889 h 2008"/>
              <a:gd name="T30" fmla="*/ 1266 w 2493"/>
              <a:gd name="T31" fmla="*/ 569 h 2008"/>
              <a:gd name="T32" fmla="*/ 1444 w 2493"/>
              <a:gd name="T33" fmla="*/ 628 h 2008"/>
              <a:gd name="T34" fmla="*/ 1591 w 2493"/>
              <a:gd name="T35" fmla="*/ 469 h 2008"/>
              <a:gd name="T36" fmla="*/ 1871 w 2493"/>
              <a:gd name="T37" fmla="*/ 469 h 2008"/>
              <a:gd name="T38" fmla="*/ 2016 w 2493"/>
              <a:gd name="T39" fmla="*/ 626 h 2008"/>
              <a:gd name="T40" fmla="*/ 2192 w 2493"/>
              <a:gd name="T41" fmla="*/ 569 h 2008"/>
              <a:gd name="T42" fmla="*/ 2309 w 2493"/>
              <a:gd name="T43" fmla="*/ 885 h 2008"/>
              <a:gd name="T44" fmla="*/ 2364 w 2493"/>
              <a:gd name="T45" fmla="*/ 1021 h 2008"/>
              <a:gd name="T46" fmla="*/ 2117 w 2493"/>
              <a:gd name="T47" fmla="*/ 1229 h 2008"/>
              <a:gd name="T48" fmla="*/ 1730 w 2493"/>
              <a:gd name="T49" fmla="*/ 1614 h 2008"/>
              <a:gd name="T50" fmla="*/ 646 w 2493"/>
              <a:gd name="T51" fmla="*/ 536 h 2008"/>
              <a:gd name="T52" fmla="*/ 1076 w 2493"/>
              <a:gd name="T53" fmla="*/ 420 h 2008"/>
              <a:gd name="T54" fmla="*/ 1076 w 2493"/>
              <a:gd name="T55" fmla="*/ 616 h 2008"/>
              <a:gd name="T56" fmla="*/ 957 w 2493"/>
              <a:gd name="T57" fmla="*/ 718 h 2008"/>
              <a:gd name="T58" fmla="*/ 994 w 2493"/>
              <a:gd name="T59" fmla="*/ 836 h 2008"/>
              <a:gd name="T60" fmla="*/ 777 w 2493"/>
              <a:gd name="T61" fmla="*/ 922 h 2008"/>
              <a:gd name="T62" fmla="*/ 681 w 2493"/>
              <a:gd name="T63" fmla="*/ 968 h 2008"/>
              <a:gd name="T64" fmla="*/ 468 w 2493"/>
              <a:gd name="T65" fmla="*/ 1085 h 2008"/>
              <a:gd name="T66" fmla="*/ 409 w 2493"/>
              <a:gd name="T67" fmla="*/ 948 h 2008"/>
              <a:gd name="T68" fmla="*/ 241 w 2493"/>
              <a:gd name="T69" fmla="*/ 958 h 2008"/>
              <a:gd name="T70" fmla="*/ 102 w 2493"/>
              <a:gd name="T71" fmla="*/ 820 h 2008"/>
              <a:gd name="T72" fmla="*/ 121 w 2493"/>
              <a:gd name="T73" fmla="*/ 659 h 2008"/>
              <a:gd name="T74" fmla="*/ 0 w 2493"/>
              <a:gd name="T75" fmla="*/ 601 h 2008"/>
              <a:gd name="T76" fmla="*/ 108 w 2493"/>
              <a:gd name="T77" fmla="*/ 392 h 2008"/>
              <a:gd name="T78" fmla="*/ 147 w 2493"/>
              <a:gd name="T79" fmla="*/ 298 h 2008"/>
              <a:gd name="T80" fmla="*/ 223 w 2493"/>
              <a:gd name="T81" fmla="*/ 74 h 2008"/>
              <a:gd name="T82" fmla="*/ 350 w 2493"/>
              <a:gd name="T83" fmla="*/ 114 h 2008"/>
              <a:gd name="T84" fmla="*/ 454 w 2493"/>
              <a:gd name="T85" fmla="*/ 4 h 2008"/>
              <a:gd name="T86" fmla="*/ 650 w 2493"/>
              <a:gd name="T87" fmla="*/ 4 h 2008"/>
              <a:gd name="T88" fmla="*/ 753 w 2493"/>
              <a:gd name="T89" fmla="*/ 112 h 2008"/>
              <a:gd name="T90" fmla="*/ 875 w 2493"/>
              <a:gd name="T91" fmla="*/ 74 h 2008"/>
              <a:gd name="T92" fmla="*/ 955 w 2493"/>
              <a:gd name="T93" fmla="*/ 296 h 2008"/>
              <a:gd name="T94" fmla="*/ 994 w 2493"/>
              <a:gd name="T95" fmla="*/ 392 h 2008"/>
              <a:gd name="T96" fmla="*/ 820 w 2493"/>
              <a:gd name="T97" fmla="*/ 536 h 2008"/>
              <a:gd name="T98" fmla="*/ 550 w 2493"/>
              <a:gd name="T99" fmla="*/ 805 h 20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493" h="2008">
                <a:moveTo>
                  <a:pt x="1591" y="1229"/>
                </a:moveTo>
                <a:cubicBezTo>
                  <a:pt x="1591" y="1154"/>
                  <a:pt x="1652" y="1093"/>
                  <a:pt x="1728" y="1093"/>
                </a:cubicBezTo>
                <a:cubicBezTo>
                  <a:pt x="1804" y="1093"/>
                  <a:pt x="1867" y="1154"/>
                  <a:pt x="1867" y="1229"/>
                </a:cubicBezTo>
                <a:cubicBezTo>
                  <a:pt x="1867" y="1305"/>
                  <a:pt x="1804" y="1366"/>
                  <a:pt x="1728" y="1366"/>
                </a:cubicBezTo>
                <a:cubicBezTo>
                  <a:pt x="1652" y="1366"/>
                  <a:pt x="1591" y="1305"/>
                  <a:pt x="1591" y="1229"/>
                </a:cubicBezTo>
                <a:close/>
                <a:moveTo>
                  <a:pt x="2483" y="1066"/>
                </a:moveTo>
                <a:cubicBezTo>
                  <a:pt x="2491" y="1068"/>
                  <a:pt x="2493" y="1078"/>
                  <a:pt x="2493" y="1085"/>
                </a:cubicBezTo>
                <a:cubicBezTo>
                  <a:pt x="2493" y="1085"/>
                  <a:pt x="2493" y="1085"/>
                  <a:pt x="2493" y="1323"/>
                </a:cubicBezTo>
                <a:cubicBezTo>
                  <a:pt x="2493" y="1333"/>
                  <a:pt x="2491" y="1341"/>
                  <a:pt x="2483" y="1345"/>
                </a:cubicBezTo>
                <a:cubicBezTo>
                  <a:pt x="2483" y="1345"/>
                  <a:pt x="2483" y="1345"/>
                  <a:pt x="2366" y="1386"/>
                </a:cubicBezTo>
                <a:cubicBezTo>
                  <a:pt x="2360" y="1388"/>
                  <a:pt x="2350" y="1398"/>
                  <a:pt x="2348" y="1405"/>
                </a:cubicBezTo>
                <a:cubicBezTo>
                  <a:pt x="2348" y="1405"/>
                  <a:pt x="2348" y="1405"/>
                  <a:pt x="2311" y="1492"/>
                </a:cubicBezTo>
                <a:cubicBezTo>
                  <a:pt x="2309" y="1498"/>
                  <a:pt x="2309" y="1513"/>
                  <a:pt x="2311" y="1521"/>
                </a:cubicBezTo>
                <a:cubicBezTo>
                  <a:pt x="2311" y="1521"/>
                  <a:pt x="2311" y="1521"/>
                  <a:pt x="2366" y="1635"/>
                </a:cubicBezTo>
                <a:cubicBezTo>
                  <a:pt x="2372" y="1643"/>
                  <a:pt x="2370" y="1655"/>
                  <a:pt x="2364" y="1659"/>
                </a:cubicBezTo>
                <a:cubicBezTo>
                  <a:pt x="2364" y="1659"/>
                  <a:pt x="2364" y="1659"/>
                  <a:pt x="2192" y="1828"/>
                </a:cubicBezTo>
                <a:cubicBezTo>
                  <a:pt x="2188" y="1835"/>
                  <a:pt x="2176" y="1839"/>
                  <a:pt x="2170" y="1833"/>
                </a:cubicBezTo>
                <a:cubicBezTo>
                  <a:pt x="2170" y="1833"/>
                  <a:pt x="2170" y="1833"/>
                  <a:pt x="2055" y="1780"/>
                </a:cubicBezTo>
                <a:cubicBezTo>
                  <a:pt x="2049" y="1775"/>
                  <a:pt x="2037" y="1777"/>
                  <a:pt x="2027" y="1780"/>
                </a:cubicBezTo>
                <a:cubicBezTo>
                  <a:pt x="2027" y="1780"/>
                  <a:pt x="2027" y="1780"/>
                  <a:pt x="1935" y="1820"/>
                </a:cubicBezTo>
                <a:cubicBezTo>
                  <a:pt x="1924" y="1826"/>
                  <a:pt x="1918" y="1839"/>
                  <a:pt x="1916" y="1847"/>
                </a:cubicBezTo>
                <a:cubicBezTo>
                  <a:pt x="1916" y="1847"/>
                  <a:pt x="1916" y="1847"/>
                  <a:pt x="1871" y="1975"/>
                </a:cubicBezTo>
                <a:cubicBezTo>
                  <a:pt x="1869" y="1981"/>
                  <a:pt x="1859" y="2008"/>
                  <a:pt x="1853" y="2008"/>
                </a:cubicBezTo>
                <a:cubicBezTo>
                  <a:pt x="1853" y="2008"/>
                  <a:pt x="1853" y="2008"/>
                  <a:pt x="1611" y="2008"/>
                </a:cubicBezTo>
                <a:cubicBezTo>
                  <a:pt x="1603" y="2008"/>
                  <a:pt x="1593" y="1981"/>
                  <a:pt x="1591" y="1975"/>
                </a:cubicBezTo>
                <a:cubicBezTo>
                  <a:pt x="1591" y="1975"/>
                  <a:pt x="1591" y="1975"/>
                  <a:pt x="1550" y="1839"/>
                </a:cubicBezTo>
                <a:cubicBezTo>
                  <a:pt x="1548" y="1828"/>
                  <a:pt x="1538" y="1820"/>
                  <a:pt x="1532" y="1816"/>
                </a:cubicBezTo>
                <a:cubicBezTo>
                  <a:pt x="1532" y="1816"/>
                  <a:pt x="1532" y="1816"/>
                  <a:pt x="1433" y="1777"/>
                </a:cubicBezTo>
                <a:cubicBezTo>
                  <a:pt x="1427" y="1773"/>
                  <a:pt x="1413" y="1773"/>
                  <a:pt x="1405" y="1777"/>
                </a:cubicBezTo>
                <a:cubicBezTo>
                  <a:pt x="1405" y="1777"/>
                  <a:pt x="1405" y="1777"/>
                  <a:pt x="1290" y="1833"/>
                </a:cubicBezTo>
                <a:cubicBezTo>
                  <a:pt x="1282" y="1839"/>
                  <a:pt x="1270" y="1835"/>
                  <a:pt x="1266" y="1828"/>
                </a:cubicBezTo>
                <a:cubicBezTo>
                  <a:pt x="1266" y="1828"/>
                  <a:pt x="1266" y="1828"/>
                  <a:pt x="1094" y="1659"/>
                </a:cubicBezTo>
                <a:cubicBezTo>
                  <a:pt x="1090" y="1655"/>
                  <a:pt x="1086" y="1643"/>
                  <a:pt x="1090" y="1635"/>
                </a:cubicBezTo>
                <a:cubicBezTo>
                  <a:pt x="1090" y="1635"/>
                  <a:pt x="1090" y="1635"/>
                  <a:pt x="1149" y="1513"/>
                </a:cubicBezTo>
                <a:cubicBezTo>
                  <a:pt x="1151" y="1506"/>
                  <a:pt x="1151" y="1494"/>
                  <a:pt x="1149" y="1486"/>
                </a:cubicBezTo>
                <a:cubicBezTo>
                  <a:pt x="1149" y="1486"/>
                  <a:pt x="1149" y="1486"/>
                  <a:pt x="1117" y="1405"/>
                </a:cubicBezTo>
                <a:cubicBezTo>
                  <a:pt x="1110" y="1398"/>
                  <a:pt x="1100" y="1388"/>
                  <a:pt x="1094" y="1386"/>
                </a:cubicBezTo>
                <a:cubicBezTo>
                  <a:pt x="1094" y="1386"/>
                  <a:pt x="1094" y="1386"/>
                  <a:pt x="967" y="1345"/>
                </a:cubicBezTo>
                <a:cubicBezTo>
                  <a:pt x="961" y="1341"/>
                  <a:pt x="947" y="1333"/>
                  <a:pt x="947" y="1323"/>
                </a:cubicBezTo>
                <a:cubicBezTo>
                  <a:pt x="947" y="1323"/>
                  <a:pt x="947" y="1323"/>
                  <a:pt x="947" y="1085"/>
                </a:cubicBezTo>
                <a:cubicBezTo>
                  <a:pt x="947" y="1078"/>
                  <a:pt x="961" y="1068"/>
                  <a:pt x="967" y="1066"/>
                </a:cubicBezTo>
                <a:cubicBezTo>
                  <a:pt x="967" y="1066"/>
                  <a:pt x="967" y="1066"/>
                  <a:pt x="1096" y="1021"/>
                </a:cubicBezTo>
                <a:cubicBezTo>
                  <a:pt x="1106" y="1019"/>
                  <a:pt x="1112" y="1011"/>
                  <a:pt x="1117" y="1003"/>
                </a:cubicBezTo>
                <a:cubicBezTo>
                  <a:pt x="1117" y="1003"/>
                  <a:pt x="1117" y="1003"/>
                  <a:pt x="1151" y="915"/>
                </a:cubicBezTo>
                <a:cubicBezTo>
                  <a:pt x="1157" y="909"/>
                  <a:pt x="1153" y="897"/>
                  <a:pt x="1151" y="889"/>
                </a:cubicBezTo>
                <a:cubicBezTo>
                  <a:pt x="1151" y="889"/>
                  <a:pt x="1151" y="889"/>
                  <a:pt x="1092" y="762"/>
                </a:cubicBezTo>
                <a:cubicBezTo>
                  <a:pt x="1086" y="754"/>
                  <a:pt x="1090" y="746"/>
                  <a:pt x="1094" y="738"/>
                </a:cubicBezTo>
                <a:cubicBezTo>
                  <a:pt x="1094" y="738"/>
                  <a:pt x="1094" y="738"/>
                  <a:pt x="1266" y="569"/>
                </a:cubicBezTo>
                <a:cubicBezTo>
                  <a:pt x="1270" y="565"/>
                  <a:pt x="1282" y="563"/>
                  <a:pt x="1290" y="565"/>
                </a:cubicBezTo>
                <a:cubicBezTo>
                  <a:pt x="1290" y="565"/>
                  <a:pt x="1290" y="565"/>
                  <a:pt x="1415" y="628"/>
                </a:cubicBezTo>
                <a:cubicBezTo>
                  <a:pt x="1423" y="630"/>
                  <a:pt x="1438" y="632"/>
                  <a:pt x="1444" y="628"/>
                </a:cubicBezTo>
                <a:cubicBezTo>
                  <a:pt x="1444" y="628"/>
                  <a:pt x="1444" y="628"/>
                  <a:pt x="1532" y="595"/>
                </a:cubicBezTo>
                <a:cubicBezTo>
                  <a:pt x="1538" y="591"/>
                  <a:pt x="1548" y="587"/>
                  <a:pt x="1550" y="579"/>
                </a:cubicBezTo>
                <a:cubicBezTo>
                  <a:pt x="1550" y="579"/>
                  <a:pt x="1550" y="579"/>
                  <a:pt x="1591" y="469"/>
                </a:cubicBezTo>
                <a:cubicBezTo>
                  <a:pt x="1593" y="459"/>
                  <a:pt x="1603" y="469"/>
                  <a:pt x="1611" y="469"/>
                </a:cubicBezTo>
                <a:cubicBezTo>
                  <a:pt x="1611" y="469"/>
                  <a:pt x="1611" y="469"/>
                  <a:pt x="1853" y="469"/>
                </a:cubicBezTo>
                <a:cubicBezTo>
                  <a:pt x="1859" y="469"/>
                  <a:pt x="1869" y="459"/>
                  <a:pt x="1871" y="469"/>
                </a:cubicBezTo>
                <a:cubicBezTo>
                  <a:pt x="1871" y="469"/>
                  <a:pt x="1871" y="469"/>
                  <a:pt x="1916" y="573"/>
                </a:cubicBezTo>
                <a:cubicBezTo>
                  <a:pt x="1918" y="579"/>
                  <a:pt x="1924" y="589"/>
                  <a:pt x="1935" y="591"/>
                </a:cubicBezTo>
                <a:cubicBezTo>
                  <a:pt x="1935" y="591"/>
                  <a:pt x="1935" y="591"/>
                  <a:pt x="2016" y="626"/>
                </a:cubicBezTo>
                <a:cubicBezTo>
                  <a:pt x="2025" y="630"/>
                  <a:pt x="2039" y="628"/>
                  <a:pt x="2045" y="626"/>
                </a:cubicBezTo>
                <a:cubicBezTo>
                  <a:pt x="2045" y="626"/>
                  <a:pt x="2045" y="626"/>
                  <a:pt x="2170" y="565"/>
                </a:cubicBezTo>
                <a:cubicBezTo>
                  <a:pt x="2176" y="563"/>
                  <a:pt x="2188" y="563"/>
                  <a:pt x="2192" y="569"/>
                </a:cubicBezTo>
                <a:cubicBezTo>
                  <a:pt x="2192" y="569"/>
                  <a:pt x="2192" y="569"/>
                  <a:pt x="2364" y="738"/>
                </a:cubicBezTo>
                <a:cubicBezTo>
                  <a:pt x="2370" y="746"/>
                  <a:pt x="2372" y="754"/>
                  <a:pt x="2366" y="762"/>
                </a:cubicBezTo>
                <a:cubicBezTo>
                  <a:pt x="2366" y="762"/>
                  <a:pt x="2366" y="762"/>
                  <a:pt x="2309" y="885"/>
                </a:cubicBezTo>
                <a:cubicBezTo>
                  <a:pt x="2305" y="893"/>
                  <a:pt x="2305" y="905"/>
                  <a:pt x="2309" y="911"/>
                </a:cubicBezTo>
                <a:cubicBezTo>
                  <a:pt x="2309" y="911"/>
                  <a:pt x="2309" y="911"/>
                  <a:pt x="2346" y="1003"/>
                </a:cubicBezTo>
                <a:cubicBezTo>
                  <a:pt x="2350" y="1011"/>
                  <a:pt x="2358" y="1019"/>
                  <a:pt x="2364" y="1021"/>
                </a:cubicBezTo>
                <a:cubicBezTo>
                  <a:pt x="2364" y="1021"/>
                  <a:pt x="2364" y="1021"/>
                  <a:pt x="2483" y="1066"/>
                </a:cubicBezTo>
                <a:close/>
                <a:moveTo>
                  <a:pt x="1730" y="1614"/>
                </a:moveTo>
                <a:cubicBezTo>
                  <a:pt x="1943" y="1614"/>
                  <a:pt x="2117" y="1441"/>
                  <a:pt x="2117" y="1229"/>
                </a:cubicBezTo>
                <a:cubicBezTo>
                  <a:pt x="2117" y="1017"/>
                  <a:pt x="1943" y="844"/>
                  <a:pt x="1730" y="844"/>
                </a:cubicBezTo>
                <a:cubicBezTo>
                  <a:pt x="1517" y="844"/>
                  <a:pt x="1344" y="1017"/>
                  <a:pt x="1344" y="1229"/>
                </a:cubicBezTo>
                <a:cubicBezTo>
                  <a:pt x="1344" y="1441"/>
                  <a:pt x="1517" y="1614"/>
                  <a:pt x="1730" y="1614"/>
                </a:cubicBezTo>
                <a:close/>
                <a:moveTo>
                  <a:pt x="454" y="536"/>
                </a:moveTo>
                <a:cubicBezTo>
                  <a:pt x="454" y="589"/>
                  <a:pt x="497" y="632"/>
                  <a:pt x="550" y="632"/>
                </a:cubicBezTo>
                <a:cubicBezTo>
                  <a:pt x="603" y="632"/>
                  <a:pt x="646" y="589"/>
                  <a:pt x="646" y="536"/>
                </a:cubicBezTo>
                <a:cubicBezTo>
                  <a:pt x="646" y="483"/>
                  <a:pt x="603" y="440"/>
                  <a:pt x="550" y="440"/>
                </a:cubicBezTo>
                <a:cubicBezTo>
                  <a:pt x="497" y="440"/>
                  <a:pt x="454" y="483"/>
                  <a:pt x="454" y="536"/>
                </a:cubicBezTo>
                <a:close/>
                <a:moveTo>
                  <a:pt x="1076" y="420"/>
                </a:moveTo>
                <a:cubicBezTo>
                  <a:pt x="1082" y="422"/>
                  <a:pt x="1082" y="430"/>
                  <a:pt x="1082" y="434"/>
                </a:cubicBezTo>
                <a:cubicBezTo>
                  <a:pt x="1082" y="434"/>
                  <a:pt x="1082" y="434"/>
                  <a:pt x="1082" y="601"/>
                </a:cubicBezTo>
                <a:cubicBezTo>
                  <a:pt x="1082" y="608"/>
                  <a:pt x="1082" y="616"/>
                  <a:pt x="1076" y="616"/>
                </a:cubicBezTo>
                <a:cubicBezTo>
                  <a:pt x="1076" y="616"/>
                  <a:pt x="1076" y="616"/>
                  <a:pt x="996" y="646"/>
                </a:cubicBezTo>
                <a:cubicBezTo>
                  <a:pt x="992" y="646"/>
                  <a:pt x="984" y="655"/>
                  <a:pt x="982" y="659"/>
                </a:cubicBezTo>
                <a:cubicBezTo>
                  <a:pt x="982" y="659"/>
                  <a:pt x="982" y="659"/>
                  <a:pt x="957" y="718"/>
                </a:cubicBezTo>
                <a:cubicBezTo>
                  <a:pt x="955" y="726"/>
                  <a:pt x="955" y="734"/>
                  <a:pt x="957" y="740"/>
                </a:cubicBezTo>
                <a:cubicBezTo>
                  <a:pt x="957" y="740"/>
                  <a:pt x="957" y="740"/>
                  <a:pt x="996" y="820"/>
                </a:cubicBezTo>
                <a:cubicBezTo>
                  <a:pt x="998" y="824"/>
                  <a:pt x="998" y="834"/>
                  <a:pt x="994" y="836"/>
                </a:cubicBezTo>
                <a:cubicBezTo>
                  <a:pt x="994" y="836"/>
                  <a:pt x="994" y="836"/>
                  <a:pt x="875" y="956"/>
                </a:cubicBezTo>
                <a:cubicBezTo>
                  <a:pt x="871" y="958"/>
                  <a:pt x="863" y="962"/>
                  <a:pt x="859" y="958"/>
                </a:cubicBezTo>
                <a:cubicBezTo>
                  <a:pt x="859" y="958"/>
                  <a:pt x="859" y="958"/>
                  <a:pt x="777" y="922"/>
                </a:cubicBezTo>
                <a:cubicBezTo>
                  <a:pt x="771" y="917"/>
                  <a:pt x="765" y="917"/>
                  <a:pt x="757" y="924"/>
                </a:cubicBezTo>
                <a:cubicBezTo>
                  <a:pt x="757" y="924"/>
                  <a:pt x="757" y="924"/>
                  <a:pt x="693" y="952"/>
                </a:cubicBezTo>
                <a:cubicBezTo>
                  <a:pt x="687" y="952"/>
                  <a:pt x="681" y="964"/>
                  <a:pt x="681" y="968"/>
                </a:cubicBezTo>
                <a:cubicBezTo>
                  <a:pt x="681" y="968"/>
                  <a:pt x="681" y="968"/>
                  <a:pt x="650" y="1060"/>
                </a:cubicBezTo>
                <a:cubicBezTo>
                  <a:pt x="648" y="1064"/>
                  <a:pt x="642" y="1085"/>
                  <a:pt x="636" y="1085"/>
                </a:cubicBezTo>
                <a:cubicBezTo>
                  <a:pt x="636" y="1085"/>
                  <a:pt x="636" y="1085"/>
                  <a:pt x="468" y="1085"/>
                </a:cubicBezTo>
                <a:cubicBezTo>
                  <a:pt x="462" y="1085"/>
                  <a:pt x="456" y="1064"/>
                  <a:pt x="454" y="1060"/>
                </a:cubicBezTo>
                <a:cubicBezTo>
                  <a:pt x="454" y="1060"/>
                  <a:pt x="454" y="1060"/>
                  <a:pt x="423" y="962"/>
                </a:cubicBezTo>
                <a:cubicBezTo>
                  <a:pt x="421" y="954"/>
                  <a:pt x="417" y="950"/>
                  <a:pt x="409" y="948"/>
                </a:cubicBezTo>
                <a:cubicBezTo>
                  <a:pt x="409" y="948"/>
                  <a:pt x="409" y="948"/>
                  <a:pt x="341" y="917"/>
                </a:cubicBezTo>
                <a:cubicBezTo>
                  <a:pt x="337" y="915"/>
                  <a:pt x="329" y="915"/>
                  <a:pt x="323" y="917"/>
                </a:cubicBezTo>
                <a:cubicBezTo>
                  <a:pt x="323" y="917"/>
                  <a:pt x="323" y="917"/>
                  <a:pt x="241" y="958"/>
                </a:cubicBezTo>
                <a:cubicBezTo>
                  <a:pt x="235" y="962"/>
                  <a:pt x="229" y="958"/>
                  <a:pt x="223" y="956"/>
                </a:cubicBezTo>
                <a:cubicBezTo>
                  <a:pt x="223" y="956"/>
                  <a:pt x="223" y="956"/>
                  <a:pt x="106" y="836"/>
                </a:cubicBezTo>
                <a:cubicBezTo>
                  <a:pt x="100" y="834"/>
                  <a:pt x="100" y="824"/>
                  <a:pt x="102" y="820"/>
                </a:cubicBezTo>
                <a:cubicBezTo>
                  <a:pt x="102" y="820"/>
                  <a:pt x="102" y="820"/>
                  <a:pt x="145" y="736"/>
                </a:cubicBezTo>
                <a:cubicBezTo>
                  <a:pt x="147" y="730"/>
                  <a:pt x="147" y="722"/>
                  <a:pt x="145" y="716"/>
                </a:cubicBezTo>
                <a:cubicBezTo>
                  <a:pt x="145" y="716"/>
                  <a:pt x="145" y="716"/>
                  <a:pt x="121" y="659"/>
                </a:cubicBezTo>
                <a:cubicBezTo>
                  <a:pt x="119" y="655"/>
                  <a:pt x="110" y="646"/>
                  <a:pt x="102" y="646"/>
                </a:cubicBezTo>
                <a:cubicBezTo>
                  <a:pt x="102" y="646"/>
                  <a:pt x="102" y="646"/>
                  <a:pt x="16" y="616"/>
                </a:cubicBezTo>
                <a:cubicBezTo>
                  <a:pt x="12" y="616"/>
                  <a:pt x="0" y="608"/>
                  <a:pt x="0" y="601"/>
                </a:cubicBezTo>
                <a:cubicBezTo>
                  <a:pt x="0" y="601"/>
                  <a:pt x="0" y="601"/>
                  <a:pt x="0" y="434"/>
                </a:cubicBezTo>
                <a:cubicBezTo>
                  <a:pt x="0" y="430"/>
                  <a:pt x="12" y="422"/>
                  <a:pt x="16" y="420"/>
                </a:cubicBezTo>
                <a:cubicBezTo>
                  <a:pt x="16" y="420"/>
                  <a:pt x="16" y="420"/>
                  <a:pt x="108" y="392"/>
                </a:cubicBezTo>
                <a:cubicBezTo>
                  <a:pt x="112" y="390"/>
                  <a:pt x="121" y="383"/>
                  <a:pt x="121" y="377"/>
                </a:cubicBezTo>
                <a:cubicBezTo>
                  <a:pt x="121" y="377"/>
                  <a:pt x="121" y="377"/>
                  <a:pt x="147" y="316"/>
                </a:cubicBezTo>
                <a:cubicBezTo>
                  <a:pt x="149" y="312"/>
                  <a:pt x="149" y="302"/>
                  <a:pt x="147" y="298"/>
                </a:cubicBezTo>
                <a:cubicBezTo>
                  <a:pt x="147" y="298"/>
                  <a:pt x="147" y="298"/>
                  <a:pt x="102" y="208"/>
                </a:cubicBezTo>
                <a:cubicBezTo>
                  <a:pt x="100" y="204"/>
                  <a:pt x="100" y="196"/>
                  <a:pt x="106" y="192"/>
                </a:cubicBezTo>
                <a:cubicBezTo>
                  <a:pt x="106" y="192"/>
                  <a:pt x="106" y="192"/>
                  <a:pt x="223" y="74"/>
                </a:cubicBezTo>
                <a:cubicBezTo>
                  <a:pt x="229" y="69"/>
                  <a:pt x="235" y="69"/>
                  <a:pt x="241" y="72"/>
                </a:cubicBezTo>
                <a:cubicBezTo>
                  <a:pt x="241" y="72"/>
                  <a:pt x="241" y="72"/>
                  <a:pt x="329" y="114"/>
                </a:cubicBezTo>
                <a:cubicBezTo>
                  <a:pt x="335" y="116"/>
                  <a:pt x="346" y="116"/>
                  <a:pt x="350" y="114"/>
                </a:cubicBezTo>
                <a:cubicBezTo>
                  <a:pt x="350" y="114"/>
                  <a:pt x="350" y="114"/>
                  <a:pt x="409" y="94"/>
                </a:cubicBezTo>
                <a:cubicBezTo>
                  <a:pt x="417" y="90"/>
                  <a:pt x="421" y="88"/>
                  <a:pt x="423" y="82"/>
                </a:cubicBezTo>
                <a:cubicBezTo>
                  <a:pt x="423" y="82"/>
                  <a:pt x="423" y="82"/>
                  <a:pt x="454" y="4"/>
                </a:cubicBezTo>
                <a:cubicBezTo>
                  <a:pt x="456" y="0"/>
                  <a:pt x="462" y="6"/>
                  <a:pt x="468" y="6"/>
                </a:cubicBezTo>
                <a:cubicBezTo>
                  <a:pt x="468" y="6"/>
                  <a:pt x="468" y="6"/>
                  <a:pt x="636" y="6"/>
                </a:cubicBezTo>
                <a:cubicBezTo>
                  <a:pt x="642" y="6"/>
                  <a:pt x="648" y="0"/>
                  <a:pt x="650" y="4"/>
                </a:cubicBezTo>
                <a:cubicBezTo>
                  <a:pt x="650" y="4"/>
                  <a:pt x="650" y="4"/>
                  <a:pt x="681" y="76"/>
                </a:cubicBezTo>
                <a:cubicBezTo>
                  <a:pt x="681" y="82"/>
                  <a:pt x="687" y="88"/>
                  <a:pt x="693" y="88"/>
                </a:cubicBezTo>
                <a:cubicBezTo>
                  <a:pt x="693" y="88"/>
                  <a:pt x="693" y="88"/>
                  <a:pt x="753" y="112"/>
                </a:cubicBezTo>
                <a:cubicBezTo>
                  <a:pt x="757" y="114"/>
                  <a:pt x="765" y="114"/>
                  <a:pt x="771" y="112"/>
                </a:cubicBezTo>
                <a:cubicBezTo>
                  <a:pt x="771" y="112"/>
                  <a:pt x="771" y="112"/>
                  <a:pt x="859" y="72"/>
                </a:cubicBezTo>
                <a:cubicBezTo>
                  <a:pt x="863" y="69"/>
                  <a:pt x="871" y="69"/>
                  <a:pt x="875" y="74"/>
                </a:cubicBezTo>
                <a:cubicBezTo>
                  <a:pt x="875" y="74"/>
                  <a:pt x="875" y="74"/>
                  <a:pt x="994" y="192"/>
                </a:cubicBezTo>
                <a:cubicBezTo>
                  <a:pt x="998" y="196"/>
                  <a:pt x="998" y="204"/>
                  <a:pt x="996" y="208"/>
                </a:cubicBezTo>
                <a:cubicBezTo>
                  <a:pt x="996" y="208"/>
                  <a:pt x="996" y="208"/>
                  <a:pt x="955" y="296"/>
                </a:cubicBezTo>
                <a:cubicBezTo>
                  <a:pt x="953" y="300"/>
                  <a:pt x="953" y="308"/>
                  <a:pt x="955" y="314"/>
                </a:cubicBezTo>
                <a:cubicBezTo>
                  <a:pt x="955" y="314"/>
                  <a:pt x="955" y="314"/>
                  <a:pt x="982" y="377"/>
                </a:cubicBezTo>
                <a:cubicBezTo>
                  <a:pt x="984" y="383"/>
                  <a:pt x="990" y="390"/>
                  <a:pt x="994" y="392"/>
                </a:cubicBezTo>
                <a:cubicBezTo>
                  <a:pt x="994" y="392"/>
                  <a:pt x="994" y="392"/>
                  <a:pt x="1076" y="420"/>
                </a:cubicBezTo>
                <a:close/>
                <a:moveTo>
                  <a:pt x="550" y="805"/>
                </a:moveTo>
                <a:cubicBezTo>
                  <a:pt x="699" y="805"/>
                  <a:pt x="820" y="685"/>
                  <a:pt x="820" y="536"/>
                </a:cubicBezTo>
                <a:cubicBezTo>
                  <a:pt x="820" y="387"/>
                  <a:pt x="699" y="267"/>
                  <a:pt x="550" y="267"/>
                </a:cubicBezTo>
                <a:cubicBezTo>
                  <a:pt x="401" y="267"/>
                  <a:pt x="280" y="387"/>
                  <a:pt x="280" y="536"/>
                </a:cubicBezTo>
                <a:cubicBezTo>
                  <a:pt x="280" y="685"/>
                  <a:pt x="401" y="805"/>
                  <a:pt x="550" y="805"/>
                </a:cubicBezTo>
                <a:close/>
              </a:path>
            </a:pathLst>
          </a:custGeom>
          <a:solidFill>
            <a:schemeClr val="dk2"/>
          </a:solidFill>
          <a:ln>
            <a:noFill/>
          </a:ln>
        </p:spPr>
        <p:txBody>
          <a:bodyPr vert="horz" wrap="square" lIns="91423" tIns="45710" rIns="91423" bIns="4571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139">
              <a:defRPr/>
            </a:pPr>
            <a:endParaRPr lang="en-US" sz="1765">
              <a:solidFill>
                <a:srgbClr val="000000"/>
              </a:solidFill>
              <a:latin typeface="Segoe UI"/>
            </a:endParaRPr>
          </a:p>
        </p:txBody>
      </p:sp>
      <p:sp>
        <p:nvSpPr>
          <p:cNvPr id="51" name="Freeform 322">
            <a:extLst>
              <a:ext uri="{FF2B5EF4-FFF2-40B4-BE49-F238E27FC236}">
                <a16:creationId xmlns:a16="http://schemas.microsoft.com/office/drawing/2014/main" id="{2F7BC1CF-2B5A-49F3-93CA-7A97B30681D1}"/>
              </a:ext>
            </a:extLst>
          </p:cNvPr>
          <p:cNvSpPr>
            <a:spLocks noEditPoints="1"/>
          </p:cNvSpPr>
          <p:nvPr/>
        </p:nvSpPr>
        <p:spPr bwMode="auto">
          <a:xfrm flipH="1">
            <a:off x="6520799" y="5425723"/>
            <a:ext cx="530860" cy="438046"/>
          </a:xfrm>
          <a:custGeom>
            <a:avLst/>
            <a:gdLst>
              <a:gd name="T0" fmla="*/ 1867 w 2493"/>
              <a:gd name="T1" fmla="*/ 1229 h 2008"/>
              <a:gd name="T2" fmla="*/ 2483 w 2493"/>
              <a:gd name="T3" fmla="*/ 1066 h 2008"/>
              <a:gd name="T4" fmla="*/ 2483 w 2493"/>
              <a:gd name="T5" fmla="*/ 1345 h 2008"/>
              <a:gd name="T6" fmla="*/ 2311 w 2493"/>
              <a:gd name="T7" fmla="*/ 1492 h 2008"/>
              <a:gd name="T8" fmla="*/ 2364 w 2493"/>
              <a:gd name="T9" fmla="*/ 1659 h 2008"/>
              <a:gd name="T10" fmla="*/ 2055 w 2493"/>
              <a:gd name="T11" fmla="*/ 1780 h 2008"/>
              <a:gd name="T12" fmla="*/ 1916 w 2493"/>
              <a:gd name="T13" fmla="*/ 1847 h 2008"/>
              <a:gd name="T14" fmla="*/ 1611 w 2493"/>
              <a:gd name="T15" fmla="*/ 2008 h 2008"/>
              <a:gd name="T16" fmla="*/ 1532 w 2493"/>
              <a:gd name="T17" fmla="*/ 1816 h 2008"/>
              <a:gd name="T18" fmla="*/ 1290 w 2493"/>
              <a:gd name="T19" fmla="*/ 1833 h 2008"/>
              <a:gd name="T20" fmla="*/ 1090 w 2493"/>
              <a:gd name="T21" fmla="*/ 1635 h 2008"/>
              <a:gd name="T22" fmla="*/ 1117 w 2493"/>
              <a:gd name="T23" fmla="*/ 1405 h 2008"/>
              <a:gd name="T24" fmla="*/ 947 w 2493"/>
              <a:gd name="T25" fmla="*/ 1323 h 2008"/>
              <a:gd name="T26" fmla="*/ 1096 w 2493"/>
              <a:gd name="T27" fmla="*/ 1021 h 2008"/>
              <a:gd name="T28" fmla="*/ 1151 w 2493"/>
              <a:gd name="T29" fmla="*/ 889 h 2008"/>
              <a:gd name="T30" fmla="*/ 1266 w 2493"/>
              <a:gd name="T31" fmla="*/ 569 h 2008"/>
              <a:gd name="T32" fmla="*/ 1444 w 2493"/>
              <a:gd name="T33" fmla="*/ 628 h 2008"/>
              <a:gd name="T34" fmla="*/ 1591 w 2493"/>
              <a:gd name="T35" fmla="*/ 469 h 2008"/>
              <a:gd name="T36" fmla="*/ 1871 w 2493"/>
              <a:gd name="T37" fmla="*/ 469 h 2008"/>
              <a:gd name="T38" fmla="*/ 2016 w 2493"/>
              <a:gd name="T39" fmla="*/ 626 h 2008"/>
              <a:gd name="T40" fmla="*/ 2192 w 2493"/>
              <a:gd name="T41" fmla="*/ 569 h 2008"/>
              <a:gd name="T42" fmla="*/ 2309 w 2493"/>
              <a:gd name="T43" fmla="*/ 885 h 2008"/>
              <a:gd name="T44" fmla="*/ 2364 w 2493"/>
              <a:gd name="T45" fmla="*/ 1021 h 2008"/>
              <a:gd name="T46" fmla="*/ 2117 w 2493"/>
              <a:gd name="T47" fmla="*/ 1229 h 2008"/>
              <a:gd name="T48" fmla="*/ 1730 w 2493"/>
              <a:gd name="T49" fmla="*/ 1614 h 2008"/>
              <a:gd name="T50" fmla="*/ 646 w 2493"/>
              <a:gd name="T51" fmla="*/ 536 h 2008"/>
              <a:gd name="T52" fmla="*/ 1076 w 2493"/>
              <a:gd name="T53" fmla="*/ 420 h 2008"/>
              <a:gd name="T54" fmla="*/ 1076 w 2493"/>
              <a:gd name="T55" fmla="*/ 616 h 2008"/>
              <a:gd name="T56" fmla="*/ 957 w 2493"/>
              <a:gd name="T57" fmla="*/ 718 h 2008"/>
              <a:gd name="T58" fmla="*/ 994 w 2493"/>
              <a:gd name="T59" fmla="*/ 836 h 2008"/>
              <a:gd name="T60" fmla="*/ 777 w 2493"/>
              <a:gd name="T61" fmla="*/ 922 h 2008"/>
              <a:gd name="T62" fmla="*/ 681 w 2493"/>
              <a:gd name="T63" fmla="*/ 968 h 2008"/>
              <a:gd name="T64" fmla="*/ 468 w 2493"/>
              <a:gd name="T65" fmla="*/ 1085 h 2008"/>
              <a:gd name="T66" fmla="*/ 409 w 2493"/>
              <a:gd name="T67" fmla="*/ 948 h 2008"/>
              <a:gd name="T68" fmla="*/ 241 w 2493"/>
              <a:gd name="T69" fmla="*/ 958 h 2008"/>
              <a:gd name="T70" fmla="*/ 102 w 2493"/>
              <a:gd name="T71" fmla="*/ 820 h 2008"/>
              <a:gd name="T72" fmla="*/ 121 w 2493"/>
              <a:gd name="T73" fmla="*/ 659 h 2008"/>
              <a:gd name="T74" fmla="*/ 0 w 2493"/>
              <a:gd name="T75" fmla="*/ 601 h 2008"/>
              <a:gd name="T76" fmla="*/ 108 w 2493"/>
              <a:gd name="T77" fmla="*/ 392 h 2008"/>
              <a:gd name="T78" fmla="*/ 147 w 2493"/>
              <a:gd name="T79" fmla="*/ 298 h 2008"/>
              <a:gd name="T80" fmla="*/ 223 w 2493"/>
              <a:gd name="T81" fmla="*/ 74 h 2008"/>
              <a:gd name="T82" fmla="*/ 350 w 2493"/>
              <a:gd name="T83" fmla="*/ 114 h 2008"/>
              <a:gd name="T84" fmla="*/ 454 w 2493"/>
              <a:gd name="T85" fmla="*/ 4 h 2008"/>
              <a:gd name="T86" fmla="*/ 650 w 2493"/>
              <a:gd name="T87" fmla="*/ 4 h 2008"/>
              <a:gd name="T88" fmla="*/ 753 w 2493"/>
              <a:gd name="T89" fmla="*/ 112 h 2008"/>
              <a:gd name="T90" fmla="*/ 875 w 2493"/>
              <a:gd name="T91" fmla="*/ 74 h 2008"/>
              <a:gd name="T92" fmla="*/ 955 w 2493"/>
              <a:gd name="T93" fmla="*/ 296 h 2008"/>
              <a:gd name="T94" fmla="*/ 994 w 2493"/>
              <a:gd name="T95" fmla="*/ 392 h 2008"/>
              <a:gd name="T96" fmla="*/ 820 w 2493"/>
              <a:gd name="T97" fmla="*/ 536 h 2008"/>
              <a:gd name="T98" fmla="*/ 550 w 2493"/>
              <a:gd name="T99" fmla="*/ 805 h 20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493" h="2008">
                <a:moveTo>
                  <a:pt x="1591" y="1229"/>
                </a:moveTo>
                <a:cubicBezTo>
                  <a:pt x="1591" y="1154"/>
                  <a:pt x="1652" y="1093"/>
                  <a:pt x="1728" y="1093"/>
                </a:cubicBezTo>
                <a:cubicBezTo>
                  <a:pt x="1804" y="1093"/>
                  <a:pt x="1867" y="1154"/>
                  <a:pt x="1867" y="1229"/>
                </a:cubicBezTo>
                <a:cubicBezTo>
                  <a:pt x="1867" y="1305"/>
                  <a:pt x="1804" y="1366"/>
                  <a:pt x="1728" y="1366"/>
                </a:cubicBezTo>
                <a:cubicBezTo>
                  <a:pt x="1652" y="1366"/>
                  <a:pt x="1591" y="1305"/>
                  <a:pt x="1591" y="1229"/>
                </a:cubicBezTo>
                <a:close/>
                <a:moveTo>
                  <a:pt x="2483" y="1066"/>
                </a:moveTo>
                <a:cubicBezTo>
                  <a:pt x="2491" y="1068"/>
                  <a:pt x="2493" y="1078"/>
                  <a:pt x="2493" y="1085"/>
                </a:cubicBezTo>
                <a:cubicBezTo>
                  <a:pt x="2493" y="1085"/>
                  <a:pt x="2493" y="1085"/>
                  <a:pt x="2493" y="1323"/>
                </a:cubicBezTo>
                <a:cubicBezTo>
                  <a:pt x="2493" y="1333"/>
                  <a:pt x="2491" y="1341"/>
                  <a:pt x="2483" y="1345"/>
                </a:cubicBezTo>
                <a:cubicBezTo>
                  <a:pt x="2483" y="1345"/>
                  <a:pt x="2483" y="1345"/>
                  <a:pt x="2366" y="1386"/>
                </a:cubicBezTo>
                <a:cubicBezTo>
                  <a:pt x="2360" y="1388"/>
                  <a:pt x="2350" y="1398"/>
                  <a:pt x="2348" y="1405"/>
                </a:cubicBezTo>
                <a:cubicBezTo>
                  <a:pt x="2348" y="1405"/>
                  <a:pt x="2348" y="1405"/>
                  <a:pt x="2311" y="1492"/>
                </a:cubicBezTo>
                <a:cubicBezTo>
                  <a:pt x="2309" y="1498"/>
                  <a:pt x="2309" y="1513"/>
                  <a:pt x="2311" y="1521"/>
                </a:cubicBezTo>
                <a:cubicBezTo>
                  <a:pt x="2311" y="1521"/>
                  <a:pt x="2311" y="1521"/>
                  <a:pt x="2366" y="1635"/>
                </a:cubicBezTo>
                <a:cubicBezTo>
                  <a:pt x="2372" y="1643"/>
                  <a:pt x="2370" y="1655"/>
                  <a:pt x="2364" y="1659"/>
                </a:cubicBezTo>
                <a:cubicBezTo>
                  <a:pt x="2364" y="1659"/>
                  <a:pt x="2364" y="1659"/>
                  <a:pt x="2192" y="1828"/>
                </a:cubicBezTo>
                <a:cubicBezTo>
                  <a:pt x="2188" y="1835"/>
                  <a:pt x="2176" y="1839"/>
                  <a:pt x="2170" y="1833"/>
                </a:cubicBezTo>
                <a:cubicBezTo>
                  <a:pt x="2170" y="1833"/>
                  <a:pt x="2170" y="1833"/>
                  <a:pt x="2055" y="1780"/>
                </a:cubicBezTo>
                <a:cubicBezTo>
                  <a:pt x="2049" y="1775"/>
                  <a:pt x="2037" y="1777"/>
                  <a:pt x="2027" y="1780"/>
                </a:cubicBezTo>
                <a:cubicBezTo>
                  <a:pt x="2027" y="1780"/>
                  <a:pt x="2027" y="1780"/>
                  <a:pt x="1935" y="1820"/>
                </a:cubicBezTo>
                <a:cubicBezTo>
                  <a:pt x="1924" y="1826"/>
                  <a:pt x="1918" y="1839"/>
                  <a:pt x="1916" y="1847"/>
                </a:cubicBezTo>
                <a:cubicBezTo>
                  <a:pt x="1916" y="1847"/>
                  <a:pt x="1916" y="1847"/>
                  <a:pt x="1871" y="1975"/>
                </a:cubicBezTo>
                <a:cubicBezTo>
                  <a:pt x="1869" y="1981"/>
                  <a:pt x="1859" y="2008"/>
                  <a:pt x="1853" y="2008"/>
                </a:cubicBezTo>
                <a:cubicBezTo>
                  <a:pt x="1853" y="2008"/>
                  <a:pt x="1853" y="2008"/>
                  <a:pt x="1611" y="2008"/>
                </a:cubicBezTo>
                <a:cubicBezTo>
                  <a:pt x="1603" y="2008"/>
                  <a:pt x="1593" y="1981"/>
                  <a:pt x="1591" y="1975"/>
                </a:cubicBezTo>
                <a:cubicBezTo>
                  <a:pt x="1591" y="1975"/>
                  <a:pt x="1591" y="1975"/>
                  <a:pt x="1550" y="1839"/>
                </a:cubicBezTo>
                <a:cubicBezTo>
                  <a:pt x="1548" y="1828"/>
                  <a:pt x="1538" y="1820"/>
                  <a:pt x="1532" y="1816"/>
                </a:cubicBezTo>
                <a:cubicBezTo>
                  <a:pt x="1532" y="1816"/>
                  <a:pt x="1532" y="1816"/>
                  <a:pt x="1433" y="1777"/>
                </a:cubicBezTo>
                <a:cubicBezTo>
                  <a:pt x="1427" y="1773"/>
                  <a:pt x="1413" y="1773"/>
                  <a:pt x="1405" y="1777"/>
                </a:cubicBezTo>
                <a:cubicBezTo>
                  <a:pt x="1405" y="1777"/>
                  <a:pt x="1405" y="1777"/>
                  <a:pt x="1290" y="1833"/>
                </a:cubicBezTo>
                <a:cubicBezTo>
                  <a:pt x="1282" y="1839"/>
                  <a:pt x="1270" y="1835"/>
                  <a:pt x="1266" y="1828"/>
                </a:cubicBezTo>
                <a:cubicBezTo>
                  <a:pt x="1266" y="1828"/>
                  <a:pt x="1266" y="1828"/>
                  <a:pt x="1094" y="1659"/>
                </a:cubicBezTo>
                <a:cubicBezTo>
                  <a:pt x="1090" y="1655"/>
                  <a:pt x="1086" y="1643"/>
                  <a:pt x="1090" y="1635"/>
                </a:cubicBezTo>
                <a:cubicBezTo>
                  <a:pt x="1090" y="1635"/>
                  <a:pt x="1090" y="1635"/>
                  <a:pt x="1149" y="1513"/>
                </a:cubicBezTo>
                <a:cubicBezTo>
                  <a:pt x="1151" y="1506"/>
                  <a:pt x="1151" y="1494"/>
                  <a:pt x="1149" y="1486"/>
                </a:cubicBezTo>
                <a:cubicBezTo>
                  <a:pt x="1149" y="1486"/>
                  <a:pt x="1149" y="1486"/>
                  <a:pt x="1117" y="1405"/>
                </a:cubicBezTo>
                <a:cubicBezTo>
                  <a:pt x="1110" y="1398"/>
                  <a:pt x="1100" y="1388"/>
                  <a:pt x="1094" y="1386"/>
                </a:cubicBezTo>
                <a:cubicBezTo>
                  <a:pt x="1094" y="1386"/>
                  <a:pt x="1094" y="1386"/>
                  <a:pt x="967" y="1345"/>
                </a:cubicBezTo>
                <a:cubicBezTo>
                  <a:pt x="961" y="1341"/>
                  <a:pt x="947" y="1333"/>
                  <a:pt x="947" y="1323"/>
                </a:cubicBezTo>
                <a:cubicBezTo>
                  <a:pt x="947" y="1323"/>
                  <a:pt x="947" y="1323"/>
                  <a:pt x="947" y="1085"/>
                </a:cubicBezTo>
                <a:cubicBezTo>
                  <a:pt x="947" y="1078"/>
                  <a:pt x="961" y="1068"/>
                  <a:pt x="967" y="1066"/>
                </a:cubicBezTo>
                <a:cubicBezTo>
                  <a:pt x="967" y="1066"/>
                  <a:pt x="967" y="1066"/>
                  <a:pt x="1096" y="1021"/>
                </a:cubicBezTo>
                <a:cubicBezTo>
                  <a:pt x="1106" y="1019"/>
                  <a:pt x="1112" y="1011"/>
                  <a:pt x="1117" y="1003"/>
                </a:cubicBezTo>
                <a:cubicBezTo>
                  <a:pt x="1117" y="1003"/>
                  <a:pt x="1117" y="1003"/>
                  <a:pt x="1151" y="915"/>
                </a:cubicBezTo>
                <a:cubicBezTo>
                  <a:pt x="1157" y="909"/>
                  <a:pt x="1153" y="897"/>
                  <a:pt x="1151" y="889"/>
                </a:cubicBezTo>
                <a:cubicBezTo>
                  <a:pt x="1151" y="889"/>
                  <a:pt x="1151" y="889"/>
                  <a:pt x="1092" y="762"/>
                </a:cubicBezTo>
                <a:cubicBezTo>
                  <a:pt x="1086" y="754"/>
                  <a:pt x="1090" y="746"/>
                  <a:pt x="1094" y="738"/>
                </a:cubicBezTo>
                <a:cubicBezTo>
                  <a:pt x="1094" y="738"/>
                  <a:pt x="1094" y="738"/>
                  <a:pt x="1266" y="569"/>
                </a:cubicBezTo>
                <a:cubicBezTo>
                  <a:pt x="1270" y="565"/>
                  <a:pt x="1282" y="563"/>
                  <a:pt x="1290" y="565"/>
                </a:cubicBezTo>
                <a:cubicBezTo>
                  <a:pt x="1290" y="565"/>
                  <a:pt x="1290" y="565"/>
                  <a:pt x="1415" y="628"/>
                </a:cubicBezTo>
                <a:cubicBezTo>
                  <a:pt x="1423" y="630"/>
                  <a:pt x="1438" y="632"/>
                  <a:pt x="1444" y="628"/>
                </a:cubicBezTo>
                <a:cubicBezTo>
                  <a:pt x="1444" y="628"/>
                  <a:pt x="1444" y="628"/>
                  <a:pt x="1532" y="595"/>
                </a:cubicBezTo>
                <a:cubicBezTo>
                  <a:pt x="1538" y="591"/>
                  <a:pt x="1548" y="587"/>
                  <a:pt x="1550" y="579"/>
                </a:cubicBezTo>
                <a:cubicBezTo>
                  <a:pt x="1550" y="579"/>
                  <a:pt x="1550" y="579"/>
                  <a:pt x="1591" y="469"/>
                </a:cubicBezTo>
                <a:cubicBezTo>
                  <a:pt x="1593" y="459"/>
                  <a:pt x="1603" y="469"/>
                  <a:pt x="1611" y="469"/>
                </a:cubicBezTo>
                <a:cubicBezTo>
                  <a:pt x="1611" y="469"/>
                  <a:pt x="1611" y="469"/>
                  <a:pt x="1853" y="469"/>
                </a:cubicBezTo>
                <a:cubicBezTo>
                  <a:pt x="1859" y="469"/>
                  <a:pt x="1869" y="459"/>
                  <a:pt x="1871" y="469"/>
                </a:cubicBezTo>
                <a:cubicBezTo>
                  <a:pt x="1871" y="469"/>
                  <a:pt x="1871" y="469"/>
                  <a:pt x="1916" y="573"/>
                </a:cubicBezTo>
                <a:cubicBezTo>
                  <a:pt x="1918" y="579"/>
                  <a:pt x="1924" y="589"/>
                  <a:pt x="1935" y="591"/>
                </a:cubicBezTo>
                <a:cubicBezTo>
                  <a:pt x="1935" y="591"/>
                  <a:pt x="1935" y="591"/>
                  <a:pt x="2016" y="626"/>
                </a:cubicBezTo>
                <a:cubicBezTo>
                  <a:pt x="2025" y="630"/>
                  <a:pt x="2039" y="628"/>
                  <a:pt x="2045" y="626"/>
                </a:cubicBezTo>
                <a:cubicBezTo>
                  <a:pt x="2045" y="626"/>
                  <a:pt x="2045" y="626"/>
                  <a:pt x="2170" y="565"/>
                </a:cubicBezTo>
                <a:cubicBezTo>
                  <a:pt x="2176" y="563"/>
                  <a:pt x="2188" y="563"/>
                  <a:pt x="2192" y="569"/>
                </a:cubicBezTo>
                <a:cubicBezTo>
                  <a:pt x="2192" y="569"/>
                  <a:pt x="2192" y="569"/>
                  <a:pt x="2364" y="738"/>
                </a:cubicBezTo>
                <a:cubicBezTo>
                  <a:pt x="2370" y="746"/>
                  <a:pt x="2372" y="754"/>
                  <a:pt x="2366" y="762"/>
                </a:cubicBezTo>
                <a:cubicBezTo>
                  <a:pt x="2366" y="762"/>
                  <a:pt x="2366" y="762"/>
                  <a:pt x="2309" y="885"/>
                </a:cubicBezTo>
                <a:cubicBezTo>
                  <a:pt x="2305" y="893"/>
                  <a:pt x="2305" y="905"/>
                  <a:pt x="2309" y="911"/>
                </a:cubicBezTo>
                <a:cubicBezTo>
                  <a:pt x="2309" y="911"/>
                  <a:pt x="2309" y="911"/>
                  <a:pt x="2346" y="1003"/>
                </a:cubicBezTo>
                <a:cubicBezTo>
                  <a:pt x="2350" y="1011"/>
                  <a:pt x="2358" y="1019"/>
                  <a:pt x="2364" y="1021"/>
                </a:cubicBezTo>
                <a:cubicBezTo>
                  <a:pt x="2364" y="1021"/>
                  <a:pt x="2364" y="1021"/>
                  <a:pt x="2483" y="1066"/>
                </a:cubicBezTo>
                <a:close/>
                <a:moveTo>
                  <a:pt x="1730" y="1614"/>
                </a:moveTo>
                <a:cubicBezTo>
                  <a:pt x="1943" y="1614"/>
                  <a:pt x="2117" y="1441"/>
                  <a:pt x="2117" y="1229"/>
                </a:cubicBezTo>
                <a:cubicBezTo>
                  <a:pt x="2117" y="1017"/>
                  <a:pt x="1943" y="844"/>
                  <a:pt x="1730" y="844"/>
                </a:cubicBezTo>
                <a:cubicBezTo>
                  <a:pt x="1517" y="844"/>
                  <a:pt x="1344" y="1017"/>
                  <a:pt x="1344" y="1229"/>
                </a:cubicBezTo>
                <a:cubicBezTo>
                  <a:pt x="1344" y="1441"/>
                  <a:pt x="1517" y="1614"/>
                  <a:pt x="1730" y="1614"/>
                </a:cubicBezTo>
                <a:close/>
                <a:moveTo>
                  <a:pt x="454" y="536"/>
                </a:moveTo>
                <a:cubicBezTo>
                  <a:pt x="454" y="589"/>
                  <a:pt x="497" y="632"/>
                  <a:pt x="550" y="632"/>
                </a:cubicBezTo>
                <a:cubicBezTo>
                  <a:pt x="603" y="632"/>
                  <a:pt x="646" y="589"/>
                  <a:pt x="646" y="536"/>
                </a:cubicBezTo>
                <a:cubicBezTo>
                  <a:pt x="646" y="483"/>
                  <a:pt x="603" y="440"/>
                  <a:pt x="550" y="440"/>
                </a:cubicBezTo>
                <a:cubicBezTo>
                  <a:pt x="497" y="440"/>
                  <a:pt x="454" y="483"/>
                  <a:pt x="454" y="536"/>
                </a:cubicBezTo>
                <a:close/>
                <a:moveTo>
                  <a:pt x="1076" y="420"/>
                </a:moveTo>
                <a:cubicBezTo>
                  <a:pt x="1082" y="422"/>
                  <a:pt x="1082" y="430"/>
                  <a:pt x="1082" y="434"/>
                </a:cubicBezTo>
                <a:cubicBezTo>
                  <a:pt x="1082" y="434"/>
                  <a:pt x="1082" y="434"/>
                  <a:pt x="1082" y="601"/>
                </a:cubicBezTo>
                <a:cubicBezTo>
                  <a:pt x="1082" y="608"/>
                  <a:pt x="1082" y="616"/>
                  <a:pt x="1076" y="616"/>
                </a:cubicBezTo>
                <a:cubicBezTo>
                  <a:pt x="1076" y="616"/>
                  <a:pt x="1076" y="616"/>
                  <a:pt x="996" y="646"/>
                </a:cubicBezTo>
                <a:cubicBezTo>
                  <a:pt x="992" y="646"/>
                  <a:pt x="984" y="655"/>
                  <a:pt x="982" y="659"/>
                </a:cubicBezTo>
                <a:cubicBezTo>
                  <a:pt x="982" y="659"/>
                  <a:pt x="982" y="659"/>
                  <a:pt x="957" y="718"/>
                </a:cubicBezTo>
                <a:cubicBezTo>
                  <a:pt x="955" y="726"/>
                  <a:pt x="955" y="734"/>
                  <a:pt x="957" y="740"/>
                </a:cubicBezTo>
                <a:cubicBezTo>
                  <a:pt x="957" y="740"/>
                  <a:pt x="957" y="740"/>
                  <a:pt x="996" y="820"/>
                </a:cubicBezTo>
                <a:cubicBezTo>
                  <a:pt x="998" y="824"/>
                  <a:pt x="998" y="834"/>
                  <a:pt x="994" y="836"/>
                </a:cubicBezTo>
                <a:cubicBezTo>
                  <a:pt x="994" y="836"/>
                  <a:pt x="994" y="836"/>
                  <a:pt x="875" y="956"/>
                </a:cubicBezTo>
                <a:cubicBezTo>
                  <a:pt x="871" y="958"/>
                  <a:pt x="863" y="962"/>
                  <a:pt x="859" y="958"/>
                </a:cubicBezTo>
                <a:cubicBezTo>
                  <a:pt x="859" y="958"/>
                  <a:pt x="859" y="958"/>
                  <a:pt x="777" y="922"/>
                </a:cubicBezTo>
                <a:cubicBezTo>
                  <a:pt x="771" y="917"/>
                  <a:pt x="765" y="917"/>
                  <a:pt x="757" y="924"/>
                </a:cubicBezTo>
                <a:cubicBezTo>
                  <a:pt x="757" y="924"/>
                  <a:pt x="757" y="924"/>
                  <a:pt x="693" y="952"/>
                </a:cubicBezTo>
                <a:cubicBezTo>
                  <a:pt x="687" y="952"/>
                  <a:pt x="681" y="964"/>
                  <a:pt x="681" y="968"/>
                </a:cubicBezTo>
                <a:cubicBezTo>
                  <a:pt x="681" y="968"/>
                  <a:pt x="681" y="968"/>
                  <a:pt x="650" y="1060"/>
                </a:cubicBezTo>
                <a:cubicBezTo>
                  <a:pt x="648" y="1064"/>
                  <a:pt x="642" y="1085"/>
                  <a:pt x="636" y="1085"/>
                </a:cubicBezTo>
                <a:cubicBezTo>
                  <a:pt x="636" y="1085"/>
                  <a:pt x="636" y="1085"/>
                  <a:pt x="468" y="1085"/>
                </a:cubicBezTo>
                <a:cubicBezTo>
                  <a:pt x="462" y="1085"/>
                  <a:pt x="456" y="1064"/>
                  <a:pt x="454" y="1060"/>
                </a:cubicBezTo>
                <a:cubicBezTo>
                  <a:pt x="454" y="1060"/>
                  <a:pt x="454" y="1060"/>
                  <a:pt x="423" y="962"/>
                </a:cubicBezTo>
                <a:cubicBezTo>
                  <a:pt x="421" y="954"/>
                  <a:pt x="417" y="950"/>
                  <a:pt x="409" y="948"/>
                </a:cubicBezTo>
                <a:cubicBezTo>
                  <a:pt x="409" y="948"/>
                  <a:pt x="409" y="948"/>
                  <a:pt x="341" y="917"/>
                </a:cubicBezTo>
                <a:cubicBezTo>
                  <a:pt x="337" y="915"/>
                  <a:pt x="329" y="915"/>
                  <a:pt x="323" y="917"/>
                </a:cubicBezTo>
                <a:cubicBezTo>
                  <a:pt x="323" y="917"/>
                  <a:pt x="323" y="917"/>
                  <a:pt x="241" y="958"/>
                </a:cubicBezTo>
                <a:cubicBezTo>
                  <a:pt x="235" y="962"/>
                  <a:pt x="229" y="958"/>
                  <a:pt x="223" y="956"/>
                </a:cubicBezTo>
                <a:cubicBezTo>
                  <a:pt x="223" y="956"/>
                  <a:pt x="223" y="956"/>
                  <a:pt x="106" y="836"/>
                </a:cubicBezTo>
                <a:cubicBezTo>
                  <a:pt x="100" y="834"/>
                  <a:pt x="100" y="824"/>
                  <a:pt x="102" y="820"/>
                </a:cubicBezTo>
                <a:cubicBezTo>
                  <a:pt x="102" y="820"/>
                  <a:pt x="102" y="820"/>
                  <a:pt x="145" y="736"/>
                </a:cubicBezTo>
                <a:cubicBezTo>
                  <a:pt x="147" y="730"/>
                  <a:pt x="147" y="722"/>
                  <a:pt x="145" y="716"/>
                </a:cubicBezTo>
                <a:cubicBezTo>
                  <a:pt x="145" y="716"/>
                  <a:pt x="145" y="716"/>
                  <a:pt x="121" y="659"/>
                </a:cubicBezTo>
                <a:cubicBezTo>
                  <a:pt x="119" y="655"/>
                  <a:pt x="110" y="646"/>
                  <a:pt x="102" y="646"/>
                </a:cubicBezTo>
                <a:cubicBezTo>
                  <a:pt x="102" y="646"/>
                  <a:pt x="102" y="646"/>
                  <a:pt x="16" y="616"/>
                </a:cubicBezTo>
                <a:cubicBezTo>
                  <a:pt x="12" y="616"/>
                  <a:pt x="0" y="608"/>
                  <a:pt x="0" y="601"/>
                </a:cubicBezTo>
                <a:cubicBezTo>
                  <a:pt x="0" y="601"/>
                  <a:pt x="0" y="601"/>
                  <a:pt x="0" y="434"/>
                </a:cubicBezTo>
                <a:cubicBezTo>
                  <a:pt x="0" y="430"/>
                  <a:pt x="12" y="422"/>
                  <a:pt x="16" y="420"/>
                </a:cubicBezTo>
                <a:cubicBezTo>
                  <a:pt x="16" y="420"/>
                  <a:pt x="16" y="420"/>
                  <a:pt x="108" y="392"/>
                </a:cubicBezTo>
                <a:cubicBezTo>
                  <a:pt x="112" y="390"/>
                  <a:pt x="121" y="383"/>
                  <a:pt x="121" y="377"/>
                </a:cubicBezTo>
                <a:cubicBezTo>
                  <a:pt x="121" y="377"/>
                  <a:pt x="121" y="377"/>
                  <a:pt x="147" y="316"/>
                </a:cubicBezTo>
                <a:cubicBezTo>
                  <a:pt x="149" y="312"/>
                  <a:pt x="149" y="302"/>
                  <a:pt x="147" y="298"/>
                </a:cubicBezTo>
                <a:cubicBezTo>
                  <a:pt x="147" y="298"/>
                  <a:pt x="147" y="298"/>
                  <a:pt x="102" y="208"/>
                </a:cubicBezTo>
                <a:cubicBezTo>
                  <a:pt x="100" y="204"/>
                  <a:pt x="100" y="196"/>
                  <a:pt x="106" y="192"/>
                </a:cubicBezTo>
                <a:cubicBezTo>
                  <a:pt x="106" y="192"/>
                  <a:pt x="106" y="192"/>
                  <a:pt x="223" y="74"/>
                </a:cubicBezTo>
                <a:cubicBezTo>
                  <a:pt x="229" y="69"/>
                  <a:pt x="235" y="69"/>
                  <a:pt x="241" y="72"/>
                </a:cubicBezTo>
                <a:cubicBezTo>
                  <a:pt x="241" y="72"/>
                  <a:pt x="241" y="72"/>
                  <a:pt x="329" y="114"/>
                </a:cubicBezTo>
                <a:cubicBezTo>
                  <a:pt x="335" y="116"/>
                  <a:pt x="346" y="116"/>
                  <a:pt x="350" y="114"/>
                </a:cubicBezTo>
                <a:cubicBezTo>
                  <a:pt x="350" y="114"/>
                  <a:pt x="350" y="114"/>
                  <a:pt x="409" y="94"/>
                </a:cubicBezTo>
                <a:cubicBezTo>
                  <a:pt x="417" y="90"/>
                  <a:pt x="421" y="88"/>
                  <a:pt x="423" y="82"/>
                </a:cubicBezTo>
                <a:cubicBezTo>
                  <a:pt x="423" y="82"/>
                  <a:pt x="423" y="82"/>
                  <a:pt x="454" y="4"/>
                </a:cubicBezTo>
                <a:cubicBezTo>
                  <a:pt x="456" y="0"/>
                  <a:pt x="462" y="6"/>
                  <a:pt x="468" y="6"/>
                </a:cubicBezTo>
                <a:cubicBezTo>
                  <a:pt x="468" y="6"/>
                  <a:pt x="468" y="6"/>
                  <a:pt x="636" y="6"/>
                </a:cubicBezTo>
                <a:cubicBezTo>
                  <a:pt x="642" y="6"/>
                  <a:pt x="648" y="0"/>
                  <a:pt x="650" y="4"/>
                </a:cubicBezTo>
                <a:cubicBezTo>
                  <a:pt x="650" y="4"/>
                  <a:pt x="650" y="4"/>
                  <a:pt x="681" y="76"/>
                </a:cubicBezTo>
                <a:cubicBezTo>
                  <a:pt x="681" y="82"/>
                  <a:pt x="687" y="88"/>
                  <a:pt x="693" y="88"/>
                </a:cubicBezTo>
                <a:cubicBezTo>
                  <a:pt x="693" y="88"/>
                  <a:pt x="693" y="88"/>
                  <a:pt x="753" y="112"/>
                </a:cubicBezTo>
                <a:cubicBezTo>
                  <a:pt x="757" y="114"/>
                  <a:pt x="765" y="114"/>
                  <a:pt x="771" y="112"/>
                </a:cubicBezTo>
                <a:cubicBezTo>
                  <a:pt x="771" y="112"/>
                  <a:pt x="771" y="112"/>
                  <a:pt x="859" y="72"/>
                </a:cubicBezTo>
                <a:cubicBezTo>
                  <a:pt x="863" y="69"/>
                  <a:pt x="871" y="69"/>
                  <a:pt x="875" y="74"/>
                </a:cubicBezTo>
                <a:cubicBezTo>
                  <a:pt x="875" y="74"/>
                  <a:pt x="875" y="74"/>
                  <a:pt x="994" y="192"/>
                </a:cubicBezTo>
                <a:cubicBezTo>
                  <a:pt x="998" y="196"/>
                  <a:pt x="998" y="204"/>
                  <a:pt x="996" y="208"/>
                </a:cubicBezTo>
                <a:cubicBezTo>
                  <a:pt x="996" y="208"/>
                  <a:pt x="996" y="208"/>
                  <a:pt x="955" y="296"/>
                </a:cubicBezTo>
                <a:cubicBezTo>
                  <a:pt x="953" y="300"/>
                  <a:pt x="953" y="308"/>
                  <a:pt x="955" y="314"/>
                </a:cubicBezTo>
                <a:cubicBezTo>
                  <a:pt x="955" y="314"/>
                  <a:pt x="955" y="314"/>
                  <a:pt x="982" y="377"/>
                </a:cubicBezTo>
                <a:cubicBezTo>
                  <a:pt x="984" y="383"/>
                  <a:pt x="990" y="390"/>
                  <a:pt x="994" y="392"/>
                </a:cubicBezTo>
                <a:cubicBezTo>
                  <a:pt x="994" y="392"/>
                  <a:pt x="994" y="392"/>
                  <a:pt x="1076" y="420"/>
                </a:cubicBezTo>
                <a:close/>
                <a:moveTo>
                  <a:pt x="550" y="805"/>
                </a:moveTo>
                <a:cubicBezTo>
                  <a:pt x="699" y="805"/>
                  <a:pt x="820" y="685"/>
                  <a:pt x="820" y="536"/>
                </a:cubicBezTo>
                <a:cubicBezTo>
                  <a:pt x="820" y="387"/>
                  <a:pt x="699" y="267"/>
                  <a:pt x="550" y="267"/>
                </a:cubicBezTo>
                <a:cubicBezTo>
                  <a:pt x="401" y="267"/>
                  <a:pt x="280" y="387"/>
                  <a:pt x="280" y="536"/>
                </a:cubicBezTo>
                <a:cubicBezTo>
                  <a:pt x="280" y="685"/>
                  <a:pt x="401" y="805"/>
                  <a:pt x="550" y="805"/>
                </a:cubicBezTo>
                <a:close/>
              </a:path>
            </a:pathLst>
          </a:custGeom>
          <a:solidFill>
            <a:schemeClr val="dk2"/>
          </a:solidFill>
          <a:ln>
            <a:noFill/>
          </a:ln>
        </p:spPr>
        <p:txBody>
          <a:bodyPr vert="horz" wrap="square" lIns="91423" tIns="45710" rIns="91423" bIns="4571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139">
              <a:defRPr/>
            </a:pPr>
            <a:endParaRPr lang="en-US" sz="1765">
              <a:solidFill>
                <a:srgbClr val="000000"/>
              </a:solidFill>
              <a:latin typeface="Segoe UI"/>
            </a:endParaRPr>
          </a:p>
        </p:txBody>
      </p:sp>
      <p:sp>
        <p:nvSpPr>
          <p:cNvPr id="52" name="Freeform 323">
            <a:extLst>
              <a:ext uri="{FF2B5EF4-FFF2-40B4-BE49-F238E27FC236}">
                <a16:creationId xmlns:a16="http://schemas.microsoft.com/office/drawing/2014/main" id="{B81248AD-5FAB-4725-8F10-3592DDC28127}"/>
              </a:ext>
            </a:extLst>
          </p:cNvPr>
          <p:cNvSpPr>
            <a:spLocks noEditPoints="1"/>
          </p:cNvSpPr>
          <p:nvPr/>
        </p:nvSpPr>
        <p:spPr bwMode="auto">
          <a:xfrm>
            <a:off x="5558576" y="5394178"/>
            <a:ext cx="289015" cy="483407"/>
          </a:xfrm>
          <a:custGeom>
            <a:avLst/>
            <a:gdLst>
              <a:gd name="T0" fmla="*/ 2929 w 3010"/>
              <a:gd name="T1" fmla="*/ 0 h 5178"/>
              <a:gd name="T2" fmla="*/ 2257 w 3010"/>
              <a:gd name="T3" fmla="*/ 556 h 5178"/>
              <a:gd name="T4" fmla="*/ 0 w 3010"/>
              <a:gd name="T5" fmla="*/ 556 h 5178"/>
              <a:gd name="T6" fmla="*/ 858 w 3010"/>
              <a:gd name="T7" fmla="*/ 0 h 5178"/>
              <a:gd name="T8" fmla="*/ 2929 w 3010"/>
              <a:gd name="T9" fmla="*/ 0 h 5178"/>
              <a:gd name="T10" fmla="*/ 2929 w 3010"/>
              <a:gd name="T11" fmla="*/ 0 h 5178"/>
              <a:gd name="T12" fmla="*/ 2929 w 3010"/>
              <a:gd name="T13" fmla="*/ 0 h 5178"/>
              <a:gd name="T14" fmla="*/ 2345 w 3010"/>
              <a:gd name="T15" fmla="*/ 601 h 5178"/>
              <a:gd name="T16" fmla="*/ 2345 w 3010"/>
              <a:gd name="T17" fmla="*/ 5178 h 5178"/>
              <a:gd name="T18" fmla="*/ 3010 w 3010"/>
              <a:gd name="T19" fmla="*/ 4319 h 5178"/>
              <a:gd name="T20" fmla="*/ 3010 w 3010"/>
              <a:gd name="T21" fmla="*/ 61 h 5178"/>
              <a:gd name="T22" fmla="*/ 2345 w 3010"/>
              <a:gd name="T23" fmla="*/ 601 h 5178"/>
              <a:gd name="T24" fmla="*/ 2345 w 3010"/>
              <a:gd name="T25" fmla="*/ 601 h 5178"/>
              <a:gd name="T26" fmla="*/ 2345 w 3010"/>
              <a:gd name="T27" fmla="*/ 601 h 5178"/>
              <a:gd name="T28" fmla="*/ 0 w 3010"/>
              <a:gd name="T29" fmla="*/ 646 h 5178"/>
              <a:gd name="T30" fmla="*/ 2257 w 3010"/>
              <a:gd name="T31" fmla="*/ 646 h 5178"/>
              <a:gd name="T32" fmla="*/ 2257 w 3010"/>
              <a:gd name="T33" fmla="*/ 5178 h 5178"/>
              <a:gd name="T34" fmla="*/ 0 w 3010"/>
              <a:gd name="T35" fmla="*/ 5178 h 5178"/>
              <a:gd name="T36" fmla="*/ 0 w 3010"/>
              <a:gd name="T37" fmla="*/ 646 h 5178"/>
              <a:gd name="T38" fmla="*/ 0 w 3010"/>
              <a:gd name="T39" fmla="*/ 646 h 5178"/>
              <a:gd name="T40" fmla="*/ 0 w 3010"/>
              <a:gd name="T41" fmla="*/ 646 h 5178"/>
              <a:gd name="T42" fmla="*/ 168 w 3010"/>
              <a:gd name="T43" fmla="*/ 1060 h 5178"/>
              <a:gd name="T44" fmla="*/ 2089 w 3010"/>
              <a:gd name="T45" fmla="*/ 1060 h 5178"/>
              <a:gd name="T46" fmla="*/ 2089 w 3010"/>
              <a:gd name="T47" fmla="*/ 830 h 5178"/>
              <a:gd name="T48" fmla="*/ 168 w 3010"/>
              <a:gd name="T49" fmla="*/ 830 h 5178"/>
              <a:gd name="T50" fmla="*/ 168 w 3010"/>
              <a:gd name="T51" fmla="*/ 1060 h 5178"/>
              <a:gd name="T52" fmla="*/ 168 w 3010"/>
              <a:gd name="T53" fmla="*/ 1060 h 5178"/>
              <a:gd name="T54" fmla="*/ 168 w 3010"/>
              <a:gd name="T55" fmla="*/ 1060 h 5178"/>
              <a:gd name="T56" fmla="*/ 168 w 3010"/>
              <a:gd name="T57" fmla="*/ 1457 h 5178"/>
              <a:gd name="T58" fmla="*/ 2089 w 3010"/>
              <a:gd name="T59" fmla="*/ 1457 h 5178"/>
              <a:gd name="T60" fmla="*/ 2089 w 3010"/>
              <a:gd name="T61" fmla="*/ 1228 h 5178"/>
              <a:gd name="T62" fmla="*/ 168 w 3010"/>
              <a:gd name="T63" fmla="*/ 1228 h 5178"/>
              <a:gd name="T64" fmla="*/ 168 w 3010"/>
              <a:gd name="T65" fmla="*/ 1457 h 5178"/>
              <a:gd name="T66" fmla="*/ 168 w 3010"/>
              <a:gd name="T67" fmla="*/ 1457 h 5178"/>
              <a:gd name="T68" fmla="*/ 168 w 3010"/>
              <a:gd name="T69" fmla="*/ 1457 h 5178"/>
              <a:gd name="T70" fmla="*/ 168 w 3010"/>
              <a:gd name="T71" fmla="*/ 1854 h 5178"/>
              <a:gd name="T72" fmla="*/ 2089 w 3010"/>
              <a:gd name="T73" fmla="*/ 1854 h 5178"/>
              <a:gd name="T74" fmla="*/ 2089 w 3010"/>
              <a:gd name="T75" fmla="*/ 1625 h 5178"/>
              <a:gd name="T76" fmla="*/ 168 w 3010"/>
              <a:gd name="T77" fmla="*/ 1625 h 5178"/>
              <a:gd name="T78" fmla="*/ 168 w 3010"/>
              <a:gd name="T79" fmla="*/ 1854 h 5178"/>
              <a:gd name="T80" fmla="*/ 168 w 3010"/>
              <a:gd name="T81" fmla="*/ 1854 h 5178"/>
              <a:gd name="T82" fmla="*/ 168 w 3010"/>
              <a:gd name="T83" fmla="*/ 1854 h 5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3010" h="5178">
                <a:moveTo>
                  <a:pt x="2929" y="0"/>
                </a:moveTo>
                <a:lnTo>
                  <a:pt x="2257" y="556"/>
                </a:lnTo>
                <a:lnTo>
                  <a:pt x="0" y="556"/>
                </a:lnTo>
                <a:lnTo>
                  <a:pt x="858" y="0"/>
                </a:lnTo>
                <a:lnTo>
                  <a:pt x="2929" y="0"/>
                </a:lnTo>
                <a:lnTo>
                  <a:pt x="2929" y="0"/>
                </a:lnTo>
                <a:lnTo>
                  <a:pt x="2929" y="0"/>
                </a:lnTo>
                <a:close/>
                <a:moveTo>
                  <a:pt x="2345" y="601"/>
                </a:moveTo>
                <a:lnTo>
                  <a:pt x="2345" y="5178"/>
                </a:lnTo>
                <a:lnTo>
                  <a:pt x="3010" y="4319"/>
                </a:lnTo>
                <a:lnTo>
                  <a:pt x="3010" y="61"/>
                </a:lnTo>
                <a:lnTo>
                  <a:pt x="2345" y="601"/>
                </a:lnTo>
                <a:lnTo>
                  <a:pt x="2345" y="601"/>
                </a:lnTo>
                <a:lnTo>
                  <a:pt x="2345" y="601"/>
                </a:lnTo>
                <a:close/>
                <a:moveTo>
                  <a:pt x="0" y="646"/>
                </a:moveTo>
                <a:lnTo>
                  <a:pt x="2257" y="646"/>
                </a:lnTo>
                <a:lnTo>
                  <a:pt x="2257" y="5178"/>
                </a:lnTo>
                <a:lnTo>
                  <a:pt x="0" y="5178"/>
                </a:lnTo>
                <a:lnTo>
                  <a:pt x="0" y="646"/>
                </a:lnTo>
                <a:lnTo>
                  <a:pt x="0" y="646"/>
                </a:lnTo>
                <a:lnTo>
                  <a:pt x="0" y="646"/>
                </a:lnTo>
                <a:close/>
                <a:moveTo>
                  <a:pt x="168" y="1060"/>
                </a:moveTo>
                <a:lnTo>
                  <a:pt x="2089" y="1060"/>
                </a:lnTo>
                <a:lnTo>
                  <a:pt x="2089" y="830"/>
                </a:lnTo>
                <a:lnTo>
                  <a:pt x="168" y="830"/>
                </a:lnTo>
                <a:lnTo>
                  <a:pt x="168" y="1060"/>
                </a:lnTo>
                <a:lnTo>
                  <a:pt x="168" y="1060"/>
                </a:lnTo>
                <a:lnTo>
                  <a:pt x="168" y="1060"/>
                </a:lnTo>
                <a:close/>
                <a:moveTo>
                  <a:pt x="168" y="1457"/>
                </a:moveTo>
                <a:lnTo>
                  <a:pt x="2089" y="1457"/>
                </a:lnTo>
                <a:lnTo>
                  <a:pt x="2089" y="1228"/>
                </a:lnTo>
                <a:lnTo>
                  <a:pt x="168" y="1228"/>
                </a:lnTo>
                <a:lnTo>
                  <a:pt x="168" y="1457"/>
                </a:lnTo>
                <a:lnTo>
                  <a:pt x="168" y="1457"/>
                </a:lnTo>
                <a:lnTo>
                  <a:pt x="168" y="1457"/>
                </a:lnTo>
                <a:close/>
                <a:moveTo>
                  <a:pt x="168" y="1854"/>
                </a:moveTo>
                <a:lnTo>
                  <a:pt x="2089" y="1854"/>
                </a:lnTo>
                <a:lnTo>
                  <a:pt x="2089" y="1625"/>
                </a:lnTo>
                <a:lnTo>
                  <a:pt x="168" y="1625"/>
                </a:lnTo>
                <a:lnTo>
                  <a:pt x="168" y="1854"/>
                </a:lnTo>
                <a:lnTo>
                  <a:pt x="168" y="1854"/>
                </a:lnTo>
                <a:lnTo>
                  <a:pt x="168" y="1854"/>
                </a:lnTo>
                <a:close/>
              </a:path>
            </a:pathLst>
          </a:custGeom>
          <a:solidFill>
            <a:schemeClr val="dk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3" tIns="45710" rIns="91423" bIns="4571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139">
              <a:defRPr/>
            </a:pPr>
            <a:endParaRPr lang="en-US" sz="1765">
              <a:solidFill>
                <a:srgbClr val="000000"/>
              </a:solidFill>
              <a:latin typeface="Segoe UI"/>
            </a:endParaRPr>
          </a:p>
        </p:txBody>
      </p:sp>
      <p:sp>
        <p:nvSpPr>
          <p:cNvPr id="53" name="Freeform 324">
            <a:extLst>
              <a:ext uri="{FF2B5EF4-FFF2-40B4-BE49-F238E27FC236}">
                <a16:creationId xmlns:a16="http://schemas.microsoft.com/office/drawing/2014/main" id="{8DE9A06F-79BF-4C7D-B329-4FA70C57C989}"/>
              </a:ext>
            </a:extLst>
          </p:cNvPr>
          <p:cNvSpPr>
            <a:spLocks noEditPoints="1"/>
          </p:cNvSpPr>
          <p:nvPr/>
        </p:nvSpPr>
        <p:spPr bwMode="auto">
          <a:xfrm>
            <a:off x="5858671" y="5394178"/>
            <a:ext cx="289015" cy="483407"/>
          </a:xfrm>
          <a:custGeom>
            <a:avLst/>
            <a:gdLst>
              <a:gd name="T0" fmla="*/ 2929 w 3010"/>
              <a:gd name="T1" fmla="*/ 0 h 5178"/>
              <a:gd name="T2" fmla="*/ 2257 w 3010"/>
              <a:gd name="T3" fmla="*/ 556 h 5178"/>
              <a:gd name="T4" fmla="*/ 0 w 3010"/>
              <a:gd name="T5" fmla="*/ 556 h 5178"/>
              <a:gd name="T6" fmla="*/ 858 w 3010"/>
              <a:gd name="T7" fmla="*/ 0 h 5178"/>
              <a:gd name="T8" fmla="*/ 2929 w 3010"/>
              <a:gd name="T9" fmla="*/ 0 h 5178"/>
              <a:gd name="T10" fmla="*/ 2929 w 3010"/>
              <a:gd name="T11" fmla="*/ 0 h 5178"/>
              <a:gd name="T12" fmla="*/ 2929 w 3010"/>
              <a:gd name="T13" fmla="*/ 0 h 5178"/>
              <a:gd name="T14" fmla="*/ 2345 w 3010"/>
              <a:gd name="T15" fmla="*/ 601 h 5178"/>
              <a:gd name="T16" fmla="*/ 2345 w 3010"/>
              <a:gd name="T17" fmla="*/ 5178 h 5178"/>
              <a:gd name="T18" fmla="*/ 3010 w 3010"/>
              <a:gd name="T19" fmla="*/ 4319 h 5178"/>
              <a:gd name="T20" fmla="*/ 3010 w 3010"/>
              <a:gd name="T21" fmla="*/ 61 h 5178"/>
              <a:gd name="T22" fmla="*/ 2345 w 3010"/>
              <a:gd name="T23" fmla="*/ 601 h 5178"/>
              <a:gd name="T24" fmla="*/ 2345 w 3010"/>
              <a:gd name="T25" fmla="*/ 601 h 5178"/>
              <a:gd name="T26" fmla="*/ 2345 w 3010"/>
              <a:gd name="T27" fmla="*/ 601 h 5178"/>
              <a:gd name="T28" fmla="*/ 0 w 3010"/>
              <a:gd name="T29" fmla="*/ 646 h 5178"/>
              <a:gd name="T30" fmla="*/ 2257 w 3010"/>
              <a:gd name="T31" fmla="*/ 646 h 5178"/>
              <a:gd name="T32" fmla="*/ 2257 w 3010"/>
              <a:gd name="T33" fmla="*/ 5178 h 5178"/>
              <a:gd name="T34" fmla="*/ 0 w 3010"/>
              <a:gd name="T35" fmla="*/ 5178 h 5178"/>
              <a:gd name="T36" fmla="*/ 0 w 3010"/>
              <a:gd name="T37" fmla="*/ 646 h 5178"/>
              <a:gd name="T38" fmla="*/ 0 w 3010"/>
              <a:gd name="T39" fmla="*/ 646 h 5178"/>
              <a:gd name="T40" fmla="*/ 0 w 3010"/>
              <a:gd name="T41" fmla="*/ 646 h 5178"/>
              <a:gd name="T42" fmla="*/ 168 w 3010"/>
              <a:gd name="T43" fmla="*/ 1060 h 5178"/>
              <a:gd name="T44" fmla="*/ 2089 w 3010"/>
              <a:gd name="T45" fmla="*/ 1060 h 5178"/>
              <a:gd name="T46" fmla="*/ 2089 w 3010"/>
              <a:gd name="T47" fmla="*/ 830 h 5178"/>
              <a:gd name="T48" fmla="*/ 168 w 3010"/>
              <a:gd name="T49" fmla="*/ 830 h 5178"/>
              <a:gd name="T50" fmla="*/ 168 w 3010"/>
              <a:gd name="T51" fmla="*/ 1060 h 5178"/>
              <a:gd name="T52" fmla="*/ 168 w 3010"/>
              <a:gd name="T53" fmla="*/ 1060 h 5178"/>
              <a:gd name="T54" fmla="*/ 168 w 3010"/>
              <a:gd name="T55" fmla="*/ 1060 h 5178"/>
              <a:gd name="T56" fmla="*/ 168 w 3010"/>
              <a:gd name="T57" fmla="*/ 1457 h 5178"/>
              <a:gd name="T58" fmla="*/ 2089 w 3010"/>
              <a:gd name="T59" fmla="*/ 1457 h 5178"/>
              <a:gd name="T60" fmla="*/ 2089 w 3010"/>
              <a:gd name="T61" fmla="*/ 1228 h 5178"/>
              <a:gd name="T62" fmla="*/ 168 w 3010"/>
              <a:gd name="T63" fmla="*/ 1228 h 5178"/>
              <a:gd name="T64" fmla="*/ 168 w 3010"/>
              <a:gd name="T65" fmla="*/ 1457 h 5178"/>
              <a:gd name="T66" fmla="*/ 168 w 3010"/>
              <a:gd name="T67" fmla="*/ 1457 h 5178"/>
              <a:gd name="T68" fmla="*/ 168 w 3010"/>
              <a:gd name="T69" fmla="*/ 1457 h 5178"/>
              <a:gd name="T70" fmla="*/ 168 w 3010"/>
              <a:gd name="T71" fmla="*/ 1854 h 5178"/>
              <a:gd name="T72" fmla="*/ 2089 w 3010"/>
              <a:gd name="T73" fmla="*/ 1854 h 5178"/>
              <a:gd name="T74" fmla="*/ 2089 w 3010"/>
              <a:gd name="T75" fmla="*/ 1625 h 5178"/>
              <a:gd name="T76" fmla="*/ 168 w 3010"/>
              <a:gd name="T77" fmla="*/ 1625 h 5178"/>
              <a:gd name="T78" fmla="*/ 168 w 3010"/>
              <a:gd name="T79" fmla="*/ 1854 h 5178"/>
              <a:gd name="T80" fmla="*/ 168 w 3010"/>
              <a:gd name="T81" fmla="*/ 1854 h 5178"/>
              <a:gd name="T82" fmla="*/ 168 w 3010"/>
              <a:gd name="T83" fmla="*/ 1854 h 5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3010" h="5178">
                <a:moveTo>
                  <a:pt x="2929" y="0"/>
                </a:moveTo>
                <a:lnTo>
                  <a:pt x="2257" y="556"/>
                </a:lnTo>
                <a:lnTo>
                  <a:pt x="0" y="556"/>
                </a:lnTo>
                <a:lnTo>
                  <a:pt x="858" y="0"/>
                </a:lnTo>
                <a:lnTo>
                  <a:pt x="2929" y="0"/>
                </a:lnTo>
                <a:lnTo>
                  <a:pt x="2929" y="0"/>
                </a:lnTo>
                <a:lnTo>
                  <a:pt x="2929" y="0"/>
                </a:lnTo>
                <a:close/>
                <a:moveTo>
                  <a:pt x="2345" y="601"/>
                </a:moveTo>
                <a:lnTo>
                  <a:pt x="2345" y="5178"/>
                </a:lnTo>
                <a:lnTo>
                  <a:pt x="3010" y="4319"/>
                </a:lnTo>
                <a:lnTo>
                  <a:pt x="3010" y="61"/>
                </a:lnTo>
                <a:lnTo>
                  <a:pt x="2345" y="601"/>
                </a:lnTo>
                <a:lnTo>
                  <a:pt x="2345" y="601"/>
                </a:lnTo>
                <a:lnTo>
                  <a:pt x="2345" y="601"/>
                </a:lnTo>
                <a:close/>
                <a:moveTo>
                  <a:pt x="0" y="646"/>
                </a:moveTo>
                <a:lnTo>
                  <a:pt x="2257" y="646"/>
                </a:lnTo>
                <a:lnTo>
                  <a:pt x="2257" y="5178"/>
                </a:lnTo>
                <a:lnTo>
                  <a:pt x="0" y="5178"/>
                </a:lnTo>
                <a:lnTo>
                  <a:pt x="0" y="646"/>
                </a:lnTo>
                <a:lnTo>
                  <a:pt x="0" y="646"/>
                </a:lnTo>
                <a:lnTo>
                  <a:pt x="0" y="646"/>
                </a:lnTo>
                <a:close/>
                <a:moveTo>
                  <a:pt x="168" y="1060"/>
                </a:moveTo>
                <a:lnTo>
                  <a:pt x="2089" y="1060"/>
                </a:lnTo>
                <a:lnTo>
                  <a:pt x="2089" y="830"/>
                </a:lnTo>
                <a:lnTo>
                  <a:pt x="168" y="830"/>
                </a:lnTo>
                <a:lnTo>
                  <a:pt x="168" y="1060"/>
                </a:lnTo>
                <a:lnTo>
                  <a:pt x="168" y="1060"/>
                </a:lnTo>
                <a:lnTo>
                  <a:pt x="168" y="1060"/>
                </a:lnTo>
                <a:close/>
                <a:moveTo>
                  <a:pt x="168" y="1457"/>
                </a:moveTo>
                <a:lnTo>
                  <a:pt x="2089" y="1457"/>
                </a:lnTo>
                <a:lnTo>
                  <a:pt x="2089" y="1228"/>
                </a:lnTo>
                <a:lnTo>
                  <a:pt x="168" y="1228"/>
                </a:lnTo>
                <a:lnTo>
                  <a:pt x="168" y="1457"/>
                </a:lnTo>
                <a:lnTo>
                  <a:pt x="168" y="1457"/>
                </a:lnTo>
                <a:lnTo>
                  <a:pt x="168" y="1457"/>
                </a:lnTo>
                <a:close/>
                <a:moveTo>
                  <a:pt x="168" y="1854"/>
                </a:moveTo>
                <a:lnTo>
                  <a:pt x="2089" y="1854"/>
                </a:lnTo>
                <a:lnTo>
                  <a:pt x="2089" y="1625"/>
                </a:lnTo>
                <a:lnTo>
                  <a:pt x="168" y="1625"/>
                </a:lnTo>
                <a:lnTo>
                  <a:pt x="168" y="1854"/>
                </a:lnTo>
                <a:lnTo>
                  <a:pt x="168" y="1854"/>
                </a:lnTo>
                <a:lnTo>
                  <a:pt x="168" y="1854"/>
                </a:lnTo>
                <a:close/>
              </a:path>
            </a:pathLst>
          </a:custGeom>
          <a:solidFill>
            <a:schemeClr val="dk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3" tIns="45710" rIns="91423" bIns="4571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139">
              <a:defRPr/>
            </a:pPr>
            <a:endParaRPr lang="en-US" sz="1765">
              <a:solidFill>
                <a:srgbClr val="000000"/>
              </a:solidFill>
              <a:latin typeface="Segoe UI"/>
            </a:endParaRPr>
          </a:p>
        </p:txBody>
      </p:sp>
      <p:sp>
        <p:nvSpPr>
          <p:cNvPr id="54" name="Freeform 325">
            <a:extLst>
              <a:ext uri="{FF2B5EF4-FFF2-40B4-BE49-F238E27FC236}">
                <a16:creationId xmlns:a16="http://schemas.microsoft.com/office/drawing/2014/main" id="{85C7A1B7-F004-4582-BCA7-B8947D742A80}"/>
              </a:ext>
            </a:extLst>
          </p:cNvPr>
          <p:cNvSpPr>
            <a:spLocks noEditPoints="1"/>
          </p:cNvSpPr>
          <p:nvPr/>
        </p:nvSpPr>
        <p:spPr bwMode="auto">
          <a:xfrm>
            <a:off x="6158764" y="5394178"/>
            <a:ext cx="289015" cy="483407"/>
          </a:xfrm>
          <a:custGeom>
            <a:avLst/>
            <a:gdLst>
              <a:gd name="T0" fmla="*/ 2929 w 3010"/>
              <a:gd name="T1" fmla="*/ 0 h 5178"/>
              <a:gd name="T2" fmla="*/ 2257 w 3010"/>
              <a:gd name="T3" fmla="*/ 556 h 5178"/>
              <a:gd name="T4" fmla="*/ 0 w 3010"/>
              <a:gd name="T5" fmla="*/ 556 h 5178"/>
              <a:gd name="T6" fmla="*/ 858 w 3010"/>
              <a:gd name="T7" fmla="*/ 0 h 5178"/>
              <a:gd name="T8" fmla="*/ 2929 w 3010"/>
              <a:gd name="T9" fmla="*/ 0 h 5178"/>
              <a:gd name="T10" fmla="*/ 2929 w 3010"/>
              <a:gd name="T11" fmla="*/ 0 h 5178"/>
              <a:gd name="T12" fmla="*/ 2929 w 3010"/>
              <a:gd name="T13" fmla="*/ 0 h 5178"/>
              <a:gd name="T14" fmla="*/ 2345 w 3010"/>
              <a:gd name="T15" fmla="*/ 601 h 5178"/>
              <a:gd name="T16" fmla="*/ 2345 w 3010"/>
              <a:gd name="T17" fmla="*/ 5178 h 5178"/>
              <a:gd name="T18" fmla="*/ 3010 w 3010"/>
              <a:gd name="T19" fmla="*/ 4319 h 5178"/>
              <a:gd name="T20" fmla="*/ 3010 w 3010"/>
              <a:gd name="T21" fmla="*/ 61 h 5178"/>
              <a:gd name="T22" fmla="*/ 2345 w 3010"/>
              <a:gd name="T23" fmla="*/ 601 h 5178"/>
              <a:gd name="T24" fmla="*/ 2345 w 3010"/>
              <a:gd name="T25" fmla="*/ 601 h 5178"/>
              <a:gd name="T26" fmla="*/ 2345 w 3010"/>
              <a:gd name="T27" fmla="*/ 601 h 5178"/>
              <a:gd name="T28" fmla="*/ 0 w 3010"/>
              <a:gd name="T29" fmla="*/ 646 h 5178"/>
              <a:gd name="T30" fmla="*/ 2257 w 3010"/>
              <a:gd name="T31" fmla="*/ 646 h 5178"/>
              <a:gd name="T32" fmla="*/ 2257 w 3010"/>
              <a:gd name="T33" fmla="*/ 5178 h 5178"/>
              <a:gd name="T34" fmla="*/ 0 w 3010"/>
              <a:gd name="T35" fmla="*/ 5178 h 5178"/>
              <a:gd name="T36" fmla="*/ 0 w 3010"/>
              <a:gd name="T37" fmla="*/ 646 h 5178"/>
              <a:gd name="T38" fmla="*/ 0 w 3010"/>
              <a:gd name="T39" fmla="*/ 646 h 5178"/>
              <a:gd name="T40" fmla="*/ 0 w 3010"/>
              <a:gd name="T41" fmla="*/ 646 h 5178"/>
              <a:gd name="T42" fmla="*/ 168 w 3010"/>
              <a:gd name="T43" fmla="*/ 1060 h 5178"/>
              <a:gd name="T44" fmla="*/ 2089 w 3010"/>
              <a:gd name="T45" fmla="*/ 1060 h 5178"/>
              <a:gd name="T46" fmla="*/ 2089 w 3010"/>
              <a:gd name="T47" fmla="*/ 830 h 5178"/>
              <a:gd name="T48" fmla="*/ 168 w 3010"/>
              <a:gd name="T49" fmla="*/ 830 h 5178"/>
              <a:gd name="T50" fmla="*/ 168 w 3010"/>
              <a:gd name="T51" fmla="*/ 1060 h 5178"/>
              <a:gd name="T52" fmla="*/ 168 w 3010"/>
              <a:gd name="T53" fmla="*/ 1060 h 5178"/>
              <a:gd name="T54" fmla="*/ 168 w 3010"/>
              <a:gd name="T55" fmla="*/ 1060 h 5178"/>
              <a:gd name="T56" fmla="*/ 168 w 3010"/>
              <a:gd name="T57" fmla="*/ 1457 h 5178"/>
              <a:gd name="T58" fmla="*/ 2089 w 3010"/>
              <a:gd name="T59" fmla="*/ 1457 h 5178"/>
              <a:gd name="T60" fmla="*/ 2089 w 3010"/>
              <a:gd name="T61" fmla="*/ 1228 h 5178"/>
              <a:gd name="T62" fmla="*/ 168 w 3010"/>
              <a:gd name="T63" fmla="*/ 1228 h 5178"/>
              <a:gd name="T64" fmla="*/ 168 w 3010"/>
              <a:gd name="T65" fmla="*/ 1457 h 5178"/>
              <a:gd name="T66" fmla="*/ 168 w 3010"/>
              <a:gd name="T67" fmla="*/ 1457 h 5178"/>
              <a:gd name="T68" fmla="*/ 168 w 3010"/>
              <a:gd name="T69" fmla="*/ 1457 h 5178"/>
              <a:gd name="T70" fmla="*/ 168 w 3010"/>
              <a:gd name="T71" fmla="*/ 1854 h 5178"/>
              <a:gd name="T72" fmla="*/ 2089 w 3010"/>
              <a:gd name="T73" fmla="*/ 1854 h 5178"/>
              <a:gd name="T74" fmla="*/ 2089 w 3010"/>
              <a:gd name="T75" fmla="*/ 1625 h 5178"/>
              <a:gd name="T76" fmla="*/ 168 w 3010"/>
              <a:gd name="T77" fmla="*/ 1625 h 5178"/>
              <a:gd name="T78" fmla="*/ 168 w 3010"/>
              <a:gd name="T79" fmla="*/ 1854 h 5178"/>
              <a:gd name="T80" fmla="*/ 168 w 3010"/>
              <a:gd name="T81" fmla="*/ 1854 h 5178"/>
              <a:gd name="T82" fmla="*/ 168 w 3010"/>
              <a:gd name="T83" fmla="*/ 1854 h 5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3010" h="5178">
                <a:moveTo>
                  <a:pt x="2929" y="0"/>
                </a:moveTo>
                <a:lnTo>
                  <a:pt x="2257" y="556"/>
                </a:lnTo>
                <a:lnTo>
                  <a:pt x="0" y="556"/>
                </a:lnTo>
                <a:lnTo>
                  <a:pt x="858" y="0"/>
                </a:lnTo>
                <a:lnTo>
                  <a:pt x="2929" y="0"/>
                </a:lnTo>
                <a:lnTo>
                  <a:pt x="2929" y="0"/>
                </a:lnTo>
                <a:lnTo>
                  <a:pt x="2929" y="0"/>
                </a:lnTo>
                <a:close/>
                <a:moveTo>
                  <a:pt x="2345" y="601"/>
                </a:moveTo>
                <a:lnTo>
                  <a:pt x="2345" y="5178"/>
                </a:lnTo>
                <a:lnTo>
                  <a:pt x="3010" y="4319"/>
                </a:lnTo>
                <a:lnTo>
                  <a:pt x="3010" y="61"/>
                </a:lnTo>
                <a:lnTo>
                  <a:pt x="2345" y="601"/>
                </a:lnTo>
                <a:lnTo>
                  <a:pt x="2345" y="601"/>
                </a:lnTo>
                <a:lnTo>
                  <a:pt x="2345" y="601"/>
                </a:lnTo>
                <a:close/>
                <a:moveTo>
                  <a:pt x="0" y="646"/>
                </a:moveTo>
                <a:lnTo>
                  <a:pt x="2257" y="646"/>
                </a:lnTo>
                <a:lnTo>
                  <a:pt x="2257" y="5178"/>
                </a:lnTo>
                <a:lnTo>
                  <a:pt x="0" y="5178"/>
                </a:lnTo>
                <a:lnTo>
                  <a:pt x="0" y="646"/>
                </a:lnTo>
                <a:lnTo>
                  <a:pt x="0" y="646"/>
                </a:lnTo>
                <a:lnTo>
                  <a:pt x="0" y="646"/>
                </a:lnTo>
                <a:close/>
                <a:moveTo>
                  <a:pt x="168" y="1060"/>
                </a:moveTo>
                <a:lnTo>
                  <a:pt x="2089" y="1060"/>
                </a:lnTo>
                <a:lnTo>
                  <a:pt x="2089" y="830"/>
                </a:lnTo>
                <a:lnTo>
                  <a:pt x="168" y="830"/>
                </a:lnTo>
                <a:lnTo>
                  <a:pt x="168" y="1060"/>
                </a:lnTo>
                <a:lnTo>
                  <a:pt x="168" y="1060"/>
                </a:lnTo>
                <a:lnTo>
                  <a:pt x="168" y="1060"/>
                </a:lnTo>
                <a:close/>
                <a:moveTo>
                  <a:pt x="168" y="1457"/>
                </a:moveTo>
                <a:lnTo>
                  <a:pt x="2089" y="1457"/>
                </a:lnTo>
                <a:lnTo>
                  <a:pt x="2089" y="1228"/>
                </a:lnTo>
                <a:lnTo>
                  <a:pt x="168" y="1228"/>
                </a:lnTo>
                <a:lnTo>
                  <a:pt x="168" y="1457"/>
                </a:lnTo>
                <a:lnTo>
                  <a:pt x="168" y="1457"/>
                </a:lnTo>
                <a:lnTo>
                  <a:pt x="168" y="1457"/>
                </a:lnTo>
                <a:close/>
                <a:moveTo>
                  <a:pt x="168" y="1854"/>
                </a:moveTo>
                <a:lnTo>
                  <a:pt x="2089" y="1854"/>
                </a:lnTo>
                <a:lnTo>
                  <a:pt x="2089" y="1625"/>
                </a:lnTo>
                <a:lnTo>
                  <a:pt x="168" y="1625"/>
                </a:lnTo>
                <a:lnTo>
                  <a:pt x="168" y="1854"/>
                </a:lnTo>
                <a:lnTo>
                  <a:pt x="168" y="1854"/>
                </a:lnTo>
                <a:lnTo>
                  <a:pt x="168" y="1854"/>
                </a:lnTo>
                <a:close/>
              </a:path>
            </a:pathLst>
          </a:custGeom>
          <a:solidFill>
            <a:schemeClr val="dk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3" tIns="45710" rIns="91423" bIns="4571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139">
              <a:defRPr/>
            </a:pPr>
            <a:endParaRPr lang="en-US" sz="1765">
              <a:solidFill>
                <a:srgbClr val="000000"/>
              </a:solidFill>
              <a:latin typeface="Segoe UI"/>
            </a:endParaRPr>
          </a:p>
        </p:txBody>
      </p:sp>
      <p:sp>
        <p:nvSpPr>
          <p:cNvPr id="55" name="TextBox 54">
            <a:extLst>
              <a:ext uri="{FF2B5EF4-FFF2-40B4-BE49-F238E27FC236}">
                <a16:creationId xmlns:a16="http://schemas.microsoft.com/office/drawing/2014/main" id="{99953314-CADD-4764-A115-38D035AA462D}"/>
              </a:ext>
            </a:extLst>
          </p:cNvPr>
          <p:cNvSpPr txBox="1"/>
          <p:nvPr/>
        </p:nvSpPr>
        <p:spPr>
          <a:xfrm>
            <a:off x="655638" y="1408113"/>
            <a:ext cx="924933" cy="825547"/>
          </a:xfrm>
          <a:prstGeom prst="rect">
            <a:avLst/>
          </a:prstGeom>
          <a:noFill/>
        </p:spPr>
        <p:txBody>
          <a:bodyPr wrap="none" lIns="0" tIns="0" rIns="0" bIns="0" rtlCol="0" anchor="t" anchorCtr="0">
            <a:spAutoFit/>
          </a:bodyPr>
          <a:lstStyle/>
          <a:p>
            <a:pPr defTabSz="913923">
              <a:lnSpc>
                <a:spcPct val="90000"/>
              </a:lnSpc>
              <a:defRPr/>
            </a:pPr>
            <a:r>
              <a:rPr lang="en-US" sz="4000" kern="0" spc="-150">
                <a:gradFill flip="none" rotWithShape="1">
                  <a:gsLst>
                    <a:gs pos="1000">
                      <a:srgbClr val="3B2E58"/>
                    </a:gs>
                    <a:gs pos="100000">
                      <a:srgbClr val="682166"/>
                    </a:gs>
                  </a:gsLst>
                  <a:lin ang="5400000" scaled="0"/>
                  <a:tileRect/>
                </a:gradFill>
                <a:latin typeface="+mj-lt"/>
              </a:rPr>
              <a:t>Plan</a:t>
            </a:r>
          </a:p>
          <a:p>
            <a:pPr defTabSz="913923">
              <a:lnSpc>
                <a:spcPct val="90000"/>
              </a:lnSpc>
              <a:defRPr/>
            </a:pPr>
            <a:endParaRPr lang="en-US" sz="1961" kern="0" spc="-60">
              <a:gradFill>
                <a:gsLst>
                  <a:gs pos="1000">
                    <a:srgbClr val="682166"/>
                  </a:gs>
                  <a:gs pos="100000">
                    <a:srgbClr val="682166"/>
                  </a:gs>
                </a:gsLst>
                <a:lin ang="5400000" scaled="0"/>
              </a:gradFill>
              <a:latin typeface="Segoe UI"/>
            </a:endParaRPr>
          </a:p>
        </p:txBody>
      </p:sp>
      <p:sp>
        <p:nvSpPr>
          <p:cNvPr id="56" name="TextBox 55">
            <a:extLst>
              <a:ext uri="{FF2B5EF4-FFF2-40B4-BE49-F238E27FC236}">
                <a16:creationId xmlns:a16="http://schemas.microsoft.com/office/drawing/2014/main" id="{F80B27E6-F264-450B-8078-87473DCBAC04}"/>
              </a:ext>
            </a:extLst>
          </p:cNvPr>
          <p:cNvSpPr txBox="1"/>
          <p:nvPr/>
        </p:nvSpPr>
        <p:spPr>
          <a:xfrm>
            <a:off x="655638" y="5402216"/>
            <a:ext cx="3255699" cy="825547"/>
          </a:xfrm>
          <a:prstGeom prst="rect">
            <a:avLst/>
          </a:prstGeom>
          <a:noFill/>
        </p:spPr>
        <p:txBody>
          <a:bodyPr wrap="none" lIns="0" tIns="0" rIns="0" bIns="0" rtlCol="0" anchor="t" anchorCtr="0">
            <a:spAutoFit/>
          </a:bodyPr>
          <a:lstStyle/>
          <a:p>
            <a:pPr defTabSz="913923">
              <a:lnSpc>
                <a:spcPct val="90000"/>
              </a:lnSpc>
              <a:defRPr/>
            </a:pPr>
            <a:r>
              <a:rPr lang="en-US" sz="4000" kern="0" spc="-150">
                <a:gradFill flip="none" rotWithShape="1">
                  <a:gsLst>
                    <a:gs pos="1000">
                      <a:srgbClr val="3B2E58"/>
                    </a:gs>
                    <a:gs pos="100000">
                      <a:srgbClr val="682166"/>
                    </a:gs>
                  </a:gsLst>
                  <a:lin ang="5400000" scaled="0"/>
                  <a:tileRect/>
                </a:gradFill>
                <a:latin typeface="+mj-lt"/>
              </a:rPr>
              <a:t>Develop + Test</a:t>
            </a:r>
          </a:p>
          <a:p>
            <a:pPr defTabSz="913923">
              <a:lnSpc>
                <a:spcPct val="90000"/>
              </a:lnSpc>
              <a:defRPr/>
            </a:pPr>
            <a:endParaRPr lang="en-US" sz="1961" kern="0" spc="-60">
              <a:gradFill>
                <a:gsLst>
                  <a:gs pos="1000">
                    <a:srgbClr val="682166"/>
                  </a:gs>
                  <a:gs pos="100000">
                    <a:srgbClr val="682166"/>
                  </a:gs>
                </a:gsLst>
                <a:lin ang="5400000" scaled="0"/>
              </a:gradFill>
              <a:latin typeface="Segoe UI"/>
            </a:endParaRPr>
          </a:p>
        </p:txBody>
      </p:sp>
      <p:sp>
        <p:nvSpPr>
          <p:cNvPr id="57" name="TextBox 56">
            <a:extLst>
              <a:ext uri="{FF2B5EF4-FFF2-40B4-BE49-F238E27FC236}">
                <a16:creationId xmlns:a16="http://schemas.microsoft.com/office/drawing/2014/main" id="{634A28C1-7A3B-476E-8D98-73F890CEE344}"/>
              </a:ext>
            </a:extLst>
          </p:cNvPr>
          <p:cNvSpPr txBox="1"/>
          <p:nvPr/>
        </p:nvSpPr>
        <p:spPr>
          <a:xfrm>
            <a:off x="9789089" y="5399716"/>
            <a:ext cx="1747273" cy="828047"/>
          </a:xfrm>
          <a:prstGeom prst="rect">
            <a:avLst/>
          </a:prstGeom>
          <a:noFill/>
        </p:spPr>
        <p:txBody>
          <a:bodyPr wrap="none" lIns="0" tIns="0" rIns="0" bIns="0" rtlCol="0" anchor="t" anchorCtr="0">
            <a:spAutoFit/>
          </a:bodyPr>
          <a:lstStyle/>
          <a:p>
            <a:pPr defTabSz="913923">
              <a:lnSpc>
                <a:spcPct val="90000"/>
              </a:lnSpc>
              <a:defRPr/>
            </a:pPr>
            <a:r>
              <a:rPr lang="en-US" sz="4000" kern="0" spc="-150">
                <a:gradFill flip="none" rotWithShape="1">
                  <a:gsLst>
                    <a:gs pos="1000">
                      <a:srgbClr val="3B2E58"/>
                    </a:gs>
                    <a:gs pos="100000">
                      <a:srgbClr val="682166"/>
                    </a:gs>
                  </a:gsLst>
                  <a:lin ang="5400000" scaled="0"/>
                  <a:tileRect/>
                </a:gradFill>
                <a:latin typeface="+mj-lt"/>
              </a:rPr>
              <a:t>Release</a:t>
            </a:r>
            <a:r>
              <a:rPr lang="en-US" sz="4000" kern="0" spc="-150">
                <a:gradFill flip="none" rotWithShape="1">
                  <a:gsLst>
                    <a:gs pos="1000">
                      <a:srgbClr val="3B2E58"/>
                    </a:gs>
                    <a:gs pos="100000">
                      <a:srgbClr val="682166"/>
                    </a:gs>
                  </a:gsLst>
                  <a:lin ang="5400000" scaled="0"/>
                  <a:tileRect/>
                </a:gradFill>
                <a:latin typeface="Segoe UI Light"/>
              </a:rPr>
              <a:t> </a:t>
            </a:r>
          </a:p>
          <a:p>
            <a:pPr defTabSz="913923">
              <a:lnSpc>
                <a:spcPct val="90000"/>
              </a:lnSpc>
              <a:defRPr/>
            </a:pPr>
            <a:endParaRPr lang="en-US" sz="1961" kern="0" spc="-60">
              <a:gradFill>
                <a:gsLst>
                  <a:gs pos="1000">
                    <a:srgbClr val="682166"/>
                  </a:gs>
                  <a:gs pos="100000">
                    <a:srgbClr val="682166"/>
                  </a:gs>
                </a:gsLst>
                <a:lin ang="5400000" scaled="0"/>
              </a:gradFill>
              <a:latin typeface="Segoe UI"/>
            </a:endParaRPr>
          </a:p>
        </p:txBody>
      </p:sp>
      <p:sp>
        <p:nvSpPr>
          <p:cNvPr id="58" name="TextBox 62">
            <a:extLst>
              <a:ext uri="{FF2B5EF4-FFF2-40B4-BE49-F238E27FC236}">
                <a16:creationId xmlns:a16="http://schemas.microsoft.com/office/drawing/2014/main" id="{44883C59-02AB-4F7C-9A2D-54D9A59736FB}"/>
              </a:ext>
            </a:extLst>
          </p:cNvPr>
          <p:cNvSpPr txBox="1"/>
          <p:nvPr/>
        </p:nvSpPr>
        <p:spPr>
          <a:xfrm>
            <a:off x="3052117" y="3948579"/>
            <a:ext cx="2570656" cy="307777"/>
          </a:xfrm>
          <a:prstGeom prst="rect">
            <a:avLst/>
          </a:prstGeom>
          <a:noFill/>
        </p:spPr>
        <p:txBody>
          <a:bodyPr wrap="square" lIns="0" tIns="0" rIns="0" b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896214">
              <a:defRPr/>
            </a:pPr>
            <a:r>
              <a:rPr lang="en-US" sz="2000" kern="0">
                <a:gradFill>
                  <a:gsLst>
                    <a:gs pos="20354">
                      <a:srgbClr val="000000"/>
                    </a:gs>
                    <a:gs pos="54000">
                      <a:srgbClr val="000000"/>
                    </a:gs>
                  </a:gsLst>
                  <a:lin ang="5400000" scaled="0"/>
                </a:gradFill>
                <a:latin typeface="Segoe UI Light"/>
              </a:rPr>
              <a:t>Development </a:t>
            </a:r>
          </a:p>
        </p:txBody>
      </p:sp>
    </p:spTree>
    <p:custDataLst>
      <p:tags r:id="rId1"/>
    </p:custDataLst>
    <p:extLst>
      <p:ext uri="{BB962C8B-B14F-4D97-AF65-F5344CB8AC3E}">
        <p14:creationId xmlns:p14="http://schemas.microsoft.com/office/powerpoint/2010/main" val="3828729519"/>
      </p:ext>
    </p:extLst>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71A7398-7DA4-4966-881D-14DD5A291E7D}"/>
              </a:ext>
            </a:extLst>
          </p:cNvPr>
          <p:cNvSpPr>
            <a:spLocks noGrp="1"/>
          </p:cNvSpPr>
          <p:nvPr>
            <p:ph type="title"/>
          </p:nvPr>
        </p:nvSpPr>
        <p:spPr>
          <a:prstGeom prst="rect">
            <a:avLst/>
          </a:prstGeom>
          <a:solidFill>
            <a:schemeClr val="bg1"/>
          </a:solidFill>
          <a:ln>
            <a:noFill/>
          </a:ln>
        </p:spPr>
        <p:txBody>
          <a:bodyPr wrap="square" anchor="t">
            <a:normAutofit/>
          </a:bodyPr>
          <a:lstStyle/>
          <a:p>
            <a:r>
              <a:rPr lang="en-US">
                <a:cs typeface="Segoe UI"/>
              </a:rPr>
              <a:t>Introduction To Version / Source Control</a:t>
            </a:r>
          </a:p>
        </p:txBody>
      </p:sp>
      <p:graphicFrame>
        <p:nvGraphicFramePr>
          <p:cNvPr id="7" name="Text Placeholder 4">
            <a:extLst>
              <a:ext uri="{FF2B5EF4-FFF2-40B4-BE49-F238E27FC236}">
                <a16:creationId xmlns:a16="http://schemas.microsoft.com/office/drawing/2014/main" id="{6883DE81-5F56-4F0E-8385-42EFA2CFCD26}"/>
              </a:ext>
            </a:extLst>
          </p:cNvPr>
          <p:cNvGraphicFramePr>
            <a:graphicFrameLocks noGrp="1"/>
          </p:cNvGraphicFramePr>
          <p:nvPr>
            <p:ph sz="quarter" idx="13"/>
            <p:extLst>
              <p:ext uri="{D42A27DB-BD31-4B8C-83A1-F6EECF244321}">
                <p14:modId xmlns:p14="http://schemas.microsoft.com/office/powerpoint/2010/main" val="67030922"/>
              </p:ext>
            </p:extLst>
          </p:nvPr>
        </p:nvGraphicFramePr>
        <p:xfrm>
          <a:off x="655638" y="1408113"/>
          <a:ext cx="10880725" cy="481965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ustDataLst>
      <p:tags r:id="rId1"/>
    </p:custDataLst>
    <p:extLst>
      <p:ext uri="{BB962C8B-B14F-4D97-AF65-F5344CB8AC3E}">
        <p14:creationId xmlns:p14="http://schemas.microsoft.com/office/powerpoint/2010/main" val="1487516712"/>
      </p:ext>
    </p:extLst>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4ACB175-2AB6-46AE-8EF8-AB20A4DE032B}"/>
              </a:ext>
            </a:extLst>
          </p:cNvPr>
          <p:cNvSpPr>
            <a:spLocks noGrp="1"/>
          </p:cNvSpPr>
          <p:nvPr>
            <p:ph type="title"/>
          </p:nvPr>
        </p:nvSpPr>
        <p:spPr>
          <a:prstGeom prst="rect">
            <a:avLst/>
          </a:prstGeom>
          <a:solidFill>
            <a:schemeClr val="bg1"/>
          </a:solidFill>
          <a:ln>
            <a:noFill/>
          </a:ln>
        </p:spPr>
        <p:txBody>
          <a:bodyPr wrap="square" anchor="t">
            <a:normAutofit/>
          </a:bodyPr>
          <a:lstStyle/>
          <a:p>
            <a:r>
              <a:rPr lang="en-US"/>
              <a:t>Types of Version Control</a:t>
            </a:r>
          </a:p>
        </p:txBody>
      </p:sp>
      <p:graphicFrame>
        <p:nvGraphicFramePr>
          <p:cNvPr id="4" name="Diagram 3">
            <a:extLst>
              <a:ext uri="{FF2B5EF4-FFF2-40B4-BE49-F238E27FC236}">
                <a16:creationId xmlns:a16="http://schemas.microsoft.com/office/drawing/2014/main" id="{51785948-0C5B-4E9D-8D54-9CD8C8D625C0}"/>
              </a:ext>
            </a:extLst>
          </p:cNvPr>
          <p:cNvGraphicFramePr/>
          <p:nvPr>
            <p:extLst>
              <p:ext uri="{D42A27DB-BD31-4B8C-83A1-F6EECF244321}">
                <p14:modId xmlns:p14="http://schemas.microsoft.com/office/powerpoint/2010/main" val="1015682437"/>
              </p:ext>
            </p:extLst>
          </p:nvPr>
        </p:nvGraphicFramePr>
        <p:xfrm>
          <a:off x="655638" y="1408113"/>
          <a:ext cx="10880726" cy="48196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ustDataLst>
      <p:tags r:id="rId1"/>
    </p:custDataLst>
    <p:extLst>
      <p:ext uri="{BB962C8B-B14F-4D97-AF65-F5344CB8AC3E}">
        <p14:creationId xmlns:p14="http://schemas.microsoft.com/office/powerpoint/2010/main" val="1230423366"/>
      </p:ext>
    </p:extLst>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5607BBA-0CC4-4590-8998-6FBAB948DFAD}"/>
              </a:ext>
            </a:extLst>
          </p:cNvPr>
          <p:cNvSpPr>
            <a:spLocks noGrp="1"/>
          </p:cNvSpPr>
          <p:nvPr>
            <p:ph type="title"/>
          </p:nvPr>
        </p:nvSpPr>
        <p:spPr>
          <a:prstGeom prst="rect">
            <a:avLst/>
          </a:prstGeom>
          <a:solidFill>
            <a:schemeClr val="bg1"/>
          </a:solidFill>
          <a:ln>
            <a:noFill/>
          </a:ln>
        </p:spPr>
        <p:txBody>
          <a:bodyPr wrap="square" anchor="t">
            <a:normAutofit/>
          </a:bodyPr>
          <a:lstStyle/>
          <a:p>
            <a:r>
              <a:rPr lang="en-US"/>
              <a:t>CI/CD strategy</a:t>
            </a:r>
          </a:p>
        </p:txBody>
      </p:sp>
      <p:graphicFrame>
        <p:nvGraphicFramePr>
          <p:cNvPr id="5" name="Text Placeholder 1">
            <a:extLst>
              <a:ext uri="{FF2B5EF4-FFF2-40B4-BE49-F238E27FC236}">
                <a16:creationId xmlns:a16="http://schemas.microsoft.com/office/drawing/2014/main" id="{11DDC52F-FECC-4A4A-AA9A-0CAB391E5838}"/>
              </a:ext>
            </a:extLst>
          </p:cNvPr>
          <p:cNvGraphicFramePr>
            <a:graphicFrameLocks noGrp="1"/>
          </p:cNvGraphicFramePr>
          <p:nvPr>
            <p:ph sz="quarter" idx="13"/>
            <p:extLst>
              <p:ext uri="{D42A27DB-BD31-4B8C-83A1-F6EECF244321}">
                <p14:modId xmlns:p14="http://schemas.microsoft.com/office/powerpoint/2010/main" val="810224454"/>
              </p:ext>
            </p:extLst>
          </p:nvPr>
        </p:nvGraphicFramePr>
        <p:xfrm>
          <a:off x="655638" y="1408114"/>
          <a:ext cx="10880726" cy="505333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ustDataLst>
      <p:tags r:id="rId1"/>
    </p:custDataLst>
    <p:extLst>
      <p:ext uri="{BB962C8B-B14F-4D97-AF65-F5344CB8AC3E}">
        <p14:creationId xmlns:p14="http://schemas.microsoft.com/office/powerpoint/2010/main" val="2064060944"/>
      </p:ext>
    </p:extLst>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3DC5CBE-6195-432A-906E-492F58991AD5}"/>
              </a:ext>
            </a:extLst>
          </p:cNvPr>
          <p:cNvSpPr>
            <a:spLocks noGrp="1"/>
          </p:cNvSpPr>
          <p:nvPr>
            <p:ph type="title"/>
          </p:nvPr>
        </p:nvSpPr>
        <p:spPr>
          <a:prstGeom prst="rect">
            <a:avLst/>
          </a:prstGeom>
          <a:solidFill>
            <a:schemeClr val="bg1"/>
          </a:solidFill>
          <a:ln>
            <a:noFill/>
          </a:ln>
        </p:spPr>
        <p:txBody>
          <a:bodyPr wrap="square" anchor="t">
            <a:normAutofit/>
          </a:bodyPr>
          <a:lstStyle/>
          <a:p>
            <a:r>
              <a:rPr lang="en-US"/>
              <a:t>Source Control Management </a:t>
            </a:r>
          </a:p>
        </p:txBody>
      </p:sp>
      <p:graphicFrame>
        <p:nvGraphicFramePr>
          <p:cNvPr id="7" name="Text Placeholder 1">
            <a:extLst>
              <a:ext uri="{FF2B5EF4-FFF2-40B4-BE49-F238E27FC236}">
                <a16:creationId xmlns:a16="http://schemas.microsoft.com/office/drawing/2014/main" id="{335214FA-E89A-4D8E-A7CC-C1AA93FABED4}"/>
              </a:ext>
            </a:extLst>
          </p:cNvPr>
          <p:cNvGraphicFramePr>
            <a:graphicFrameLocks noGrp="1"/>
          </p:cNvGraphicFramePr>
          <p:nvPr>
            <p:ph sz="quarter" idx="13"/>
            <p:extLst>
              <p:ext uri="{D42A27DB-BD31-4B8C-83A1-F6EECF244321}">
                <p14:modId xmlns:p14="http://schemas.microsoft.com/office/powerpoint/2010/main" val="399432670"/>
              </p:ext>
            </p:extLst>
          </p:nvPr>
        </p:nvGraphicFramePr>
        <p:xfrm>
          <a:off x="655638" y="1408113"/>
          <a:ext cx="10880725" cy="48196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ustDataLst>
      <p:tags r:id="rId1"/>
    </p:custDataLst>
    <p:extLst>
      <p:ext uri="{BB962C8B-B14F-4D97-AF65-F5344CB8AC3E}">
        <p14:creationId xmlns:p14="http://schemas.microsoft.com/office/powerpoint/2010/main" val="3950207328"/>
      </p:ext>
    </p:extLst>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3DC5CBE-6195-432A-906E-492F58991AD5}"/>
              </a:ext>
            </a:extLst>
          </p:cNvPr>
          <p:cNvSpPr>
            <a:spLocks noGrp="1"/>
          </p:cNvSpPr>
          <p:nvPr>
            <p:ph type="title"/>
          </p:nvPr>
        </p:nvSpPr>
        <p:spPr/>
        <p:txBody>
          <a:bodyPr/>
          <a:lstStyle/>
          <a:p>
            <a:r>
              <a:rPr lang="en-US"/>
              <a:t>What is Git?</a:t>
            </a:r>
          </a:p>
        </p:txBody>
      </p:sp>
      <p:sp>
        <p:nvSpPr>
          <p:cNvPr id="2" name="Text Placeholder 1">
            <a:extLst>
              <a:ext uri="{FF2B5EF4-FFF2-40B4-BE49-F238E27FC236}">
                <a16:creationId xmlns:a16="http://schemas.microsoft.com/office/drawing/2014/main" id="{CA351760-77F7-4CB7-B399-51C1800687B0}"/>
              </a:ext>
            </a:extLst>
          </p:cNvPr>
          <p:cNvSpPr>
            <a:spLocks noGrp="1"/>
          </p:cNvSpPr>
          <p:nvPr>
            <p:ph sz="quarter" idx="13"/>
          </p:nvPr>
        </p:nvSpPr>
        <p:spPr/>
        <p:txBody>
          <a:bodyPr vert="horz" lIns="0" tIns="0" rIns="0" bIns="0" rtlCol="0" anchor="t">
            <a:normAutofit/>
          </a:bodyPr>
          <a:lstStyle/>
          <a:p>
            <a:pPr marL="310515" indent="-310515"/>
            <a:r>
              <a:rPr lang="en-US" dirty="0">
                <a:cs typeface="Segoe UI"/>
              </a:rPr>
              <a:t>Distributed version control system</a:t>
            </a:r>
          </a:p>
          <a:p>
            <a:pPr marL="310515" indent="-310515"/>
            <a:r>
              <a:rPr lang="en-US" dirty="0">
                <a:cs typeface="Segoe UI"/>
              </a:rPr>
              <a:t>Created in 2005 by Linus Torvalds</a:t>
            </a:r>
          </a:p>
          <a:p>
            <a:pPr marL="310515" indent="-310515"/>
            <a:r>
              <a:rPr lang="en-US" dirty="0">
                <a:cs typeface="Segoe UI"/>
              </a:rPr>
              <a:t>Lightweight and fast</a:t>
            </a:r>
          </a:p>
          <a:p>
            <a:pPr marL="310515" indent="-310515"/>
            <a:r>
              <a:rPr lang="en-US" dirty="0"/>
              <a:t>Supports parallel development (branching)</a:t>
            </a:r>
          </a:p>
          <a:p>
            <a:pPr marL="310515" indent="-310515"/>
            <a:r>
              <a:rPr lang="en-US" dirty="0">
                <a:cs typeface="Segoe UI"/>
              </a:rPr>
              <a:t>Fully distributed</a:t>
            </a:r>
          </a:p>
          <a:p>
            <a:pPr marL="310515" indent="-310515"/>
            <a:r>
              <a:rPr lang="en-US" dirty="0">
                <a:cs typeface="Segoe UI"/>
              </a:rPr>
              <a:t>Open Source</a:t>
            </a:r>
            <a:endParaRPr lang="en-US" dirty="0"/>
          </a:p>
          <a:p>
            <a:pPr marL="310515" indent="-310515"/>
            <a:r>
              <a:rPr lang="en-US" dirty="0"/>
              <a:t>Integrated with many Content Index (CI) tools </a:t>
            </a:r>
          </a:p>
          <a:p>
            <a:pPr marL="310515" indent="-310515"/>
            <a:endParaRPr lang="en-US" dirty="0"/>
          </a:p>
        </p:txBody>
      </p:sp>
      <p:pic>
        <p:nvPicPr>
          <p:cNvPr id="1028" name="Picture 4">
            <a:extLst>
              <a:ext uri="{FF2B5EF4-FFF2-40B4-BE49-F238E27FC236}">
                <a16:creationId xmlns:a16="http://schemas.microsoft.com/office/drawing/2014/main" id="{E8966518-FA0F-4A17-B0E0-F012A5A24A2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40863" y="1408114"/>
            <a:ext cx="2095500" cy="876300"/>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3607193115"/>
      </p:ext>
    </p:extLst>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Git">
            <a:extLst>
              <a:ext uri="{FF2B5EF4-FFF2-40B4-BE49-F238E27FC236}">
                <a16:creationId xmlns:a16="http://schemas.microsoft.com/office/drawing/2014/main" id="{37A65A58-D985-4D05-B10D-C24BC3F4246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91400" y="872304"/>
            <a:ext cx="3781425" cy="5477337"/>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a:extLst>
              <a:ext uri="{FF2B5EF4-FFF2-40B4-BE49-F238E27FC236}">
                <a16:creationId xmlns:a16="http://schemas.microsoft.com/office/drawing/2014/main" id="{61D1A100-F75C-4616-AECC-A1AC6434CA56}"/>
              </a:ext>
            </a:extLst>
          </p:cNvPr>
          <p:cNvSpPr>
            <a:spLocks noGrp="1"/>
          </p:cNvSpPr>
          <p:nvPr>
            <p:ph type="title"/>
          </p:nvPr>
        </p:nvSpPr>
        <p:spPr/>
        <p:txBody>
          <a:bodyPr/>
          <a:lstStyle/>
          <a:p>
            <a:r>
              <a:rPr lang="en-US" dirty="0"/>
              <a:t>Challenges of Git</a:t>
            </a:r>
          </a:p>
        </p:txBody>
      </p:sp>
      <p:sp>
        <p:nvSpPr>
          <p:cNvPr id="2" name="Text Placeholder 1">
            <a:extLst>
              <a:ext uri="{FF2B5EF4-FFF2-40B4-BE49-F238E27FC236}">
                <a16:creationId xmlns:a16="http://schemas.microsoft.com/office/drawing/2014/main" id="{1F69F004-0BEE-4271-8B30-858D795C4CE4}"/>
              </a:ext>
            </a:extLst>
          </p:cNvPr>
          <p:cNvSpPr>
            <a:spLocks noGrp="1"/>
          </p:cNvSpPr>
          <p:nvPr>
            <p:ph sz="quarter" idx="13"/>
          </p:nvPr>
        </p:nvSpPr>
        <p:spPr/>
        <p:txBody>
          <a:bodyPr/>
          <a:lstStyle/>
          <a:p>
            <a:r>
              <a:rPr lang="en-US" dirty="0"/>
              <a:t>New for many operational engineers</a:t>
            </a:r>
          </a:p>
          <a:p>
            <a:endParaRPr lang="en-US" dirty="0"/>
          </a:p>
          <a:p>
            <a:r>
              <a:rPr lang="en-US" dirty="0"/>
              <a:t>Command line based</a:t>
            </a:r>
          </a:p>
          <a:p>
            <a:endParaRPr lang="en-US" dirty="0"/>
          </a:p>
          <a:p>
            <a:r>
              <a:rPr lang="en-US" dirty="0"/>
              <a:t>What’s the point?</a:t>
            </a:r>
          </a:p>
          <a:p>
            <a:endParaRPr lang="en-US" dirty="0"/>
          </a:p>
          <a:p>
            <a:r>
              <a:rPr lang="en-US" dirty="0"/>
              <a:t>Afraid to use Git </a:t>
            </a:r>
          </a:p>
          <a:p>
            <a:pPr lvl="1"/>
            <a:r>
              <a:rPr lang="en-US" dirty="0"/>
              <a:t>New toolset</a:t>
            </a:r>
          </a:p>
          <a:p>
            <a:pPr lvl="1"/>
            <a:r>
              <a:rPr lang="en-US" dirty="0"/>
              <a:t>Very powerful (“Dangerous”)</a:t>
            </a:r>
          </a:p>
          <a:p>
            <a:pPr lvl="1"/>
            <a:r>
              <a:rPr lang="en-US" dirty="0"/>
              <a:t>Not user friendly</a:t>
            </a:r>
          </a:p>
          <a:p>
            <a:pPr lvl="1"/>
            <a:r>
              <a:rPr lang="en-US" dirty="0"/>
              <a:t>I don’t want to become a developer</a:t>
            </a:r>
          </a:p>
          <a:p>
            <a:pPr lvl="1"/>
            <a:endParaRPr lang="en-US" dirty="0"/>
          </a:p>
          <a:p>
            <a:endParaRPr lang="en-US" dirty="0"/>
          </a:p>
          <a:p>
            <a:pPr lvl="1"/>
            <a:endParaRPr lang="en-US" dirty="0"/>
          </a:p>
          <a:p>
            <a:pPr lvl="1"/>
            <a:endParaRPr lang="en-US" dirty="0"/>
          </a:p>
        </p:txBody>
      </p:sp>
    </p:spTree>
    <p:custDataLst>
      <p:tags r:id="rId1"/>
    </p:custDataLst>
    <p:extLst>
      <p:ext uri="{BB962C8B-B14F-4D97-AF65-F5344CB8AC3E}">
        <p14:creationId xmlns:p14="http://schemas.microsoft.com/office/powerpoint/2010/main" val="2242053540"/>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animEffect transition="in" filter="fade">
                                      <p:cBhvr>
                                        <p:cTn id="11" dur="500"/>
                                        <p:tgtEl>
                                          <p:spTgt spid="2">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2">
                                            <p:txEl>
                                              <p:pRg st="2" end="2"/>
                                            </p:txEl>
                                          </p:spTgt>
                                        </p:tgtEl>
                                        <p:attrNameLst>
                                          <p:attrName>style.visibility</p:attrName>
                                        </p:attrNameLst>
                                      </p:cBhvr>
                                      <p:to>
                                        <p:strVal val="visible"/>
                                      </p:to>
                                    </p:set>
                                    <p:animEffect transition="in" filter="fade">
                                      <p:cBhvr>
                                        <p:cTn id="16" dur="500"/>
                                        <p:tgtEl>
                                          <p:spTgt spid="2">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2">
                                            <p:txEl>
                                              <p:pRg st="4" end="4"/>
                                            </p:txEl>
                                          </p:spTgt>
                                        </p:tgtEl>
                                        <p:attrNameLst>
                                          <p:attrName>style.visibility</p:attrName>
                                        </p:attrNameLst>
                                      </p:cBhvr>
                                      <p:to>
                                        <p:strVal val="visible"/>
                                      </p:to>
                                    </p:set>
                                    <p:animEffect transition="in" filter="fade">
                                      <p:cBhvr>
                                        <p:cTn id="21" dur="500"/>
                                        <p:tgtEl>
                                          <p:spTgt spid="2">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2">
                                            <p:txEl>
                                              <p:pRg st="6" end="6"/>
                                            </p:txEl>
                                          </p:spTgt>
                                        </p:tgtEl>
                                        <p:attrNameLst>
                                          <p:attrName>style.visibility</p:attrName>
                                        </p:attrNameLst>
                                      </p:cBhvr>
                                      <p:to>
                                        <p:strVal val="visible"/>
                                      </p:to>
                                    </p:set>
                                    <p:animEffect transition="in" filter="fade">
                                      <p:cBhvr>
                                        <p:cTn id="26" dur="500"/>
                                        <p:tgtEl>
                                          <p:spTgt spid="2">
                                            <p:txEl>
                                              <p:pRg st="6" end="6"/>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2">
                                            <p:txEl>
                                              <p:pRg st="7" end="7"/>
                                            </p:txEl>
                                          </p:spTgt>
                                        </p:tgtEl>
                                        <p:attrNameLst>
                                          <p:attrName>style.visibility</p:attrName>
                                        </p:attrNameLst>
                                      </p:cBhvr>
                                      <p:to>
                                        <p:strVal val="visible"/>
                                      </p:to>
                                    </p:set>
                                    <p:animEffect transition="in" filter="fade">
                                      <p:cBhvr>
                                        <p:cTn id="31" dur="500"/>
                                        <p:tgtEl>
                                          <p:spTgt spid="2">
                                            <p:txEl>
                                              <p:pRg st="7" end="7"/>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2">
                                            <p:txEl>
                                              <p:pRg st="8" end="8"/>
                                            </p:txEl>
                                          </p:spTgt>
                                        </p:tgtEl>
                                        <p:attrNameLst>
                                          <p:attrName>style.visibility</p:attrName>
                                        </p:attrNameLst>
                                      </p:cBhvr>
                                      <p:to>
                                        <p:strVal val="visible"/>
                                      </p:to>
                                    </p:set>
                                    <p:animEffect transition="in" filter="fade">
                                      <p:cBhvr>
                                        <p:cTn id="36" dur="500"/>
                                        <p:tgtEl>
                                          <p:spTgt spid="2">
                                            <p:txEl>
                                              <p:pRg st="8" end="8"/>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2">
                                            <p:txEl>
                                              <p:pRg st="9" end="9"/>
                                            </p:txEl>
                                          </p:spTgt>
                                        </p:tgtEl>
                                        <p:attrNameLst>
                                          <p:attrName>style.visibility</p:attrName>
                                        </p:attrNameLst>
                                      </p:cBhvr>
                                      <p:to>
                                        <p:strVal val="visible"/>
                                      </p:to>
                                    </p:set>
                                    <p:animEffect transition="in" filter="fade">
                                      <p:cBhvr>
                                        <p:cTn id="41" dur="500"/>
                                        <p:tgtEl>
                                          <p:spTgt spid="2">
                                            <p:txEl>
                                              <p:pRg st="9" end="9"/>
                                            </p:txEl>
                                          </p:spTgt>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2">
                                            <p:txEl>
                                              <p:pRg st="10" end="10"/>
                                            </p:txEl>
                                          </p:spTgt>
                                        </p:tgtEl>
                                        <p:attrNameLst>
                                          <p:attrName>style.visibility</p:attrName>
                                        </p:attrNameLst>
                                      </p:cBhvr>
                                      <p:to>
                                        <p:strVal val="visible"/>
                                      </p:to>
                                    </p:set>
                                    <p:animEffect transition="in" filter="fade">
                                      <p:cBhvr>
                                        <p:cTn id="46" dur="500"/>
                                        <p:tgtEl>
                                          <p:spTgt spid="2">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E6F9ED8-0453-49BA-B48C-2EFE67F44D92}"/>
              </a:ext>
            </a:extLst>
          </p:cNvPr>
          <p:cNvSpPr>
            <a:spLocks noGrp="1"/>
          </p:cNvSpPr>
          <p:nvPr>
            <p:ph type="title"/>
          </p:nvPr>
        </p:nvSpPr>
        <p:spPr>
          <a:prstGeom prst="rect">
            <a:avLst/>
          </a:prstGeom>
          <a:solidFill>
            <a:schemeClr val="bg1"/>
          </a:solidFill>
          <a:ln>
            <a:noFill/>
          </a:ln>
        </p:spPr>
        <p:txBody>
          <a:bodyPr wrap="square" anchor="t">
            <a:normAutofit/>
          </a:bodyPr>
          <a:lstStyle/>
          <a:p>
            <a:r>
              <a:rPr lang="en-US">
                <a:cs typeface="Segoe UI"/>
              </a:rPr>
              <a:t>Git Commits</a:t>
            </a:r>
            <a:endParaRPr lang="en-US"/>
          </a:p>
        </p:txBody>
      </p:sp>
      <p:graphicFrame>
        <p:nvGraphicFramePr>
          <p:cNvPr id="5" name="Text Placeholder 1">
            <a:extLst>
              <a:ext uri="{FF2B5EF4-FFF2-40B4-BE49-F238E27FC236}">
                <a16:creationId xmlns:a16="http://schemas.microsoft.com/office/drawing/2014/main" id="{00E7111A-4645-4771-AAB5-235774A54A94}"/>
              </a:ext>
            </a:extLst>
          </p:cNvPr>
          <p:cNvGraphicFramePr>
            <a:graphicFrameLocks noGrp="1"/>
          </p:cNvGraphicFramePr>
          <p:nvPr>
            <p:ph sz="quarter" idx="13"/>
            <p:extLst>
              <p:ext uri="{D42A27DB-BD31-4B8C-83A1-F6EECF244321}">
                <p14:modId xmlns:p14="http://schemas.microsoft.com/office/powerpoint/2010/main" val="3179751702"/>
              </p:ext>
            </p:extLst>
          </p:nvPr>
        </p:nvGraphicFramePr>
        <p:xfrm>
          <a:off x="655638" y="1408113"/>
          <a:ext cx="10880725" cy="48196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ustDataLst>
      <p:tags r:id="rId1"/>
    </p:custDataLst>
    <p:extLst>
      <p:ext uri="{BB962C8B-B14F-4D97-AF65-F5344CB8AC3E}">
        <p14:creationId xmlns:p14="http://schemas.microsoft.com/office/powerpoint/2010/main" val="2859581686"/>
      </p:ext>
    </p:extLst>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A31F800-FEA1-4B03-A95B-91CF17F9B1EC}"/>
              </a:ext>
            </a:extLst>
          </p:cNvPr>
          <p:cNvSpPr>
            <a:spLocks noGrp="1"/>
          </p:cNvSpPr>
          <p:nvPr>
            <p:ph type="title"/>
          </p:nvPr>
        </p:nvSpPr>
        <p:spPr/>
        <p:txBody>
          <a:bodyPr/>
          <a:lstStyle/>
          <a:p>
            <a:r>
              <a:rPr lang="en-US">
                <a:cs typeface="Segoe UI"/>
              </a:rPr>
              <a:t>Git Setup</a:t>
            </a:r>
            <a:endParaRPr lang="en-US"/>
          </a:p>
        </p:txBody>
      </p:sp>
      <p:sp>
        <p:nvSpPr>
          <p:cNvPr id="2" name="Content Placeholder 1">
            <a:extLst>
              <a:ext uri="{FF2B5EF4-FFF2-40B4-BE49-F238E27FC236}">
                <a16:creationId xmlns:a16="http://schemas.microsoft.com/office/drawing/2014/main" id="{8080AD67-F508-4AAA-8DCA-1B988B337A0F}"/>
              </a:ext>
            </a:extLst>
          </p:cNvPr>
          <p:cNvSpPr>
            <a:spLocks noGrp="1"/>
          </p:cNvSpPr>
          <p:nvPr>
            <p:ph sz="quarter" idx="13"/>
          </p:nvPr>
        </p:nvSpPr>
        <p:spPr/>
        <p:txBody>
          <a:bodyPr vert="horz" lIns="0" tIns="0" rIns="0" bIns="0" rtlCol="0" anchor="t">
            <a:normAutofit/>
          </a:bodyPr>
          <a:lstStyle/>
          <a:p>
            <a:pPr marL="0" indent="0">
              <a:buNone/>
            </a:pPr>
            <a:r>
              <a:rPr lang="en-US">
                <a:cs typeface="Segoe UI"/>
              </a:rPr>
              <a:t>Clone</a:t>
            </a:r>
          </a:p>
          <a:p>
            <a:pPr marL="310515" indent="-310515"/>
            <a:r>
              <a:rPr lang="en-US">
                <a:cs typeface="Segoe UI"/>
              </a:rPr>
              <a:t>Create a new local repository to clone data into</a:t>
            </a:r>
          </a:p>
          <a:p>
            <a:pPr marL="310515" indent="-310515"/>
            <a:r>
              <a:rPr lang="en-US">
                <a:cs typeface="Segoe UI"/>
              </a:rPr>
              <a:t>Copy existing repository to clone location</a:t>
            </a:r>
          </a:p>
          <a:p>
            <a:pPr marL="310515" indent="-310515"/>
            <a:r>
              <a:rPr lang="en-US">
                <a:cs typeface="Segoe UI"/>
              </a:rPr>
              <a:t>Adds .git folder</a:t>
            </a:r>
          </a:p>
          <a:p>
            <a:pPr marL="310515" indent="-310515"/>
            <a:r>
              <a:rPr lang="en-US">
                <a:cs typeface="Segoe UI"/>
              </a:rPr>
              <a:t>Adds remote origin</a:t>
            </a:r>
          </a:p>
          <a:p>
            <a:pPr marL="310515" indent="-310515"/>
            <a:r>
              <a:rPr lang="en-US">
                <a:cs typeface="Segoe UI"/>
              </a:rPr>
              <a:t>Run with: </a:t>
            </a:r>
            <a:r>
              <a:rPr lang="en-US" i="1">
                <a:ea typeface="+mn-lt"/>
                <a:cs typeface="+mn-lt"/>
              </a:rPr>
              <a:t>git clone </a:t>
            </a:r>
            <a:r>
              <a:rPr lang="en-US" i="1" err="1">
                <a:ea typeface="+mn-lt"/>
                <a:cs typeface="+mn-lt"/>
              </a:rPr>
              <a:t>ssh_url</a:t>
            </a:r>
            <a:endParaRPr lang="en-US" i="1">
              <a:ea typeface="+mn-lt"/>
              <a:cs typeface="+mn-lt"/>
            </a:endParaRPr>
          </a:p>
          <a:p>
            <a:pPr marL="310515" indent="-310515"/>
            <a:endParaRPr lang="en-US"/>
          </a:p>
        </p:txBody>
      </p:sp>
      <p:pic>
        <p:nvPicPr>
          <p:cNvPr id="4" name="Picture 3">
            <a:extLst>
              <a:ext uri="{FF2B5EF4-FFF2-40B4-BE49-F238E27FC236}">
                <a16:creationId xmlns:a16="http://schemas.microsoft.com/office/drawing/2014/main" id="{837E9548-61DE-49D7-8F7E-44D769CFD2AE}"/>
              </a:ext>
            </a:extLst>
          </p:cNvPr>
          <p:cNvPicPr>
            <a:picLocks noChangeAspect="1"/>
          </p:cNvPicPr>
          <p:nvPr/>
        </p:nvPicPr>
        <p:blipFill>
          <a:blip r:embed="rId4"/>
          <a:stretch>
            <a:fillRect/>
          </a:stretch>
        </p:blipFill>
        <p:spPr>
          <a:xfrm>
            <a:off x="762000" y="4876800"/>
            <a:ext cx="10534801" cy="902286"/>
          </a:xfrm>
          <a:prstGeom prst="rect">
            <a:avLst/>
          </a:prstGeom>
        </p:spPr>
      </p:pic>
    </p:spTree>
    <p:custDataLst>
      <p:tags r:id="rId1"/>
    </p:custDataLst>
    <p:extLst>
      <p:ext uri="{BB962C8B-B14F-4D97-AF65-F5344CB8AC3E}">
        <p14:creationId xmlns:p14="http://schemas.microsoft.com/office/powerpoint/2010/main" val="2554072163"/>
      </p:ext>
    </p:extLst>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CFA6356-1738-439B-8697-F2AF85A7CE59}"/>
              </a:ext>
            </a:extLst>
          </p:cNvPr>
          <p:cNvSpPr>
            <a:spLocks noGrp="1"/>
          </p:cNvSpPr>
          <p:nvPr>
            <p:ph type="title"/>
          </p:nvPr>
        </p:nvSpPr>
        <p:spPr>
          <a:prstGeom prst="rect">
            <a:avLst/>
          </a:prstGeom>
          <a:solidFill>
            <a:schemeClr val="bg1"/>
          </a:solidFill>
          <a:ln>
            <a:noFill/>
          </a:ln>
        </p:spPr>
        <p:txBody>
          <a:bodyPr wrap="square" anchor="t">
            <a:normAutofit/>
          </a:bodyPr>
          <a:lstStyle/>
          <a:p>
            <a:r>
              <a:rPr lang="en-US">
                <a:cs typeface="Segoe UI"/>
              </a:rPr>
              <a:t>Git Structure</a:t>
            </a:r>
            <a:endParaRPr lang="en-US"/>
          </a:p>
        </p:txBody>
      </p:sp>
      <p:sp>
        <p:nvSpPr>
          <p:cNvPr id="13" name="Subtitle 2">
            <a:extLst>
              <a:ext uri="{FF2B5EF4-FFF2-40B4-BE49-F238E27FC236}">
                <a16:creationId xmlns:a16="http://schemas.microsoft.com/office/drawing/2014/main" id="{FA8B1741-34CA-42CD-A633-BD00FBD3EFF4}"/>
              </a:ext>
            </a:extLst>
          </p:cNvPr>
          <p:cNvSpPr>
            <a:spLocks noGrp="1"/>
          </p:cNvSpPr>
          <p:nvPr>
            <p:ph type="subTitle" idx="1"/>
          </p:nvPr>
        </p:nvSpPr>
        <p:spPr/>
        <p:txBody>
          <a:bodyPr/>
          <a:lstStyle/>
          <a:p>
            <a:endParaRPr lang="en-US"/>
          </a:p>
        </p:txBody>
      </p:sp>
      <p:graphicFrame>
        <p:nvGraphicFramePr>
          <p:cNvPr id="8" name="Text Placeholder 5">
            <a:extLst>
              <a:ext uri="{FF2B5EF4-FFF2-40B4-BE49-F238E27FC236}">
                <a16:creationId xmlns:a16="http://schemas.microsoft.com/office/drawing/2014/main" id="{7266FA00-3369-4C10-8318-7A1CF1411BEC}"/>
              </a:ext>
            </a:extLst>
          </p:cNvPr>
          <p:cNvGraphicFramePr/>
          <p:nvPr>
            <p:extLst>
              <p:ext uri="{D42A27DB-BD31-4B8C-83A1-F6EECF244321}">
                <p14:modId xmlns:p14="http://schemas.microsoft.com/office/powerpoint/2010/main" val="3961350254"/>
              </p:ext>
            </p:extLst>
          </p:nvPr>
        </p:nvGraphicFramePr>
        <p:xfrm>
          <a:off x="655638" y="1408114"/>
          <a:ext cx="10880726" cy="481965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ustDataLst>
      <p:tags r:id="rId1"/>
    </p:custDataLst>
    <p:extLst>
      <p:ext uri="{BB962C8B-B14F-4D97-AF65-F5344CB8AC3E}">
        <p14:creationId xmlns:p14="http://schemas.microsoft.com/office/powerpoint/2010/main" val="902849928"/>
      </p:ext>
    </p:extLst>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CFA6356-1738-439B-8697-F2AF85A7CE59}"/>
              </a:ext>
            </a:extLst>
          </p:cNvPr>
          <p:cNvSpPr>
            <a:spLocks noGrp="1"/>
          </p:cNvSpPr>
          <p:nvPr>
            <p:ph type="title"/>
          </p:nvPr>
        </p:nvSpPr>
        <p:spPr>
          <a:prstGeom prst="rect">
            <a:avLst/>
          </a:prstGeom>
          <a:ln>
            <a:noFill/>
          </a:ln>
        </p:spPr>
        <p:txBody>
          <a:bodyPr wrap="square" anchor="t">
            <a:normAutofit/>
          </a:bodyPr>
          <a:lstStyle/>
          <a:p>
            <a:r>
              <a:rPr lang="en-US">
                <a:cs typeface="Segoe UI"/>
              </a:rPr>
              <a:t>Git Layers</a:t>
            </a:r>
            <a:endParaRPr lang="en-US"/>
          </a:p>
        </p:txBody>
      </p:sp>
      <p:sp>
        <p:nvSpPr>
          <p:cNvPr id="6" name="Text Placeholder 5">
            <a:extLst>
              <a:ext uri="{FF2B5EF4-FFF2-40B4-BE49-F238E27FC236}">
                <a16:creationId xmlns:a16="http://schemas.microsoft.com/office/drawing/2014/main" id="{C7E6B5DD-4A68-4CE7-83FD-7559E43F4A44}"/>
              </a:ext>
            </a:extLst>
          </p:cNvPr>
          <p:cNvSpPr>
            <a:spLocks noGrp="1"/>
          </p:cNvSpPr>
          <p:nvPr>
            <p:ph type="body" sz="quarter" idx="16"/>
          </p:nvPr>
        </p:nvSpPr>
        <p:spPr>
          <a:xfrm>
            <a:off x="655320" y="1541978"/>
            <a:ext cx="4352925" cy="4819650"/>
          </a:xfrm>
          <a:prstGeom prst="rect">
            <a:avLst/>
          </a:prstGeom>
        </p:spPr>
        <p:txBody>
          <a:bodyPr vert="horz" lIns="0" tIns="0" rIns="0" bIns="0" rtlCol="0" anchor="t">
            <a:normAutofit/>
          </a:bodyPr>
          <a:lstStyle/>
          <a:p>
            <a:r>
              <a:rPr lang="en-US">
                <a:cs typeface="Segoe UI"/>
              </a:rPr>
              <a:t>Three stages to track changes:</a:t>
            </a:r>
          </a:p>
          <a:p>
            <a:endParaRPr lang="en-US">
              <a:cs typeface="Segoe UI"/>
            </a:endParaRPr>
          </a:p>
          <a:p>
            <a:pPr marL="457200" indent="-457200">
              <a:buAutoNum type="arabicPeriod"/>
            </a:pPr>
            <a:r>
              <a:rPr lang="en-US">
                <a:cs typeface="Segoe UI"/>
              </a:rPr>
              <a:t>Working directory</a:t>
            </a:r>
          </a:p>
          <a:p>
            <a:pPr marL="457200" indent="-457200">
              <a:buAutoNum type="arabicPeriod"/>
            </a:pPr>
            <a:endParaRPr lang="en-US">
              <a:cs typeface="Segoe UI"/>
            </a:endParaRPr>
          </a:p>
          <a:p>
            <a:pPr marL="457200" indent="-457200">
              <a:buAutoNum type="arabicPeriod"/>
            </a:pPr>
            <a:r>
              <a:rPr lang="en-US">
                <a:cs typeface="Segoe UI"/>
              </a:rPr>
              <a:t>Index/staging</a:t>
            </a:r>
          </a:p>
          <a:p>
            <a:pPr marL="457200" indent="-457200">
              <a:buAutoNum type="arabicPeriod"/>
            </a:pPr>
            <a:endParaRPr lang="en-US">
              <a:cs typeface="Segoe UI"/>
            </a:endParaRPr>
          </a:p>
          <a:p>
            <a:pPr marL="457200" indent="-457200">
              <a:buAutoNum type="arabicPeriod"/>
            </a:pPr>
            <a:r>
              <a:rPr lang="en-US">
                <a:cs typeface="Segoe UI"/>
              </a:rPr>
              <a:t>HEAD</a:t>
            </a:r>
          </a:p>
        </p:txBody>
      </p:sp>
      <p:pic>
        <p:nvPicPr>
          <p:cNvPr id="1026" name="Picture 2" descr="Working tree, staging area, and Git directory.">
            <a:extLst>
              <a:ext uri="{FF2B5EF4-FFF2-40B4-BE49-F238E27FC236}">
                <a16:creationId xmlns:a16="http://schemas.microsoft.com/office/drawing/2014/main" id="{DE67389A-9E4A-489B-AB95-C11E9698B3E5}"/>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5333682" y="1538764"/>
            <a:ext cx="6858000" cy="3780472"/>
          </a:xfrm>
          <a:prstGeom prst="rect">
            <a:avLst/>
          </a:prstGeom>
          <a:solidFill>
            <a:srgbClr val="FFFFFF"/>
          </a:solidFill>
        </p:spPr>
      </p:pic>
    </p:spTree>
    <p:custDataLst>
      <p:tags r:id="rId1"/>
    </p:custDataLst>
    <p:extLst>
      <p:ext uri="{BB962C8B-B14F-4D97-AF65-F5344CB8AC3E}">
        <p14:creationId xmlns:p14="http://schemas.microsoft.com/office/powerpoint/2010/main" val="639807795"/>
      </p:ext>
    </p:extLst>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14E96-35BC-448B-B343-28C1A42CB2B5}"/>
              </a:ext>
            </a:extLst>
          </p:cNvPr>
          <p:cNvSpPr>
            <a:spLocks noGrp="1"/>
          </p:cNvSpPr>
          <p:nvPr>
            <p:ph type="title"/>
          </p:nvPr>
        </p:nvSpPr>
        <p:spPr/>
        <p:txBody>
          <a:bodyPr/>
          <a:lstStyle/>
          <a:p>
            <a:r>
              <a:rPr lang="en-US">
                <a:cs typeface="Segoe UI"/>
              </a:rPr>
              <a:t>Git Process</a:t>
            </a:r>
            <a:endParaRPr lang="en-US"/>
          </a:p>
        </p:txBody>
      </p:sp>
      <p:graphicFrame>
        <p:nvGraphicFramePr>
          <p:cNvPr id="4" name="Diagram 3">
            <a:extLst>
              <a:ext uri="{FF2B5EF4-FFF2-40B4-BE49-F238E27FC236}">
                <a16:creationId xmlns:a16="http://schemas.microsoft.com/office/drawing/2014/main" id="{9C3E892E-8A70-4532-8141-070D92C4F182}"/>
              </a:ext>
            </a:extLst>
          </p:cNvPr>
          <p:cNvGraphicFramePr/>
          <p:nvPr>
            <p:extLst>
              <p:ext uri="{D42A27DB-BD31-4B8C-83A1-F6EECF244321}">
                <p14:modId xmlns:p14="http://schemas.microsoft.com/office/powerpoint/2010/main" val="3093468197"/>
              </p:ext>
            </p:extLst>
          </p:nvPr>
        </p:nvGraphicFramePr>
        <p:xfrm>
          <a:off x="655638" y="1408113"/>
          <a:ext cx="10880725" cy="481965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5" name="Action Button: Help 4">
            <a:hlinkClick r:id="rId9" action="ppaction://hlinksldjump" highlightClick="1"/>
            <a:extLst>
              <a:ext uri="{FF2B5EF4-FFF2-40B4-BE49-F238E27FC236}">
                <a16:creationId xmlns:a16="http://schemas.microsoft.com/office/drawing/2014/main" id="{CA4E0E8F-FD60-ECFF-7D76-06B60B45D627}"/>
              </a:ext>
            </a:extLst>
          </p:cNvPr>
          <p:cNvSpPr/>
          <p:nvPr/>
        </p:nvSpPr>
        <p:spPr bwMode="auto">
          <a:xfrm>
            <a:off x="10370916" y="5671595"/>
            <a:ext cx="1165446" cy="866365"/>
          </a:xfrm>
          <a:prstGeom prst="actionButtonHelp">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55448" tIns="155448" rIns="155448" bIns="155448" numCol="1" spcCol="0" rtlCol="0" fromWordArt="0" anchor="t" anchorCtr="0" forceAA="0" compatLnSpc="1">
            <a:prstTxWarp prst="textNoShape">
              <a:avLst/>
            </a:prstTxWarp>
            <a:noAutofit/>
          </a:bodyPr>
          <a:lstStyle/>
          <a:p>
            <a:pPr algn="l" defTabSz="932472" fontAlgn="base">
              <a:spcBef>
                <a:spcPct val="0"/>
              </a:spcBef>
              <a:spcAft>
                <a:spcPct val="0"/>
              </a:spcAft>
            </a:pPr>
            <a:endParaRPr lang="en-IL" sz="2000" dirty="0" err="1">
              <a:gradFill>
                <a:gsLst>
                  <a:gs pos="0">
                    <a:srgbClr val="FFFFFF"/>
                  </a:gs>
                  <a:gs pos="100000">
                    <a:srgbClr val="FFFFFF"/>
                  </a:gs>
                </a:gsLst>
                <a:lin ang="5400000" scaled="0"/>
              </a:gradFill>
              <a:ea typeface="Segoe UI" pitchFamily="34" charset="0"/>
              <a:cs typeface="Segoe UI" pitchFamily="34" charset="0"/>
            </a:endParaRPr>
          </a:p>
        </p:txBody>
      </p:sp>
    </p:spTree>
    <p:custDataLst>
      <p:tags r:id="rId1"/>
    </p:custDataLst>
    <p:extLst>
      <p:ext uri="{BB962C8B-B14F-4D97-AF65-F5344CB8AC3E}">
        <p14:creationId xmlns:p14="http://schemas.microsoft.com/office/powerpoint/2010/main" val="1195369361"/>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1200"/>
                                  </p:stCondLst>
                                  <p:childTnLst>
                                    <p:set>
                                      <p:cBhvr>
                                        <p:cTn id="6" dur="1" fill="hold">
                                          <p:stCondLst>
                                            <p:cond delay="0"/>
                                          </p:stCondLst>
                                        </p:cTn>
                                        <p:tgtEl>
                                          <p:spTgt spid="4">
                                            <p:graphicEl>
                                              <a:dgm id="{E1D442E6-50DE-42B6-B90C-5C2C51011D23}"/>
                                            </p:graphic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1200"/>
                                  </p:stCondLst>
                                  <p:childTnLst>
                                    <p:set>
                                      <p:cBhvr>
                                        <p:cTn id="10" dur="1" fill="hold">
                                          <p:stCondLst>
                                            <p:cond delay="0"/>
                                          </p:stCondLst>
                                        </p:cTn>
                                        <p:tgtEl>
                                          <p:spTgt spid="4">
                                            <p:graphicEl>
                                              <a:dgm id="{3882616B-A82E-474A-BEAD-C7E94A589992}"/>
                                            </p:graphic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1200"/>
                                  </p:stCondLst>
                                  <p:childTnLst>
                                    <p:set>
                                      <p:cBhvr>
                                        <p:cTn id="14" dur="1" fill="hold">
                                          <p:stCondLst>
                                            <p:cond delay="0"/>
                                          </p:stCondLst>
                                        </p:cTn>
                                        <p:tgtEl>
                                          <p:spTgt spid="4">
                                            <p:graphicEl>
                                              <a:dgm id="{CDB9AC5A-1499-44E3-9A89-B7F7D8C924C1}"/>
                                            </p:graphic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1200"/>
                                  </p:stCondLst>
                                  <p:childTnLst>
                                    <p:set>
                                      <p:cBhvr>
                                        <p:cTn id="18" dur="1" fill="hold">
                                          <p:stCondLst>
                                            <p:cond delay="0"/>
                                          </p:stCondLst>
                                        </p:cTn>
                                        <p:tgtEl>
                                          <p:spTgt spid="4">
                                            <p:graphicEl>
                                              <a:dgm id="{10DD6BAD-64EC-4FED-A093-E47B3435FEB8}"/>
                                            </p:graphic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1200"/>
                                  </p:stCondLst>
                                  <p:childTnLst>
                                    <p:set>
                                      <p:cBhvr>
                                        <p:cTn id="22" dur="1" fill="hold">
                                          <p:stCondLst>
                                            <p:cond delay="0"/>
                                          </p:stCondLst>
                                        </p:cTn>
                                        <p:tgtEl>
                                          <p:spTgt spid="4">
                                            <p:graphicEl>
                                              <a:dgm id="{4C1F17AB-C49A-4053-9EDC-615D8389E1F5}"/>
                                            </p:graphic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1200"/>
                                  </p:stCondLst>
                                  <p:childTnLst>
                                    <p:set>
                                      <p:cBhvr>
                                        <p:cTn id="26" dur="1" fill="hold">
                                          <p:stCondLst>
                                            <p:cond delay="0"/>
                                          </p:stCondLst>
                                        </p:cTn>
                                        <p:tgtEl>
                                          <p:spTgt spid="4">
                                            <p:graphicEl>
                                              <a:dgm id="{E387BFBC-C63C-4A0A-83FF-5C6BD40FE0AD}"/>
                                            </p:graphic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1200"/>
                                  </p:stCondLst>
                                  <p:childTnLst>
                                    <p:set>
                                      <p:cBhvr>
                                        <p:cTn id="30" dur="1" fill="hold">
                                          <p:stCondLst>
                                            <p:cond delay="0"/>
                                          </p:stCondLst>
                                        </p:cTn>
                                        <p:tgtEl>
                                          <p:spTgt spid="4">
                                            <p:graphicEl>
                                              <a:dgm id="{5C44622F-2F88-4BA9-9BB1-D6951CE35127}"/>
                                            </p:graphic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1200"/>
                                  </p:stCondLst>
                                  <p:childTnLst>
                                    <p:set>
                                      <p:cBhvr>
                                        <p:cTn id="34" dur="1" fill="hold">
                                          <p:stCondLst>
                                            <p:cond delay="0"/>
                                          </p:stCondLst>
                                        </p:cTn>
                                        <p:tgtEl>
                                          <p:spTgt spid="4">
                                            <p:graphicEl>
                                              <a:dgm id="{F8A5E368-4C95-4EC5-860C-BBD97D923610}"/>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uiExpand="1">
        <p:bldSub>
          <a:bldDgm bld="one"/>
        </p:bldSub>
      </p:bldGraphic>
    </p:bldLst>
  </p:timing>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Picture 3" descr="A collage of a plane&#10;&#10;AI-generated content may be incorrect.">
            <a:extLst>
              <a:ext uri="{FF2B5EF4-FFF2-40B4-BE49-F238E27FC236}">
                <a16:creationId xmlns:a16="http://schemas.microsoft.com/office/drawing/2014/main" id="{81BF9BDF-EFA7-4308-6EFD-60500EDE8581}"/>
              </a:ext>
            </a:extLst>
          </p:cNvPr>
          <p:cNvPicPr>
            <a:picLocks noChangeAspect="1"/>
          </p:cNvPicPr>
          <p:nvPr/>
        </p:nvPicPr>
        <p:blipFill>
          <a:blip r:embed="rId2"/>
          <a:stretch>
            <a:fillRect/>
          </a:stretch>
        </p:blipFill>
        <p:spPr>
          <a:xfrm>
            <a:off x="3495312" y="947391"/>
            <a:ext cx="5201376" cy="4963218"/>
          </a:xfrm>
          <a:prstGeom prst="rect">
            <a:avLst/>
          </a:prstGeom>
        </p:spPr>
      </p:pic>
    </p:spTree>
    <p:extLst>
      <p:ext uri="{BB962C8B-B14F-4D97-AF65-F5344CB8AC3E}">
        <p14:creationId xmlns:p14="http://schemas.microsoft.com/office/powerpoint/2010/main" val="17888663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p:txBody>
          <a:bodyPr/>
          <a:lstStyle/>
          <a:p>
            <a:r>
              <a:rPr lang="en-US">
                <a:cs typeface="Segoe UI"/>
              </a:rPr>
              <a:t>Logging into a Git Repository</a:t>
            </a:r>
            <a:endParaRPr lang="en-US"/>
          </a:p>
        </p:txBody>
      </p:sp>
    </p:spTree>
    <p:custDataLst>
      <p:tags r:id="rId1"/>
    </p:custDataLst>
    <p:extLst>
      <p:ext uri="{BB962C8B-B14F-4D97-AF65-F5344CB8AC3E}">
        <p14:creationId xmlns:p14="http://schemas.microsoft.com/office/powerpoint/2010/main" val="1515139851"/>
      </p:ext>
    </p:extLst>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18B9A09-4177-462E-9B5C-328B2F3F0978}"/>
              </a:ext>
            </a:extLst>
          </p:cNvPr>
          <p:cNvSpPr>
            <a:spLocks noGrp="1"/>
          </p:cNvSpPr>
          <p:nvPr>
            <p:ph type="title"/>
          </p:nvPr>
        </p:nvSpPr>
        <p:spPr>
          <a:prstGeom prst="rect">
            <a:avLst/>
          </a:prstGeom>
          <a:solidFill>
            <a:schemeClr val="bg1"/>
          </a:solidFill>
          <a:ln>
            <a:noFill/>
          </a:ln>
        </p:spPr>
        <p:txBody>
          <a:bodyPr wrap="square" anchor="t">
            <a:normAutofit/>
          </a:bodyPr>
          <a:lstStyle/>
          <a:p>
            <a:r>
              <a:rPr lang="en-US"/>
              <a:t>Repositories</a:t>
            </a:r>
          </a:p>
        </p:txBody>
      </p:sp>
      <p:graphicFrame>
        <p:nvGraphicFramePr>
          <p:cNvPr id="9" name="Text Placeholder 4">
            <a:extLst>
              <a:ext uri="{FF2B5EF4-FFF2-40B4-BE49-F238E27FC236}">
                <a16:creationId xmlns:a16="http://schemas.microsoft.com/office/drawing/2014/main" id="{4E15B5D6-0673-4365-B6C9-E2855129C6C1}"/>
              </a:ext>
            </a:extLst>
          </p:cNvPr>
          <p:cNvGraphicFramePr>
            <a:graphicFrameLocks noGrp="1"/>
          </p:cNvGraphicFramePr>
          <p:nvPr>
            <p:ph sz="quarter" idx="13"/>
            <p:extLst>
              <p:ext uri="{D42A27DB-BD31-4B8C-83A1-F6EECF244321}">
                <p14:modId xmlns:p14="http://schemas.microsoft.com/office/powerpoint/2010/main" val="3115418167"/>
              </p:ext>
            </p:extLst>
          </p:nvPr>
        </p:nvGraphicFramePr>
        <p:xfrm>
          <a:off x="655638" y="1408113"/>
          <a:ext cx="10880725" cy="481965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ustDataLst>
      <p:tags r:id="rId1"/>
    </p:custDataLst>
    <p:extLst>
      <p:ext uri="{BB962C8B-B14F-4D97-AF65-F5344CB8AC3E}">
        <p14:creationId xmlns:p14="http://schemas.microsoft.com/office/powerpoint/2010/main" val="76716089"/>
      </p:ext>
    </p:extLst>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B31D910-BF65-4334-86F7-1974FCC7F7BF}"/>
              </a:ext>
            </a:extLst>
          </p:cNvPr>
          <p:cNvSpPr>
            <a:spLocks noGrp="1"/>
          </p:cNvSpPr>
          <p:nvPr>
            <p:ph type="title"/>
          </p:nvPr>
        </p:nvSpPr>
        <p:spPr/>
        <p:txBody>
          <a:bodyPr/>
          <a:lstStyle/>
          <a:p>
            <a:r>
              <a:rPr lang="en-US"/>
              <a:t>Git vs. GitHub</a:t>
            </a:r>
          </a:p>
        </p:txBody>
      </p:sp>
      <p:sp>
        <p:nvSpPr>
          <p:cNvPr id="2" name="Text Placeholder 1">
            <a:extLst>
              <a:ext uri="{FF2B5EF4-FFF2-40B4-BE49-F238E27FC236}">
                <a16:creationId xmlns:a16="http://schemas.microsoft.com/office/drawing/2014/main" id="{3B828046-E1F1-46BE-A60D-3CD0251A4663}"/>
              </a:ext>
            </a:extLst>
          </p:cNvPr>
          <p:cNvSpPr>
            <a:spLocks noGrp="1"/>
          </p:cNvSpPr>
          <p:nvPr>
            <p:ph sz="quarter" idx="13"/>
          </p:nvPr>
        </p:nvSpPr>
        <p:spPr/>
        <p:txBody>
          <a:bodyPr vert="horz" lIns="0" tIns="0" rIns="0" bIns="0" rtlCol="0" anchor="t">
            <a:normAutofit/>
          </a:bodyPr>
          <a:lstStyle/>
          <a:p>
            <a:pPr marL="310515" indent="-310515"/>
            <a:r>
              <a:rPr lang="en-US" b="1">
                <a:cs typeface="Segoe UI"/>
              </a:rPr>
              <a:t>Git</a:t>
            </a:r>
            <a:r>
              <a:rPr lang="en-US">
                <a:cs typeface="Segoe UI"/>
              </a:rPr>
              <a:t>: a revision control system, a tool to manage your source code history</a:t>
            </a:r>
          </a:p>
          <a:p>
            <a:pPr marL="310515" indent="-310515"/>
            <a:endParaRPr lang="en-US"/>
          </a:p>
          <a:p>
            <a:pPr marL="310515" indent="-310515"/>
            <a:r>
              <a:rPr lang="en-US" b="1">
                <a:cs typeface="Segoe UI"/>
              </a:rPr>
              <a:t>GitHub</a:t>
            </a:r>
            <a:r>
              <a:rPr lang="en-US">
                <a:cs typeface="Segoe UI"/>
              </a:rPr>
              <a:t>: a hosting service for Git repositories, only stores code</a:t>
            </a:r>
          </a:p>
          <a:p>
            <a:pPr marL="310515" indent="-310515"/>
            <a:endParaRPr lang="en-US"/>
          </a:p>
          <a:p>
            <a:pPr marL="310515" indent="-310515"/>
            <a:endParaRPr lang="en-US"/>
          </a:p>
        </p:txBody>
      </p:sp>
      <p:pic>
        <p:nvPicPr>
          <p:cNvPr id="1026" name="Picture 2" descr="Image result for git vs github">
            <a:extLst>
              <a:ext uri="{FF2B5EF4-FFF2-40B4-BE49-F238E27FC236}">
                <a16:creationId xmlns:a16="http://schemas.microsoft.com/office/drawing/2014/main" id="{EDD14276-1D96-4136-965C-B72A0EAFD03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79503" y="3432810"/>
            <a:ext cx="6832994" cy="3225173"/>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1118951384"/>
      </p:ext>
    </p:extLst>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D49840B-89BE-4CBD-A9FE-20925D610AB6}"/>
              </a:ext>
            </a:extLst>
          </p:cNvPr>
          <p:cNvSpPr>
            <a:spLocks noGrp="1"/>
          </p:cNvSpPr>
          <p:nvPr>
            <p:ph type="title"/>
          </p:nvPr>
        </p:nvSpPr>
        <p:spPr/>
        <p:txBody>
          <a:bodyPr/>
          <a:lstStyle/>
          <a:p>
            <a:r>
              <a:rPr lang="en-US">
                <a:cs typeface="Segoe UI"/>
              </a:rPr>
              <a:t>Create Repository</a:t>
            </a:r>
            <a:endParaRPr lang="en-US"/>
          </a:p>
        </p:txBody>
      </p:sp>
      <p:sp>
        <p:nvSpPr>
          <p:cNvPr id="2" name="Text Placeholder 1">
            <a:extLst>
              <a:ext uri="{FF2B5EF4-FFF2-40B4-BE49-F238E27FC236}">
                <a16:creationId xmlns:a16="http://schemas.microsoft.com/office/drawing/2014/main" id="{98035AD3-7E39-4EED-8849-565DFE5D2B03}"/>
              </a:ext>
            </a:extLst>
          </p:cNvPr>
          <p:cNvSpPr>
            <a:spLocks noGrp="1"/>
          </p:cNvSpPr>
          <p:nvPr>
            <p:ph sz="quarter" idx="13"/>
          </p:nvPr>
        </p:nvSpPr>
        <p:spPr/>
        <p:txBody>
          <a:bodyPr vert="horz" lIns="0" tIns="0" rIns="0" bIns="0" rtlCol="0" anchor="t">
            <a:normAutofit/>
          </a:bodyPr>
          <a:lstStyle/>
          <a:p>
            <a:pPr marL="310515" indent="-310515"/>
            <a:r>
              <a:rPr lang="en-US" b="1">
                <a:cs typeface="Segoe UI"/>
              </a:rPr>
              <a:t>Create New</a:t>
            </a:r>
            <a:r>
              <a:rPr lang="en-US">
                <a:cs typeface="Segoe UI"/>
              </a:rPr>
              <a:t> – </a:t>
            </a:r>
            <a:r>
              <a:rPr lang="en-US" i="1">
                <a:cs typeface="Segoe UI"/>
              </a:rPr>
              <a:t>git </a:t>
            </a:r>
            <a:r>
              <a:rPr lang="en-US" i="1" err="1">
                <a:cs typeface="Segoe UI"/>
              </a:rPr>
              <a:t>init</a:t>
            </a:r>
            <a:r>
              <a:rPr lang="en-US" i="1">
                <a:cs typeface="Segoe UI"/>
              </a:rPr>
              <a:t> &lt;</a:t>
            </a:r>
            <a:r>
              <a:rPr lang="en-US" i="1" err="1">
                <a:cs typeface="Segoe UI"/>
              </a:rPr>
              <a:t>RepositoryName</a:t>
            </a:r>
            <a:r>
              <a:rPr lang="en-US" i="1">
                <a:cs typeface="Segoe UI"/>
              </a:rPr>
              <a:t>&gt;</a:t>
            </a:r>
          </a:p>
          <a:p>
            <a:pPr marL="310515" indent="-310515"/>
            <a:endParaRPr lang="en-US" i="1"/>
          </a:p>
          <a:p>
            <a:pPr marL="310515" indent="-310515"/>
            <a:endParaRPr lang="en-US"/>
          </a:p>
          <a:p>
            <a:pPr marL="310515" indent="-310515"/>
            <a:r>
              <a:rPr lang="en-US" b="1">
                <a:cs typeface="Segoe UI"/>
              </a:rPr>
              <a:t>Clone from another location</a:t>
            </a:r>
            <a:r>
              <a:rPr lang="en-US">
                <a:cs typeface="Segoe UI"/>
              </a:rPr>
              <a:t> – </a:t>
            </a:r>
            <a:r>
              <a:rPr lang="en-US" i="1">
                <a:cs typeface="Segoe UI"/>
              </a:rPr>
              <a:t>git clone &lt;location .git&gt;</a:t>
            </a:r>
          </a:p>
          <a:p>
            <a:pPr marL="310515" indent="-310515"/>
            <a:endParaRPr lang="en-US"/>
          </a:p>
          <a:p>
            <a:pPr marL="310515" indent="-310515"/>
            <a:endParaRPr lang="en-US"/>
          </a:p>
          <a:p>
            <a:pPr marL="310515" indent="-310515"/>
            <a:r>
              <a:rPr lang="en-US">
                <a:cs typeface="Segoe UI"/>
              </a:rPr>
              <a:t>A local copy of source files is available</a:t>
            </a:r>
          </a:p>
        </p:txBody>
      </p:sp>
      <p:pic>
        <p:nvPicPr>
          <p:cNvPr id="6" name="Picture 5">
            <a:extLst>
              <a:ext uri="{FF2B5EF4-FFF2-40B4-BE49-F238E27FC236}">
                <a16:creationId xmlns:a16="http://schemas.microsoft.com/office/drawing/2014/main" id="{DD695349-EC40-45D3-A24D-DD5CB293C1B2}"/>
              </a:ext>
            </a:extLst>
          </p:cNvPr>
          <p:cNvPicPr>
            <a:picLocks noChangeAspect="1"/>
          </p:cNvPicPr>
          <p:nvPr/>
        </p:nvPicPr>
        <p:blipFill>
          <a:blip r:embed="rId6"/>
          <a:stretch>
            <a:fillRect/>
          </a:stretch>
        </p:blipFill>
        <p:spPr>
          <a:xfrm>
            <a:off x="948596" y="4522573"/>
            <a:ext cx="9496982" cy="852937"/>
          </a:xfrm>
          <a:prstGeom prst="rect">
            <a:avLst/>
          </a:prstGeom>
        </p:spPr>
      </p:pic>
      <p:sp>
        <p:nvSpPr>
          <p:cNvPr id="7" name="Code Box">
            <a:extLst>
              <a:ext uri="{FF2B5EF4-FFF2-40B4-BE49-F238E27FC236}">
                <a16:creationId xmlns:a16="http://schemas.microsoft.com/office/drawing/2014/main" id="{2CA59A90-F19B-4DE1-B546-663DBE03B173}"/>
              </a:ext>
            </a:extLst>
          </p:cNvPr>
          <p:cNvSpPr/>
          <p:nvPr>
            <p:custDataLst>
              <p:tags r:id="rId2"/>
            </p:custDataLst>
          </p:nvPr>
        </p:nvSpPr>
        <p:spPr>
          <a:xfrm>
            <a:off x="748313" y="1830076"/>
            <a:ext cx="10880725" cy="769899"/>
          </a:xfrm>
          <a:prstGeom prst="rect">
            <a:avLst/>
          </a:prstGeom>
          <a:solidFill>
            <a:srgbClr val="012456"/>
          </a:solidFill>
        </p:spPr>
        <p:txBody>
          <a:bodyPr wrap="square" anchor="t">
            <a:noAutofit/>
          </a:bodyPr>
          <a:lstStyle/>
          <a:p>
            <a:r>
              <a:rPr lang="en-AU" sz="2000">
                <a:solidFill>
                  <a:schemeClr val="lt1"/>
                </a:solidFill>
                <a:latin typeface="Lucida Console"/>
              </a:rPr>
              <a:t>PS c:\&gt; </a:t>
            </a:r>
            <a:r>
              <a:rPr lang="en-AU" sz="2000">
                <a:solidFill>
                  <a:srgbClr val="FEF000"/>
                </a:solidFill>
                <a:latin typeface="Lucida Console"/>
              </a:rPr>
              <a:t>git</a:t>
            </a:r>
            <a:r>
              <a:rPr lang="en-AU" sz="2000">
                <a:solidFill>
                  <a:schemeClr val="lt1"/>
                </a:solidFill>
                <a:latin typeface="Lucida Console"/>
              </a:rPr>
              <a:t> </a:t>
            </a:r>
            <a:r>
              <a:rPr lang="en-AU" sz="2000" err="1">
                <a:solidFill>
                  <a:schemeClr val="lt1"/>
                </a:solidFill>
                <a:latin typeface="Lucida Console"/>
              </a:rPr>
              <a:t>init</a:t>
            </a:r>
            <a:r>
              <a:rPr lang="en-AU" sz="2000">
                <a:solidFill>
                  <a:schemeClr val="lt1"/>
                </a:solidFill>
                <a:latin typeface="Lucida Console"/>
              </a:rPr>
              <a:t> </a:t>
            </a:r>
            <a:r>
              <a:rPr lang="en-AU" sz="2000" err="1">
                <a:solidFill>
                  <a:schemeClr val="lt1"/>
                </a:solidFill>
                <a:latin typeface="Lucida Console"/>
              </a:rPr>
              <a:t>MyNewRepository</a:t>
            </a:r>
            <a:endParaRPr lang="en-AU" sz="2000">
              <a:solidFill>
                <a:schemeClr val="lt1"/>
              </a:solidFill>
              <a:latin typeface="Lucida Console"/>
            </a:endParaRPr>
          </a:p>
          <a:p>
            <a:r>
              <a:rPr lang="en-AU" sz="2000">
                <a:solidFill>
                  <a:schemeClr val="lt1"/>
                </a:solidFill>
                <a:latin typeface="Lucida Console"/>
              </a:rPr>
              <a:t>Initialized empty Git repository in C:/MyNewRepository/.git/</a:t>
            </a:r>
          </a:p>
        </p:txBody>
      </p:sp>
      <p:sp>
        <p:nvSpPr>
          <p:cNvPr id="10" name="Code Box">
            <a:extLst>
              <a:ext uri="{FF2B5EF4-FFF2-40B4-BE49-F238E27FC236}">
                <a16:creationId xmlns:a16="http://schemas.microsoft.com/office/drawing/2014/main" id="{34C36496-55C1-43A2-919B-7F377229F7EB}"/>
              </a:ext>
            </a:extLst>
          </p:cNvPr>
          <p:cNvSpPr/>
          <p:nvPr>
            <p:custDataLst>
              <p:tags r:id="rId3"/>
            </p:custDataLst>
          </p:nvPr>
        </p:nvSpPr>
        <p:spPr>
          <a:xfrm>
            <a:off x="748312" y="3173627"/>
            <a:ext cx="10880725" cy="759601"/>
          </a:xfrm>
          <a:prstGeom prst="rect">
            <a:avLst/>
          </a:prstGeom>
          <a:solidFill>
            <a:srgbClr val="012456"/>
          </a:solidFill>
        </p:spPr>
        <p:txBody>
          <a:bodyPr wrap="square" anchor="t">
            <a:noAutofit/>
          </a:bodyPr>
          <a:lstStyle/>
          <a:p>
            <a:r>
              <a:rPr lang="en-AU" sz="2000">
                <a:solidFill>
                  <a:schemeClr val="lt1"/>
                </a:solidFill>
                <a:latin typeface="Lucida Console"/>
              </a:rPr>
              <a:t>PS c:\&gt; </a:t>
            </a:r>
            <a:r>
              <a:rPr lang="en-AU" sz="2000">
                <a:solidFill>
                  <a:srgbClr val="FEF000"/>
                </a:solidFill>
                <a:latin typeface="Lucida Console"/>
              </a:rPr>
              <a:t>git</a:t>
            </a:r>
            <a:r>
              <a:rPr lang="en-AU" sz="2000">
                <a:solidFill>
                  <a:schemeClr val="lt1"/>
                </a:solidFill>
                <a:latin typeface="Lucida Console"/>
              </a:rPr>
              <a:t> clone https://github.com/anwaterh/MyNewRepository.git</a:t>
            </a:r>
          </a:p>
          <a:p>
            <a:r>
              <a:rPr lang="en-AU" sz="2000">
                <a:solidFill>
                  <a:schemeClr val="lt1"/>
                </a:solidFill>
                <a:latin typeface="Lucida Console"/>
              </a:rPr>
              <a:t>Cloning into '</a:t>
            </a:r>
            <a:r>
              <a:rPr lang="en-AU" sz="2000" err="1">
                <a:solidFill>
                  <a:schemeClr val="lt1"/>
                </a:solidFill>
                <a:latin typeface="Lucida Console"/>
              </a:rPr>
              <a:t>MyNewRepository</a:t>
            </a:r>
            <a:r>
              <a:rPr lang="en-AU" sz="2000">
                <a:solidFill>
                  <a:schemeClr val="lt1"/>
                </a:solidFill>
                <a:latin typeface="Lucida Console"/>
              </a:rPr>
              <a:t>'...</a:t>
            </a:r>
          </a:p>
        </p:txBody>
      </p:sp>
    </p:spTree>
    <p:custDataLst>
      <p:tags r:id="rId1"/>
    </p:custDataLst>
    <p:extLst>
      <p:ext uri="{BB962C8B-B14F-4D97-AF65-F5344CB8AC3E}">
        <p14:creationId xmlns:p14="http://schemas.microsoft.com/office/powerpoint/2010/main" val="3226910080"/>
      </p:ext>
    </p:extLst>
  </p:cSld>
  <p:clrMapOvr>
    <a:masterClrMapping/>
  </p:clrMapOvr>
  <p:transition spd="slow"/>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A5807E4-38D4-4278-9B9E-286F7F89CC66}"/>
              </a:ext>
            </a:extLst>
          </p:cNvPr>
          <p:cNvSpPr>
            <a:spLocks noGrp="1"/>
          </p:cNvSpPr>
          <p:nvPr>
            <p:ph type="title"/>
          </p:nvPr>
        </p:nvSpPr>
        <p:spPr/>
        <p:txBody>
          <a:bodyPr/>
          <a:lstStyle/>
          <a:p>
            <a:r>
              <a:rPr lang="en-US"/>
              <a:t>Workspace / Staging Area</a:t>
            </a:r>
          </a:p>
        </p:txBody>
      </p:sp>
      <p:sp>
        <p:nvSpPr>
          <p:cNvPr id="2" name="Text Placeholder 1">
            <a:extLst>
              <a:ext uri="{FF2B5EF4-FFF2-40B4-BE49-F238E27FC236}">
                <a16:creationId xmlns:a16="http://schemas.microsoft.com/office/drawing/2014/main" id="{51F54B81-E1BF-4DEF-A19C-98FD348D8F3A}"/>
              </a:ext>
            </a:extLst>
          </p:cNvPr>
          <p:cNvSpPr>
            <a:spLocks noGrp="1"/>
          </p:cNvSpPr>
          <p:nvPr>
            <p:ph sz="quarter" idx="13"/>
          </p:nvPr>
        </p:nvSpPr>
        <p:spPr/>
        <p:txBody>
          <a:bodyPr/>
          <a:lstStyle/>
          <a:p>
            <a:r>
              <a:rPr lang="en-US"/>
              <a:t>Files are created / edited in your workspace</a:t>
            </a:r>
          </a:p>
          <a:p>
            <a:r>
              <a:rPr lang="en-US"/>
              <a:t>To track a file it first must be added to the staging area</a:t>
            </a:r>
          </a:p>
          <a:p>
            <a:r>
              <a:rPr lang="en-US"/>
              <a:t>Staged files can then be committed (snapshot of the current staging area)</a:t>
            </a:r>
          </a:p>
          <a:p>
            <a:r>
              <a:rPr lang="en-US"/>
              <a:t>All files / changes can be added – or only individual files</a:t>
            </a:r>
          </a:p>
          <a:p>
            <a:endParaRPr lang="en-US"/>
          </a:p>
        </p:txBody>
      </p:sp>
      <p:graphicFrame>
        <p:nvGraphicFramePr>
          <p:cNvPr id="4" name="Diagram 3">
            <a:extLst>
              <a:ext uri="{FF2B5EF4-FFF2-40B4-BE49-F238E27FC236}">
                <a16:creationId xmlns:a16="http://schemas.microsoft.com/office/drawing/2014/main" id="{8B2AB052-3209-4C7E-B6B4-9AB421354992}"/>
              </a:ext>
            </a:extLst>
          </p:cNvPr>
          <p:cNvGraphicFramePr/>
          <p:nvPr>
            <p:extLst>
              <p:ext uri="{D42A27DB-BD31-4B8C-83A1-F6EECF244321}">
                <p14:modId xmlns:p14="http://schemas.microsoft.com/office/powerpoint/2010/main" val="938203899"/>
              </p:ext>
            </p:extLst>
          </p:nvPr>
        </p:nvGraphicFramePr>
        <p:xfrm>
          <a:off x="655638" y="3343580"/>
          <a:ext cx="10880726" cy="288418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ustDataLst>
      <p:tags r:id="rId1"/>
    </p:custDataLst>
    <p:extLst>
      <p:ext uri="{BB962C8B-B14F-4D97-AF65-F5344CB8AC3E}">
        <p14:creationId xmlns:p14="http://schemas.microsoft.com/office/powerpoint/2010/main" val="2508498538"/>
      </p:ext>
    </p:extLst>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4D897FF-46A1-4D94-AA8D-2A0D49B83BA2}"/>
              </a:ext>
            </a:extLst>
          </p:cNvPr>
          <p:cNvSpPr>
            <a:spLocks noGrp="1"/>
          </p:cNvSpPr>
          <p:nvPr>
            <p:ph type="title"/>
          </p:nvPr>
        </p:nvSpPr>
        <p:spPr/>
        <p:txBody>
          <a:bodyPr/>
          <a:lstStyle/>
          <a:p>
            <a:r>
              <a:rPr lang="en-US">
                <a:cs typeface="Segoe UI"/>
              </a:rPr>
              <a:t>Adding Content to Staging Area</a:t>
            </a:r>
          </a:p>
        </p:txBody>
      </p:sp>
      <p:sp>
        <p:nvSpPr>
          <p:cNvPr id="2" name="Text Placeholder 1">
            <a:extLst>
              <a:ext uri="{FF2B5EF4-FFF2-40B4-BE49-F238E27FC236}">
                <a16:creationId xmlns:a16="http://schemas.microsoft.com/office/drawing/2014/main" id="{77D15BFE-690D-474B-B013-A640580DC34C}"/>
              </a:ext>
            </a:extLst>
          </p:cNvPr>
          <p:cNvSpPr>
            <a:spLocks noGrp="1"/>
          </p:cNvSpPr>
          <p:nvPr>
            <p:ph sz="quarter" idx="13"/>
          </p:nvPr>
        </p:nvSpPr>
        <p:spPr/>
        <p:txBody>
          <a:bodyPr vert="horz" lIns="0" tIns="0" rIns="0" bIns="0" rtlCol="0" anchor="t">
            <a:normAutofit/>
          </a:bodyPr>
          <a:lstStyle/>
          <a:p>
            <a:pPr marL="310515" indent="-310515"/>
            <a:r>
              <a:rPr lang="en-US" b="1">
                <a:cs typeface="Segoe UI"/>
              </a:rPr>
              <a:t>Add a file to staging area</a:t>
            </a:r>
            <a:r>
              <a:rPr lang="en-US">
                <a:cs typeface="Segoe UI"/>
              </a:rPr>
              <a:t> – </a:t>
            </a:r>
            <a:r>
              <a:rPr lang="en-US" i="1">
                <a:cs typeface="Segoe UI"/>
              </a:rPr>
              <a:t>git add &lt;filename&gt;</a:t>
            </a:r>
          </a:p>
          <a:p>
            <a:pPr marL="310515" indent="-310515"/>
            <a:endParaRPr lang="en-US"/>
          </a:p>
          <a:p>
            <a:pPr marL="310515" indent="-310515"/>
            <a:endParaRPr lang="en-US"/>
          </a:p>
          <a:p>
            <a:pPr marL="310515" indent="-310515"/>
            <a:endParaRPr lang="en-US"/>
          </a:p>
          <a:p>
            <a:pPr marL="310515" indent="-310515"/>
            <a:endParaRPr lang="en-US"/>
          </a:p>
          <a:p>
            <a:pPr marL="310515" indent="-310515"/>
            <a:endParaRPr lang="en-US"/>
          </a:p>
          <a:p>
            <a:pPr marL="310515" indent="-310515"/>
            <a:endParaRPr lang="en-US"/>
          </a:p>
          <a:p>
            <a:pPr marL="310515" indent="-310515"/>
            <a:endParaRPr lang="en-US"/>
          </a:p>
          <a:p>
            <a:pPr marL="310515" indent="-310515"/>
            <a:endParaRPr lang="en-US"/>
          </a:p>
          <a:p>
            <a:pPr marL="310515" indent="-310515"/>
            <a:r>
              <a:rPr lang="en-US" b="1">
                <a:cs typeface="Segoe UI"/>
              </a:rPr>
              <a:t>Add all files to staging area</a:t>
            </a:r>
            <a:r>
              <a:rPr lang="en-US">
                <a:cs typeface="Segoe UI"/>
              </a:rPr>
              <a:t> – </a:t>
            </a:r>
            <a:r>
              <a:rPr lang="en-US" i="1">
                <a:cs typeface="Segoe UI"/>
              </a:rPr>
              <a:t>git add .</a:t>
            </a:r>
          </a:p>
        </p:txBody>
      </p:sp>
      <p:sp>
        <p:nvSpPr>
          <p:cNvPr id="6" name="Code Box">
            <a:extLst>
              <a:ext uri="{FF2B5EF4-FFF2-40B4-BE49-F238E27FC236}">
                <a16:creationId xmlns:a16="http://schemas.microsoft.com/office/drawing/2014/main" id="{4CE014F1-9C61-4BCA-8A4D-508E5FD7E1B7}"/>
              </a:ext>
            </a:extLst>
          </p:cNvPr>
          <p:cNvSpPr/>
          <p:nvPr>
            <p:custDataLst>
              <p:tags r:id="rId2"/>
            </p:custDataLst>
          </p:nvPr>
        </p:nvSpPr>
        <p:spPr>
          <a:xfrm>
            <a:off x="609600" y="1948249"/>
            <a:ext cx="10880725" cy="3311610"/>
          </a:xfrm>
          <a:prstGeom prst="rect">
            <a:avLst/>
          </a:prstGeom>
          <a:solidFill>
            <a:srgbClr val="012456"/>
          </a:solidFill>
        </p:spPr>
        <p:txBody>
          <a:bodyPr wrap="square" anchor="t">
            <a:noAutofit/>
          </a:bodyPr>
          <a:lstStyle/>
          <a:p>
            <a:pPr lvl="0" defTabSz="914367">
              <a:defRPr/>
            </a:pPr>
            <a:r>
              <a:rPr lang="en-AU" sz="2000">
                <a:solidFill>
                  <a:schemeClr val="lt1"/>
                </a:solidFill>
                <a:latin typeface="Lucida Console"/>
              </a:rPr>
              <a:t>PS c:\MyNewRepository&gt; </a:t>
            </a:r>
            <a:r>
              <a:rPr lang="en-AU" sz="2000">
                <a:solidFill>
                  <a:srgbClr val="FEF000"/>
                </a:solidFill>
                <a:latin typeface="Lucida Console"/>
              </a:rPr>
              <a:t>git</a:t>
            </a:r>
            <a:r>
              <a:rPr lang="en-AU" sz="2000">
                <a:solidFill>
                  <a:schemeClr val="lt1"/>
                </a:solidFill>
                <a:latin typeface="Lucida Console"/>
              </a:rPr>
              <a:t> add .\script.txt</a:t>
            </a:r>
          </a:p>
          <a:p>
            <a:r>
              <a:rPr lang="en-AU" sz="2000">
                <a:solidFill>
                  <a:schemeClr val="lt1"/>
                </a:solidFill>
                <a:latin typeface="Lucida Console"/>
              </a:rPr>
              <a:t>PS c:\MyNewRepository&gt; </a:t>
            </a:r>
            <a:r>
              <a:rPr lang="en-AU" sz="2000">
                <a:solidFill>
                  <a:srgbClr val="FEF000"/>
                </a:solidFill>
                <a:latin typeface="Lucida Console"/>
              </a:rPr>
              <a:t>git</a:t>
            </a:r>
            <a:r>
              <a:rPr lang="en-AU" sz="2000">
                <a:solidFill>
                  <a:schemeClr val="lt1"/>
                </a:solidFill>
                <a:latin typeface="Lucida Console"/>
              </a:rPr>
              <a:t> status</a:t>
            </a:r>
          </a:p>
          <a:p>
            <a:r>
              <a:rPr lang="en-AU" sz="2000">
                <a:solidFill>
                  <a:schemeClr val="lt1"/>
                </a:solidFill>
                <a:latin typeface="Lucida Console"/>
              </a:rPr>
              <a:t>On branch master</a:t>
            </a:r>
          </a:p>
          <a:p>
            <a:endParaRPr lang="en-AU" sz="2000">
              <a:solidFill>
                <a:schemeClr val="lt1"/>
              </a:solidFill>
              <a:latin typeface="Lucida Console" panose="020B0609040504020204" pitchFamily="49" charset="0"/>
            </a:endParaRPr>
          </a:p>
          <a:p>
            <a:r>
              <a:rPr lang="en-AU" sz="2000">
                <a:solidFill>
                  <a:schemeClr val="lt1"/>
                </a:solidFill>
                <a:latin typeface="Lucida Console"/>
              </a:rPr>
              <a:t>No commits yet</a:t>
            </a:r>
          </a:p>
          <a:p>
            <a:endParaRPr lang="en-AU" sz="2000">
              <a:solidFill>
                <a:schemeClr val="lt1"/>
              </a:solidFill>
              <a:latin typeface="Lucida Console" panose="020B0609040504020204" pitchFamily="49" charset="0"/>
            </a:endParaRPr>
          </a:p>
          <a:p>
            <a:r>
              <a:rPr lang="en-AU" sz="2000">
                <a:solidFill>
                  <a:schemeClr val="lt1"/>
                </a:solidFill>
                <a:latin typeface="Lucida Console"/>
              </a:rPr>
              <a:t>Changes to be committed:</a:t>
            </a:r>
          </a:p>
          <a:p>
            <a:r>
              <a:rPr lang="en-AU" sz="2000">
                <a:solidFill>
                  <a:schemeClr val="lt1"/>
                </a:solidFill>
                <a:latin typeface="Lucida Console"/>
              </a:rPr>
              <a:t>  (use "git rm –cached &lt;file&gt;... " to </a:t>
            </a:r>
            <a:r>
              <a:rPr lang="en-AU" sz="2000" err="1">
                <a:solidFill>
                  <a:schemeClr val="lt1"/>
                </a:solidFill>
                <a:latin typeface="Lucida Console"/>
              </a:rPr>
              <a:t>unstage</a:t>
            </a:r>
            <a:r>
              <a:rPr lang="en-AU" sz="2000">
                <a:solidFill>
                  <a:schemeClr val="lt1"/>
                </a:solidFill>
                <a:latin typeface="Lucida Console"/>
              </a:rPr>
              <a:t>)</a:t>
            </a:r>
          </a:p>
          <a:p>
            <a:endParaRPr lang="en-AU" sz="2000">
              <a:solidFill>
                <a:schemeClr val="lt1"/>
              </a:solidFill>
              <a:latin typeface="Lucida Console" panose="020B0609040504020204" pitchFamily="49" charset="0"/>
            </a:endParaRPr>
          </a:p>
          <a:p>
            <a:r>
              <a:rPr lang="en-AU" sz="2000">
                <a:solidFill>
                  <a:schemeClr val="lt1"/>
                </a:solidFill>
                <a:latin typeface="Lucida Console"/>
              </a:rPr>
              <a:t>         </a:t>
            </a:r>
            <a:r>
              <a:rPr lang="en-AU" sz="2000">
                <a:solidFill>
                  <a:schemeClr val="accent4"/>
                </a:solidFill>
                <a:latin typeface="Lucida Console"/>
              </a:rPr>
              <a:t>new file:     script.txt</a:t>
            </a:r>
          </a:p>
        </p:txBody>
      </p:sp>
    </p:spTree>
    <p:custDataLst>
      <p:tags r:id="rId1"/>
    </p:custDataLst>
    <p:extLst>
      <p:ext uri="{BB962C8B-B14F-4D97-AF65-F5344CB8AC3E}">
        <p14:creationId xmlns:p14="http://schemas.microsoft.com/office/powerpoint/2010/main" val="3650975258"/>
      </p:ext>
    </p:extLst>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4453CA0-C8E9-4C9F-A0DF-85E83BD08CFE}"/>
              </a:ext>
            </a:extLst>
          </p:cNvPr>
          <p:cNvSpPr>
            <a:spLocks noGrp="1"/>
          </p:cNvSpPr>
          <p:nvPr>
            <p:ph type="title"/>
          </p:nvPr>
        </p:nvSpPr>
        <p:spPr/>
        <p:txBody>
          <a:bodyPr/>
          <a:lstStyle/>
          <a:p>
            <a:r>
              <a:rPr lang="en-US">
                <a:cs typeface="Segoe UI"/>
              </a:rPr>
              <a:t>Removing Staging Area Content</a:t>
            </a:r>
          </a:p>
        </p:txBody>
      </p:sp>
      <p:sp>
        <p:nvSpPr>
          <p:cNvPr id="2" name="Text Placeholder 1">
            <a:extLst>
              <a:ext uri="{FF2B5EF4-FFF2-40B4-BE49-F238E27FC236}">
                <a16:creationId xmlns:a16="http://schemas.microsoft.com/office/drawing/2014/main" id="{6CB60889-84C8-4CD7-9404-1DB0F0AF2FB8}"/>
              </a:ext>
            </a:extLst>
          </p:cNvPr>
          <p:cNvSpPr>
            <a:spLocks noGrp="1"/>
          </p:cNvSpPr>
          <p:nvPr>
            <p:ph sz="quarter" idx="13"/>
          </p:nvPr>
        </p:nvSpPr>
        <p:spPr/>
        <p:txBody>
          <a:bodyPr/>
          <a:lstStyle/>
          <a:p>
            <a:r>
              <a:rPr lang="en-US"/>
              <a:t>Remove a file from staging (won’t be part of the commit)</a:t>
            </a:r>
          </a:p>
          <a:p>
            <a:endParaRPr lang="en-US"/>
          </a:p>
        </p:txBody>
      </p:sp>
      <p:sp>
        <p:nvSpPr>
          <p:cNvPr id="6" name="Code Box">
            <a:extLst>
              <a:ext uri="{FF2B5EF4-FFF2-40B4-BE49-F238E27FC236}">
                <a16:creationId xmlns:a16="http://schemas.microsoft.com/office/drawing/2014/main" id="{937FA04D-A9D1-47B3-93F6-1257D434A8A4}"/>
              </a:ext>
            </a:extLst>
          </p:cNvPr>
          <p:cNvSpPr/>
          <p:nvPr>
            <p:custDataLst>
              <p:tags r:id="rId2"/>
            </p:custDataLst>
          </p:nvPr>
        </p:nvSpPr>
        <p:spPr>
          <a:xfrm>
            <a:off x="655638" y="2010032"/>
            <a:ext cx="10880726" cy="4217730"/>
          </a:xfrm>
          <a:prstGeom prst="rect">
            <a:avLst/>
          </a:prstGeom>
          <a:solidFill>
            <a:srgbClr val="012456"/>
          </a:solidFill>
        </p:spPr>
        <p:txBody>
          <a:bodyPr wrap="square" anchor="t">
            <a:noAutofit/>
          </a:bodyPr>
          <a:lstStyle/>
          <a:p>
            <a:pPr lvl="0" defTabSz="914367">
              <a:defRPr/>
            </a:pPr>
            <a:r>
              <a:rPr lang="en-AU" sz="1900" dirty="0">
                <a:solidFill>
                  <a:schemeClr val="lt1"/>
                </a:solidFill>
                <a:latin typeface="Lucida Console"/>
              </a:rPr>
              <a:t>PS c:\MyNewRepository&gt; </a:t>
            </a:r>
            <a:r>
              <a:rPr lang="en-AU" sz="1900" dirty="0">
                <a:solidFill>
                  <a:srgbClr val="FEF000"/>
                </a:solidFill>
                <a:latin typeface="Lucida Console"/>
              </a:rPr>
              <a:t>git</a:t>
            </a:r>
            <a:r>
              <a:rPr lang="en-AU" sz="1900" dirty="0">
                <a:solidFill>
                  <a:schemeClr val="lt1"/>
                </a:solidFill>
                <a:latin typeface="Lucida Console"/>
              </a:rPr>
              <a:t> rm .\script.txt –cached</a:t>
            </a:r>
          </a:p>
          <a:p>
            <a:pPr lvl="0" defTabSz="914367">
              <a:defRPr/>
            </a:pPr>
            <a:r>
              <a:rPr lang="en-AU" sz="1900" dirty="0">
                <a:solidFill>
                  <a:schemeClr val="lt1"/>
                </a:solidFill>
                <a:latin typeface="Lucida Console"/>
              </a:rPr>
              <a:t>Rm 'script.txt'</a:t>
            </a:r>
          </a:p>
          <a:p>
            <a:r>
              <a:rPr lang="en-AU" sz="1900" dirty="0">
                <a:solidFill>
                  <a:schemeClr val="lt1"/>
                </a:solidFill>
                <a:latin typeface="Lucida Console"/>
              </a:rPr>
              <a:t>PS c:\MyNewRepository&gt; </a:t>
            </a:r>
            <a:r>
              <a:rPr lang="en-AU" sz="1900" dirty="0">
                <a:solidFill>
                  <a:srgbClr val="FEF000"/>
                </a:solidFill>
                <a:latin typeface="Lucida Console"/>
              </a:rPr>
              <a:t>git</a:t>
            </a:r>
            <a:r>
              <a:rPr lang="en-AU" sz="1900" dirty="0">
                <a:solidFill>
                  <a:schemeClr val="lt1"/>
                </a:solidFill>
                <a:latin typeface="Lucida Console"/>
              </a:rPr>
              <a:t> status</a:t>
            </a:r>
          </a:p>
          <a:p>
            <a:r>
              <a:rPr lang="en-AU" sz="1900" dirty="0">
                <a:solidFill>
                  <a:schemeClr val="lt1"/>
                </a:solidFill>
                <a:latin typeface="Lucida Console"/>
              </a:rPr>
              <a:t>On branch master</a:t>
            </a:r>
          </a:p>
          <a:p>
            <a:endParaRPr lang="en-AU" sz="1900" dirty="0">
              <a:solidFill>
                <a:schemeClr val="lt1"/>
              </a:solidFill>
              <a:latin typeface="Lucida Console" panose="020B0609040504020204" pitchFamily="49" charset="0"/>
            </a:endParaRPr>
          </a:p>
          <a:p>
            <a:r>
              <a:rPr lang="en-AU" sz="1900" dirty="0">
                <a:solidFill>
                  <a:schemeClr val="lt1"/>
                </a:solidFill>
                <a:latin typeface="Lucida Console"/>
              </a:rPr>
              <a:t>No commits yet</a:t>
            </a:r>
          </a:p>
          <a:p>
            <a:endParaRPr lang="en-AU" sz="1900" dirty="0">
              <a:solidFill>
                <a:schemeClr val="lt1"/>
              </a:solidFill>
              <a:latin typeface="Lucida Console" panose="020B0609040504020204" pitchFamily="49" charset="0"/>
            </a:endParaRPr>
          </a:p>
          <a:p>
            <a:r>
              <a:rPr lang="en-AU" sz="1900" dirty="0">
                <a:solidFill>
                  <a:schemeClr val="lt1"/>
                </a:solidFill>
                <a:latin typeface="Lucida Console"/>
              </a:rPr>
              <a:t>Untracked files:</a:t>
            </a:r>
          </a:p>
          <a:p>
            <a:r>
              <a:rPr lang="en-AU" sz="1900" dirty="0">
                <a:solidFill>
                  <a:schemeClr val="lt1"/>
                </a:solidFill>
                <a:latin typeface="Lucida Console"/>
              </a:rPr>
              <a:t>   (use "git add &lt;file&gt;..." to include in what will be committed)</a:t>
            </a:r>
          </a:p>
          <a:p>
            <a:endParaRPr lang="en-AU" sz="1900" dirty="0">
              <a:solidFill>
                <a:schemeClr val="lt1"/>
              </a:solidFill>
              <a:latin typeface="Lucida Console" panose="020B0609040504020204" pitchFamily="49" charset="0"/>
            </a:endParaRPr>
          </a:p>
          <a:p>
            <a:r>
              <a:rPr lang="en-AU" sz="1900" dirty="0">
                <a:solidFill>
                  <a:schemeClr val="accent3"/>
                </a:solidFill>
                <a:latin typeface="Lucida Console"/>
              </a:rPr>
              <a:t>            script.txt</a:t>
            </a:r>
          </a:p>
          <a:p>
            <a:endParaRPr lang="en-AU" sz="1900" dirty="0">
              <a:solidFill>
                <a:schemeClr val="accent4"/>
              </a:solidFill>
              <a:latin typeface="Lucida Console" panose="020B0609040504020204" pitchFamily="49" charset="0"/>
            </a:endParaRPr>
          </a:p>
          <a:p>
            <a:r>
              <a:rPr lang="en-AU" sz="1900" dirty="0">
                <a:solidFill>
                  <a:schemeClr val="bg1"/>
                </a:solidFill>
                <a:latin typeface="Lucida Console"/>
              </a:rPr>
              <a:t>Nothing added to commit but untracked files present (use </a:t>
            </a:r>
            <a:r>
              <a:rPr lang="en-AU" sz="1900" dirty="0">
                <a:solidFill>
                  <a:schemeClr val="lt1"/>
                </a:solidFill>
                <a:latin typeface="Lucida Console"/>
              </a:rPr>
              <a:t>"</a:t>
            </a:r>
            <a:r>
              <a:rPr lang="en-AU" sz="1900" dirty="0">
                <a:solidFill>
                  <a:schemeClr val="bg1"/>
                </a:solidFill>
                <a:latin typeface="Lucida Console"/>
              </a:rPr>
              <a:t>git add</a:t>
            </a:r>
            <a:r>
              <a:rPr lang="en-AU" sz="1900" dirty="0">
                <a:solidFill>
                  <a:schemeClr val="lt1"/>
                </a:solidFill>
                <a:latin typeface="Lucida Console"/>
              </a:rPr>
              <a:t>"</a:t>
            </a:r>
            <a:r>
              <a:rPr lang="en-AU" sz="1900" dirty="0">
                <a:solidFill>
                  <a:schemeClr val="bg1"/>
                </a:solidFill>
                <a:latin typeface="Lucida Console"/>
              </a:rPr>
              <a:t> to track)</a:t>
            </a:r>
          </a:p>
        </p:txBody>
      </p:sp>
    </p:spTree>
    <p:custDataLst>
      <p:tags r:id="rId1"/>
    </p:custDataLst>
    <p:extLst>
      <p:ext uri="{BB962C8B-B14F-4D97-AF65-F5344CB8AC3E}">
        <p14:creationId xmlns:p14="http://schemas.microsoft.com/office/powerpoint/2010/main" val="4006278816"/>
      </p:ext>
    </p:extLst>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5955413-AF5F-4892-82E0-8369754A4CD8}"/>
              </a:ext>
            </a:extLst>
          </p:cNvPr>
          <p:cNvSpPr>
            <a:spLocks noGrp="1"/>
          </p:cNvSpPr>
          <p:nvPr>
            <p:ph type="title"/>
          </p:nvPr>
        </p:nvSpPr>
        <p:spPr>
          <a:prstGeom prst="rect">
            <a:avLst/>
          </a:prstGeom>
          <a:ln>
            <a:noFill/>
          </a:ln>
        </p:spPr>
        <p:txBody>
          <a:bodyPr wrap="square" anchor="ctr">
            <a:normAutofit/>
          </a:bodyPr>
          <a:lstStyle/>
          <a:p>
            <a:r>
              <a:rPr lang="en-US"/>
              <a:t>Commit</a:t>
            </a:r>
          </a:p>
        </p:txBody>
      </p:sp>
      <p:sp>
        <p:nvSpPr>
          <p:cNvPr id="2" name="Text Placeholder 1">
            <a:extLst>
              <a:ext uri="{FF2B5EF4-FFF2-40B4-BE49-F238E27FC236}">
                <a16:creationId xmlns:a16="http://schemas.microsoft.com/office/drawing/2014/main" id="{9DCA5739-2513-474B-A916-37C6A50B8F60}"/>
              </a:ext>
            </a:extLst>
          </p:cNvPr>
          <p:cNvSpPr>
            <a:spLocks noGrp="1"/>
          </p:cNvSpPr>
          <p:nvPr>
            <p:ph type="body" sz="quarter" idx="10"/>
          </p:nvPr>
        </p:nvSpPr>
        <p:spPr>
          <a:prstGeom prst="rect">
            <a:avLst/>
          </a:prstGeom>
        </p:spPr>
        <p:txBody>
          <a:bodyPr anchor="ctr">
            <a:normAutofit/>
          </a:bodyPr>
          <a:lstStyle/>
          <a:p>
            <a:r>
              <a:rPr lang="en-US"/>
              <a:t>Snapshots the repository at that point</a:t>
            </a:r>
          </a:p>
          <a:p>
            <a:r>
              <a:rPr lang="en-US"/>
              <a:t>All staged files become part of the commit</a:t>
            </a:r>
          </a:p>
          <a:p>
            <a:r>
              <a:rPr lang="en-US"/>
              <a:t>Saves email address and username</a:t>
            </a:r>
          </a:p>
          <a:p>
            <a:r>
              <a:rPr lang="en-US"/>
              <a:t>Contains a message describing the changes</a:t>
            </a:r>
          </a:p>
          <a:p>
            <a:r>
              <a:rPr lang="en-US"/>
              <a:t>Commit has a unique hash which is used as a reference</a:t>
            </a:r>
          </a:p>
          <a:p>
            <a:r>
              <a:rPr lang="en-US"/>
              <a:t>Use a text editor or the –m switch to provide the message</a:t>
            </a:r>
          </a:p>
          <a:p>
            <a:endParaRPr lang="en-US"/>
          </a:p>
        </p:txBody>
      </p:sp>
    </p:spTree>
    <p:custDataLst>
      <p:tags r:id="rId1"/>
    </p:custDataLst>
    <p:extLst>
      <p:ext uri="{BB962C8B-B14F-4D97-AF65-F5344CB8AC3E}">
        <p14:creationId xmlns:p14="http://schemas.microsoft.com/office/powerpoint/2010/main" val="2233136314"/>
      </p:ext>
    </p:extLst>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5955413-AF5F-4892-82E0-8369754A4CD8}"/>
              </a:ext>
            </a:extLst>
          </p:cNvPr>
          <p:cNvSpPr>
            <a:spLocks noGrp="1"/>
          </p:cNvSpPr>
          <p:nvPr>
            <p:ph type="title"/>
          </p:nvPr>
        </p:nvSpPr>
        <p:spPr>
          <a:prstGeom prst="rect">
            <a:avLst/>
          </a:prstGeom>
          <a:ln>
            <a:noFill/>
          </a:ln>
        </p:spPr>
        <p:txBody>
          <a:bodyPr wrap="square" anchor="t">
            <a:normAutofit/>
          </a:bodyPr>
          <a:lstStyle/>
          <a:p>
            <a:r>
              <a:rPr lang="en-US">
                <a:cs typeface="Segoe UI"/>
              </a:rPr>
              <a:t>Commit - Under the Hood</a:t>
            </a:r>
          </a:p>
        </p:txBody>
      </p:sp>
      <p:sp>
        <p:nvSpPr>
          <p:cNvPr id="2" name="Text Placeholder 1">
            <a:extLst>
              <a:ext uri="{FF2B5EF4-FFF2-40B4-BE49-F238E27FC236}">
                <a16:creationId xmlns:a16="http://schemas.microsoft.com/office/drawing/2014/main" id="{9DCA5739-2513-474B-A916-37C6A50B8F60}"/>
              </a:ext>
            </a:extLst>
          </p:cNvPr>
          <p:cNvSpPr>
            <a:spLocks noGrp="1"/>
          </p:cNvSpPr>
          <p:nvPr>
            <p:ph sz="quarter" idx="13"/>
          </p:nvPr>
        </p:nvSpPr>
        <p:spPr>
          <a:prstGeom prst="rect">
            <a:avLst/>
          </a:prstGeom>
        </p:spPr>
        <p:txBody>
          <a:bodyPr>
            <a:normAutofit/>
          </a:bodyPr>
          <a:lstStyle/>
          <a:p>
            <a:pPr marL="342900" indent="-342900">
              <a:lnSpc>
                <a:spcPct val="90000"/>
              </a:lnSpc>
              <a:buFont typeface="Arial" panose="020B0604020202020204" pitchFamily="34" charset="0"/>
              <a:buChar char="•"/>
            </a:pPr>
            <a:r>
              <a:rPr lang="en-US" sz="2200"/>
              <a:t>Commit stores the entire blob, not just deltas as hashes: 530a6ac7c3682458ec6307a7c2c350ed849bfaf7</a:t>
            </a:r>
          </a:p>
          <a:p>
            <a:pPr marL="342900" indent="-342900">
              <a:lnSpc>
                <a:spcPct val="90000"/>
              </a:lnSpc>
              <a:buFont typeface="Arial" panose="020B0604020202020204" pitchFamily="34" charset="0"/>
              <a:buChar char="•"/>
            </a:pPr>
            <a:r>
              <a:rPr lang="en-US" sz="2200"/>
              <a:t>Not duplicating content – leverage same blob</a:t>
            </a:r>
          </a:p>
          <a:p>
            <a:pPr marL="342900" indent="-342900">
              <a:lnSpc>
                <a:spcPct val="90000"/>
              </a:lnSpc>
              <a:buFont typeface="Arial" panose="020B0604020202020204" pitchFamily="34" charset="0"/>
              <a:buChar char="•"/>
            </a:pPr>
            <a:r>
              <a:rPr lang="en-US" sz="2200"/>
              <a:t>Multiple commits can point to the same blob content</a:t>
            </a:r>
          </a:p>
          <a:p>
            <a:pPr marL="342900" indent="-342900">
              <a:lnSpc>
                <a:spcPct val="90000"/>
              </a:lnSpc>
              <a:buFont typeface="Arial" panose="020B0604020202020204" pitchFamily="34" charset="0"/>
              <a:buChar char="•"/>
            </a:pPr>
            <a:r>
              <a:rPr lang="en-US" sz="2200"/>
              <a:t>Commit points to a tree, then to a blob</a:t>
            </a:r>
          </a:p>
          <a:p>
            <a:pPr marL="342900" indent="-342900">
              <a:lnSpc>
                <a:spcPct val="90000"/>
              </a:lnSpc>
              <a:buFont typeface="Arial" panose="020B0604020202020204" pitchFamily="34" charset="0"/>
              <a:buChar char="•"/>
            </a:pPr>
            <a:r>
              <a:rPr lang="en-US" sz="2200"/>
              <a:t>Object DB used</a:t>
            </a:r>
          </a:p>
          <a:p>
            <a:pPr marL="342900" indent="-342900">
              <a:lnSpc>
                <a:spcPct val="90000"/>
              </a:lnSpc>
              <a:buFont typeface="Arial" panose="020B0604020202020204" pitchFamily="34" charset="0"/>
              <a:buChar char="•"/>
            </a:pPr>
            <a:r>
              <a:rPr lang="en-US" sz="2200"/>
              <a:t>Start with root tree</a:t>
            </a:r>
          </a:p>
          <a:p>
            <a:pPr marL="342900" indent="-342900">
              <a:lnSpc>
                <a:spcPct val="90000"/>
              </a:lnSpc>
              <a:buFont typeface="Arial" panose="020B0604020202020204" pitchFamily="34" charset="0"/>
              <a:buChar char="•"/>
            </a:pPr>
            <a:r>
              <a:rPr lang="en-US" sz="2200"/>
              <a:t>Updates parent</a:t>
            </a:r>
          </a:p>
          <a:p>
            <a:pPr marL="342900" indent="-342900">
              <a:lnSpc>
                <a:spcPct val="90000"/>
              </a:lnSpc>
              <a:buFont typeface="Arial" panose="020B0604020202020204" pitchFamily="34" charset="0"/>
              <a:buChar char="•"/>
            </a:pPr>
            <a:r>
              <a:rPr lang="en-US" sz="2200"/>
              <a:t>.git folder to start</a:t>
            </a:r>
          </a:p>
          <a:p>
            <a:pPr>
              <a:lnSpc>
                <a:spcPct val="90000"/>
              </a:lnSpc>
            </a:pPr>
            <a:endParaRPr lang="en-US" sz="2200"/>
          </a:p>
        </p:txBody>
      </p:sp>
      <p:pic>
        <p:nvPicPr>
          <p:cNvPr id="4" name="Picture 3">
            <a:extLst>
              <a:ext uri="{FF2B5EF4-FFF2-40B4-BE49-F238E27FC236}">
                <a16:creationId xmlns:a16="http://schemas.microsoft.com/office/drawing/2014/main" id="{C68F301C-7781-483A-BF10-15CB867946CA}"/>
              </a:ext>
            </a:extLst>
          </p:cNvPr>
          <p:cNvPicPr>
            <a:picLocks noChangeAspect="1"/>
          </p:cNvPicPr>
          <p:nvPr/>
        </p:nvPicPr>
        <p:blipFill>
          <a:blip r:embed="rId3"/>
          <a:stretch>
            <a:fillRect/>
          </a:stretch>
        </p:blipFill>
        <p:spPr>
          <a:xfrm>
            <a:off x="6251578" y="3849610"/>
            <a:ext cx="5284785" cy="2378152"/>
          </a:xfrm>
          <a:prstGeom prst="rect">
            <a:avLst/>
          </a:prstGeom>
          <a:noFill/>
        </p:spPr>
      </p:pic>
    </p:spTree>
    <p:custDataLst>
      <p:tags r:id="rId1"/>
    </p:custDataLst>
    <p:extLst>
      <p:ext uri="{BB962C8B-B14F-4D97-AF65-F5344CB8AC3E}">
        <p14:creationId xmlns:p14="http://schemas.microsoft.com/office/powerpoint/2010/main" val="1656297310"/>
      </p:ext>
    </p:extLst>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1E777EE-734B-48D9-98D4-EE2892C63AFA}"/>
              </a:ext>
            </a:extLst>
          </p:cNvPr>
          <p:cNvSpPr>
            <a:spLocks noGrp="1"/>
          </p:cNvSpPr>
          <p:nvPr>
            <p:ph type="title"/>
          </p:nvPr>
        </p:nvSpPr>
        <p:spPr/>
        <p:txBody>
          <a:bodyPr/>
          <a:lstStyle/>
          <a:p>
            <a:r>
              <a:rPr lang="en-US">
                <a:cs typeface="Segoe UI"/>
              </a:rPr>
              <a:t>Committing Changes</a:t>
            </a:r>
            <a:endParaRPr lang="en-US"/>
          </a:p>
        </p:txBody>
      </p:sp>
      <p:sp>
        <p:nvSpPr>
          <p:cNvPr id="2" name="Text Placeholder 1">
            <a:extLst>
              <a:ext uri="{FF2B5EF4-FFF2-40B4-BE49-F238E27FC236}">
                <a16:creationId xmlns:a16="http://schemas.microsoft.com/office/drawing/2014/main" id="{F92BF848-BD86-4C1C-B48C-FBDF68FF9BB2}"/>
              </a:ext>
            </a:extLst>
          </p:cNvPr>
          <p:cNvSpPr>
            <a:spLocks noGrp="1"/>
          </p:cNvSpPr>
          <p:nvPr>
            <p:ph sz="quarter" idx="13"/>
          </p:nvPr>
        </p:nvSpPr>
        <p:spPr/>
        <p:txBody>
          <a:bodyPr vert="horz" lIns="0" tIns="0" rIns="0" bIns="0" rtlCol="0" anchor="t">
            <a:normAutofit/>
          </a:bodyPr>
          <a:lstStyle/>
          <a:p>
            <a:pPr marL="310515" indent="-310515"/>
            <a:r>
              <a:rPr lang="en-US" b="1">
                <a:cs typeface="Segoe UI"/>
              </a:rPr>
              <a:t>Commit all changes</a:t>
            </a:r>
            <a:r>
              <a:rPr lang="en-US">
                <a:cs typeface="Segoe UI"/>
              </a:rPr>
              <a:t> – </a:t>
            </a:r>
            <a:r>
              <a:rPr lang="en-US" i="1">
                <a:cs typeface="Segoe UI"/>
              </a:rPr>
              <a:t>git commit –m “&lt;commit message&gt;”</a:t>
            </a:r>
          </a:p>
          <a:p>
            <a:pPr marL="310515" indent="-310515"/>
            <a:endParaRPr lang="en-US"/>
          </a:p>
          <a:p>
            <a:pPr marL="310515" indent="-310515"/>
            <a:endParaRPr lang="en-US"/>
          </a:p>
          <a:p>
            <a:pPr marL="310515" indent="-310515"/>
            <a:endParaRPr lang="en-US"/>
          </a:p>
          <a:p>
            <a:pPr marL="310515" indent="-310515"/>
            <a:endParaRPr lang="en-US"/>
          </a:p>
          <a:p>
            <a:pPr marL="310515" indent="-310515"/>
            <a:endParaRPr lang="en-US">
              <a:cs typeface="Segoe UI"/>
            </a:endParaRPr>
          </a:p>
          <a:p>
            <a:pPr marL="310515" indent="-310515"/>
            <a:r>
              <a:rPr lang="en-US">
                <a:cs typeface="Segoe UI"/>
              </a:rPr>
              <a:t>Use the </a:t>
            </a:r>
            <a:r>
              <a:rPr lang="en-US" b="1">
                <a:cs typeface="Segoe UI"/>
              </a:rPr>
              <a:t>–amend</a:t>
            </a:r>
            <a:r>
              <a:rPr lang="en-US">
                <a:cs typeface="Segoe UI"/>
              </a:rPr>
              <a:t> switch to change the last commit</a:t>
            </a:r>
          </a:p>
          <a:p>
            <a:pPr marL="310515" indent="-310515"/>
            <a:endParaRPr lang="en-US"/>
          </a:p>
          <a:p>
            <a:pPr marL="310515" indent="-310515"/>
            <a:endParaRPr lang="en-US"/>
          </a:p>
        </p:txBody>
      </p:sp>
      <p:sp>
        <p:nvSpPr>
          <p:cNvPr id="8" name="Code Box">
            <a:extLst>
              <a:ext uri="{FF2B5EF4-FFF2-40B4-BE49-F238E27FC236}">
                <a16:creationId xmlns:a16="http://schemas.microsoft.com/office/drawing/2014/main" id="{3253C3D2-7C15-4D4A-8F0F-FDDC531CA527}"/>
              </a:ext>
            </a:extLst>
          </p:cNvPr>
          <p:cNvSpPr/>
          <p:nvPr>
            <p:custDataLst>
              <p:tags r:id="rId2"/>
            </p:custDataLst>
          </p:nvPr>
        </p:nvSpPr>
        <p:spPr>
          <a:xfrm>
            <a:off x="655638" y="1953643"/>
            <a:ext cx="10880725" cy="1731962"/>
          </a:xfrm>
          <a:prstGeom prst="rect">
            <a:avLst/>
          </a:prstGeom>
          <a:solidFill>
            <a:srgbClr val="012456"/>
          </a:solidFill>
        </p:spPr>
        <p:txBody>
          <a:bodyPr wrap="square">
            <a:noAutofit/>
          </a:bodyPr>
          <a:lstStyle/>
          <a:p>
            <a:pPr lvl="0" defTabSz="914367">
              <a:defRPr/>
            </a:pPr>
            <a:r>
              <a:rPr lang="en-AU" sz="1800" dirty="0">
                <a:solidFill>
                  <a:schemeClr val="lt1"/>
                </a:solidFill>
                <a:latin typeface="Lucida Console" panose="020B0609040504020204" pitchFamily="49" charset="0"/>
              </a:rPr>
              <a:t>PS c:\MyNewRepository&gt; </a:t>
            </a:r>
            <a:r>
              <a:rPr lang="en-AU" sz="1800" dirty="0">
                <a:solidFill>
                  <a:srgbClr val="FEF000"/>
                </a:solidFill>
                <a:latin typeface="Lucida Console" panose="020B0609040504020204" pitchFamily="49" charset="0"/>
              </a:rPr>
              <a:t>git</a:t>
            </a:r>
            <a:r>
              <a:rPr lang="en-AU" sz="1800" dirty="0">
                <a:solidFill>
                  <a:schemeClr val="lt1"/>
                </a:solidFill>
                <a:latin typeface="Lucida Console" panose="020B0609040504020204" pitchFamily="49" charset="0"/>
              </a:rPr>
              <a:t> commit </a:t>
            </a:r>
            <a:r>
              <a:rPr lang="en-AU" sz="1800" dirty="0">
                <a:solidFill>
                  <a:srgbClr val="FEF000"/>
                </a:solidFill>
                <a:latin typeface="Lucida Console" panose="020B0609040504020204" pitchFamily="49" charset="0"/>
              </a:rPr>
              <a:t>–m </a:t>
            </a:r>
            <a:r>
              <a:rPr lang="en-AU" sz="1800" dirty="0">
                <a:solidFill>
                  <a:schemeClr val="lt1"/>
                </a:solidFill>
                <a:latin typeface="Lucida Console" panose="020B0609040504020204" pitchFamily="49" charset="0"/>
              </a:rPr>
              <a:t>“My commit"</a:t>
            </a:r>
          </a:p>
          <a:p>
            <a:r>
              <a:rPr lang="en-AU" sz="1800" dirty="0">
                <a:solidFill>
                  <a:schemeClr val="lt1"/>
                </a:solidFill>
                <a:latin typeface="Lucida Console" panose="020B0609040504020204" pitchFamily="49" charset="0"/>
              </a:rPr>
              <a:t>[master 67b2b30</a:t>
            </a:r>
            <a:r>
              <a:rPr lang="en-AU" sz="1800">
                <a:solidFill>
                  <a:schemeClr val="lt1"/>
                </a:solidFill>
                <a:latin typeface="Lucida Console" panose="020B0609040504020204" pitchFamily="49" charset="0"/>
              </a:rPr>
              <a:t>] My </a:t>
            </a:r>
            <a:r>
              <a:rPr lang="en-AU" sz="1800" dirty="0">
                <a:solidFill>
                  <a:schemeClr val="lt1"/>
                </a:solidFill>
                <a:latin typeface="Lucida Console" panose="020B0609040504020204" pitchFamily="49" charset="0"/>
              </a:rPr>
              <a:t>commit</a:t>
            </a:r>
          </a:p>
          <a:p>
            <a:r>
              <a:rPr lang="en-AU" sz="1800" dirty="0">
                <a:solidFill>
                  <a:schemeClr val="lt1"/>
                </a:solidFill>
                <a:latin typeface="Lucida Console" panose="020B0609040504020204" pitchFamily="49" charset="0"/>
              </a:rPr>
              <a:t> Date: Tue Apr 10 16:21:50 2018 +1000</a:t>
            </a:r>
          </a:p>
          <a:p>
            <a:r>
              <a:rPr lang="en-AU" sz="1800" dirty="0">
                <a:solidFill>
                  <a:schemeClr val="lt1"/>
                </a:solidFill>
                <a:latin typeface="Lucida Console" panose="020B0609040504020204" pitchFamily="49" charset="0"/>
              </a:rPr>
              <a:t> 1 file changed, 0 insertions(+), 0 deletions(-)</a:t>
            </a:r>
          </a:p>
          <a:p>
            <a:r>
              <a:rPr lang="en-AU" sz="1800" dirty="0">
                <a:solidFill>
                  <a:schemeClr val="lt1"/>
                </a:solidFill>
                <a:latin typeface="Lucida Console" panose="020B0609040504020204" pitchFamily="49" charset="0"/>
              </a:rPr>
              <a:t> create mode 100644 script.txt</a:t>
            </a:r>
          </a:p>
          <a:p>
            <a:r>
              <a:rPr lang="en-AU" sz="1800" dirty="0">
                <a:solidFill>
                  <a:schemeClr val="lt1"/>
                </a:solidFill>
                <a:latin typeface="Lucida Console" panose="020B0609040504020204" pitchFamily="49" charset="0"/>
              </a:rPr>
              <a:t>PS c:\MyNewRepository&gt; </a:t>
            </a:r>
          </a:p>
        </p:txBody>
      </p:sp>
      <p:sp>
        <p:nvSpPr>
          <p:cNvPr id="9" name="Code Box">
            <a:extLst>
              <a:ext uri="{FF2B5EF4-FFF2-40B4-BE49-F238E27FC236}">
                <a16:creationId xmlns:a16="http://schemas.microsoft.com/office/drawing/2014/main" id="{7EB53857-6044-4BD7-848D-EF885D48417B}"/>
              </a:ext>
            </a:extLst>
          </p:cNvPr>
          <p:cNvSpPr/>
          <p:nvPr>
            <p:custDataLst>
              <p:tags r:id="rId3"/>
            </p:custDataLst>
          </p:nvPr>
        </p:nvSpPr>
        <p:spPr>
          <a:xfrm>
            <a:off x="655638" y="4516396"/>
            <a:ext cx="10880725" cy="1731962"/>
          </a:xfrm>
          <a:prstGeom prst="rect">
            <a:avLst/>
          </a:prstGeom>
          <a:solidFill>
            <a:srgbClr val="012456"/>
          </a:solidFill>
        </p:spPr>
        <p:txBody>
          <a:bodyPr wrap="square">
            <a:noAutofit/>
          </a:bodyPr>
          <a:lstStyle/>
          <a:p>
            <a:pPr lvl="0" defTabSz="914367">
              <a:defRPr/>
            </a:pPr>
            <a:r>
              <a:rPr lang="en-AU" sz="1800">
                <a:solidFill>
                  <a:schemeClr val="lt1"/>
                </a:solidFill>
                <a:latin typeface="Lucida Console" panose="020B0609040504020204" pitchFamily="49" charset="0"/>
              </a:rPr>
              <a:t>PS c:\MyNewRepository&gt; </a:t>
            </a:r>
            <a:r>
              <a:rPr lang="en-AU" sz="1800">
                <a:solidFill>
                  <a:srgbClr val="FEF000"/>
                </a:solidFill>
                <a:latin typeface="Lucida Console" panose="020B0609040504020204" pitchFamily="49" charset="0"/>
              </a:rPr>
              <a:t>git</a:t>
            </a:r>
            <a:r>
              <a:rPr lang="en-AU" sz="1800">
                <a:solidFill>
                  <a:schemeClr val="lt1"/>
                </a:solidFill>
                <a:latin typeface="Lucida Console" panose="020B0609040504020204" pitchFamily="49" charset="0"/>
              </a:rPr>
              <a:t> commit </a:t>
            </a:r>
            <a:r>
              <a:rPr lang="en-AU" sz="1800">
                <a:solidFill>
                  <a:srgbClr val="FEF000"/>
                </a:solidFill>
                <a:latin typeface="Lucida Console" panose="020B0609040504020204" pitchFamily="49" charset="0"/>
              </a:rPr>
              <a:t>–m </a:t>
            </a:r>
            <a:r>
              <a:rPr lang="en-AU" sz="1800">
                <a:solidFill>
                  <a:schemeClr val="lt1"/>
                </a:solidFill>
                <a:latin typeface="Lucida Console" panose="020B0609040504020204" pitchFamily="49" charset="0"/>
              </a:rPr>
              <a:t>"Altered commit" --amend</a:t>
            </a:r>
          </a:p>
          <a:p>
            <a:r>
              <a:rPr lang="en-AU" sz="1800">
                <a:solidFill>
                  <a:schemeClr val="lt1"/>
                </a:solidFill>
                <a:latin typeface="Lucida Console" panose="020B0609040504020204" pitchFamily="49" charset="0"/>
              </a:rPr>
              <a:t>[master 67b2b30] Altered commit</a:t>
            </a:r>
          </a:p>
          <a:p>
            <a:r>
              <a:rPr lang="en-AU" sz="1800">
                <a:solidFill>
                  <a:schemeClr val="lt1"/>
                </a:solidFill>
                <a:latin typeface="Lucida Console" panose="020B0609040504020204" pitchFamily="49" charset="0"/>
              </a:rPr>
              <a:t> Date: Tue Apr 10 16:21:50 2018 +1000</a:t>
            </a:r>
          </a:p>
          <a:p>
            <a:r>
              <a:rPr lang="en-AU" sz="1800">
                <a:solidFill>
                  <a:schemeClr val="lt1"/>
                </a:solidFill>
                <a:latin typeface="Lucida Console" panose="020B0609040504020204" pitchFamily="49" charset="0"/>
              </a:rPr>
              <a:t> 1 file changed, 0 insertions(+), 0 deletions(-)</a:t>
            </a:r>
          </a:p>
          <a:p>
            <a:r>
              <a:rPr lang="en-AU" sz="1800">
                <a:solidFill>
                  <a:schemeClr val="lt1"/>
                </a:solidFill>
                <a:latin typeface="Lucida Console" panose="020B0609040504020204" pitchFamily="49" charset="0"/>
              </a:rPr>
              <a:t> create mode 100644 script.txt</a:t>
            </a:r>
          </a:p>
          <a:p>
            <a:r>
              <a:rPr lang="en-AU" sz="1800">
                <a:solidFill>
                  <a:schemeClr val="lt1"/>
                </a:solidFill>
                <a:latin typeface="Lucida Console" panose="020B0609040504020204" pitchFamily="49" charset="0"/>
              </a:rPr>
              <a:t>PS c:\MyNewRepository&gt; </a:t>
            </a:r>
          </a:p>
        </p:txBody>
      </p:sp>
    </p:spTree>
    <p:custDataLst>
      <p:tags r:id="rId1"/>
    </p:custDataLst>
    <p:extLst>
      <p:ext uri="{BB962C8B-B14F-4D97-AF65-F5344CB8AC3E}">
        <p14:creationId xmlns:p14="http://schemas.microsoft.com/office/powerpoint/2010/main" val="3851443998"/>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9D2C87F-A94F-4D57-BE3D-E188B69E3BAD}"/>
              </a:ext>
            </a:extLst>
          </p:cNvPr>
          <p:cNvSpPr>
            <a:spLocks noGrp="1"/>
          </p:cNvSpPr>
          <p:nvPr>
            <p:ph type="title"/>
          </p:nvPr>
        </p:nvSpPr>
        <p:spPr/>
        <p:txBody>
          <a:bodyPr/>
          <a:lstStyle/>
          <a:p>
            <a:r>
              <a:rPr lang="en-US">
                <a:cs typeface="Segoe UI"/>
              </a:rPr>
              <a:t>Viewing History</a:t>
            </a:r>
            <a:endParaRPr lang="en-US"/>
          </a:p>
        </p:txBody>
      </p:sp>
      <p:sp>
        <p:nvSpPr>
          <p:cNvPr id="2" name="Text Placeholder 1">
            <a:extLst>
              <a:ext uri="{FF2B5EF4-FFF2-40B4-BE49-F238E27FC236}">
                <a16:creationId xmlns:a16="http://schemas.microsoft.com/office/drawing/2014/main" id="{6573A100-CA6D-4B5D-8408-9A2EE736F38A}"/>
              </a:ext>
            </a:extLst>
          </p:cNvPr>
          <p:cNvSpPr>
            <a:spLocks noGrp="1"/>
          </p:cNvSpPr>
          <p:nvPr>
            <p:ph type="subTitle" idx="1"/>
          </p:nvPr>
        </p:nvSpPr>
        <p:spPr/>
        <p:txBody>
          <a:bodyPr/>
          <a:lstStyle/>
          <a:p>
            <a:r>
              <a:rPr lang="en-US"/>
              <a:t>Git log</a:t>
            </a:r>
          </a:p>
        </p:txBody>
      </p:sp>
      <p:sp>
        <p:nvSpPr>
          <p:cNvPr id="6" name="Code Box">
            <a:extLst>
              <a:ext uri="{FF2B5EF4-FFF2-40B4-BE49-F238E27FC236}">
                <a16:creationId xmlns:a16="http://schemas.microsoft.com/office/drawing/2014/main" id="{57F21D56-4AF5-4BA9-830A-68C97D8DA718}"/>
              </a:ext>
            </a:extLst>
          </p:cNvPr>
          <p:cNvSpPr/>
          <p:nvPr>
            <p:custDataLst>
              <p:tags r:id="rId2"/>
            </p:custDataLst>
          </p:nvPr>
        </p:nvSpPr>
        <p:spPr>
          <a:xfrm>
            <a:off x="655638" y="1408113"/>
            <a:ext cx="10880725" cy="4819653"/>
          </a:xfrm>
          <a:prstGeom prst="rect">
            <a:avLst/>
          </a:prstGeom>
          <a:solidFill>
            <a:srgbClr val="012456"/>
          </a:solidFill>
        </p:spPr>
        <p:txBody>
          <a:bodyPr wrap="square" anchor="t">
            <a:noAutofit/>
          </a:bodyPr>
          <a:lstStyle/>
          <a:p>
            <a:pPr lvl="0" defTabSz="914367">
              <a:defRPr/>
            </a:pPr>
            <a:r>
              <a:rPr lang="en-AU" sz="2000">
                <a:solidFill>
                  <a:schemeClr val="lt1"/>
                </a:solidFill>
                <a:latin typeface="Lucida Console"/>
              </a:rPr>
              <a:t>PS c:\MyNewRepository&gt; </a:t>
            </a:r>
            <a:r>
              <a:rPr lang="en-AU" sz="2000">
                <a:solidFill>
                  <a:srgbClr val="FEF000"/>
                </a:solidFill>
                <a:latin typeface="Lucida Console"/>
              </a:rPr>
              <a:t>git</a:t>
            </a:r>
            <a:r>
              <a:rPr lang="en-AU" sz="2000">
                <a:solidFill>
                  <a:schemeClr val="lt1"/>
                </a:solidFill>
                <a:latin typeface="Lucida Console"/>
              </a:rPr>
              <a:t> log</a:t>
            </a:r>
          </a:p>
          <a:p>
            <a:pPr lvl="0" defTabSz="914367">
              <a:defRPr/>
            </a:pPr>
            <a:r>
              <a:rPr lang="en-AU" sz="2000">
                <a:solidFill>
                  <a:schemeClr val="lt1"/>
                </a:solidFill>
                <a:latin typeface="Lucida Console"/>
              </a:rPr>
              <a:t>Commit ebf96ff9862bc450a4b61c48742c0ec64639d1c (</a:t>
            </a:r>
            <a:r>
              <a:rPr lang="en-AU" sz="2000">
                <a:solidFill>
                  <a:schemeClr val="bg2"/>
                </a:solidFill>
                <a:latin typeface="Lucida Console"/>
              </a:rPr>
              <a:t>HEAD -&gt; </a:t>
            </a:r>
            <a:r>
              <a:rPr lang="en-AU" sz="2000">
                <a:solidFill>
                  <a:schemeClr val="accent4"/>
                </a:solidFill>
                <a:latin typeface="Lucida Console"/>
              </a:rPr>
              <a:t>master</a:t>
            </a:r>
            <a:r>
              <a:rPr lang="en-AU" sz="2000">
                <a:solidFill>
                  <a:schemeClr val="lt1"/>
                </a:solidFill>
                <a:latin typeface="Lucida Console"/>
              </a:rPr>
              <a:t>)</a:t>
            </a:r>
          </a:p>
          <a:p>
            <a:r>
              <a:rPr lang="en-AU" sz="2000">
                <a:solidFill>
                  <a:schemeClr val="lt1"/>
                </a:solidFill>
                <a:latin typeface="Lucida Console"/>
              </a:rPr>
              <a:t>Author: Anthony </a:t>
            </a:r>
            <a:r>
              <a:rPr lang="en-AU" sz="2000" err="1">
                <a:solidFill>
                  <a:schemeClr val="lt1"/>
                </a:solidFill>
                <a:latin typeface="Lucida Console"/>
              </a:rPr>
              <a:t>Watherston</a:t>
            </a:r>
            <a:r>
              <a:rPr lang="en-AU" sz="2000">
                <a:solidFill>
                  <a:schemeClr val="lt1"/>
                </a:solidFill>
                <a:latin typeface="Lucida Console"/>
              </a:rPr>
              <a:t> &lt;anwather@contoso.com&gt;</a:t>
            </a:r>
          </a:p>
          <a:p>
            <a:r>
              <a:rPr lang="en-AU" sz="2000">
                <a:solidFill>
                  <a:schemeClr val="lt1"/>
                </a:solidFill>
                <a:latin typeface="Lucida Console"/>
              </a:rPr>
              <a:t>Date    Tue Apr 10 16:25:40 2018 +1000</a:t>
            </a:r>
          </a:p>
          <a:p>
            <a:endParaRPr lang="en-AU" sz="2000">
              <a:solidFill>
                <a:schemeClr val="lt1"/>
              </a:solidFill>
              <a:latin typeface="Lucida Console" panose="020B0609040504020204" pitchFamily="49" charset="0"/>
            </a:endParaRPr>
          </a:p>
          <a:p>
            <a:r>
              <a:rPr lang="en-AU" sz="2000">
                <a:solidFill>
                  <a:schemeClr val="lt1"/>
                </a:solidFill>
                <a:latin typeface="Lucida Console"/>
              </a:rPr>
              <a:t>    Made a small change</a:t>
            </a:r>
          </a:p>
          <a:p>
            <a:endParaRPr lang="en-AU" sz="2000">
              <a:solidFill>
                <a:schemeClr val="lt1"/>
              </a:solidFill>
              <a:latin typeface="Lucida Console" panose="020B0609040504020204" pitchFamily="49" charset="0"/>
            </a:endParaRPr>
          </a:p>
          <a:p>
            <a:pPr defTabSz="914367">
              <a:defRPr/>
            </a:pPr>
            <a:r>
              <a:rPr lang="en-AU" sz="2000">
                <a:solidFill>
                  <a:schemeClr val="lt1"/>
                </a:solidFill>
                <a:latin typeface="Lucida Console"/>
              </a:rPr>
              <a:t>Commit 67b2b30e8cc6b8167ba947a55440730951ac44bq </a:t>
            </a:r>
            <a:endParaRPr lang="en-AU" sz="2000">
              <a:solidFill>
                <a:schemeClr val="lt1"/>
              </a:solidFill>
              <a:latin typeface="Lucida Console" panose="020B0609040504020204" pitchFamily="49" charset="0"/>
            </a:endParaRPr>
          </a:p>
          <a:p>
            <a:r>
              <a:rPr lang="en-AU" sz="2000">
                <a:solidFill>
                  <a:schemeClr val="lt1"/>
                </a:solidFill>
                <a:latin typeface="Lucida Console"/>
              </a:rPr>
              <a:t>Author: Anthony </a:t>
            </a:r>
            <a:r>
              <a:rPr lang="en-AU" sz="2000" err="1">
                <a:solidFill>
                  <a:schemeClr val="lt1"/>
                </a:solidFill>
                <a:latin typeface="Lucida Console"/>
              </a:rPr>
              <a:t>Watherston</a:t>
            </a:r>
            <a:r>
              <a:rPr lang="en-AU" sz="2000">
                <a:solidFill>
                  <a:schemeClr val="lt1"/>
                </a:solidFill>
                <a:latin typeface="Lucida Console"/>
              </a:rPr>
              <a:t> &lt;anwather@contoso.com&gt;</a:t>
            </a:r>
          </a:p>
          <a:p>
            <a:r>
              <a:rPr lang="en-AU" sz="2000">
                <a:solidFill>
                  <a:schemeClr val="lt1"/>
                </a:solidFill>
                <a:latin typeface="Lucida Console"/>
              </a:rPr>
              <a:t>Date    Tue Apr 10 16:25:40 2018 +1000</a:t>
            </a:r>
          </a:p>
          <a:p>
            <a:endParaRPr lang="en-AU" sz="2000">
              <a:solidFill>
                <a:schemeClr val="lt1"/>
              </a:solidFill>
              <a:latin typeface="Lucida Console" panose="020B0609040504020204" pitchFamily="49" charset="0"/>
            </a:endParaRPr>
          </a:p>
          <a:p>
            <a:r>
              <a:rPr lang="en-AU" sz="2000">
                <a:solidFill>
                  <a:schemeClr val="lt1"/>
                </a:solidFill>
                <a:latin typeface="Lucida Console"/>
              </a:rPr>
              <a:t>     Altered commit</a:t>
            </a:r>
          </a:p>
          <a:p>
            <a:endParaRPr lang="en-AU" sz="1800">
              <a:solidFill>
                <a:srgbClr val="F5F5F5"/>
              </a:solidFill>
              <a:latin typeface="Lucida Console" panose="020B0609040504020204" pitchFamily="49" charset="0"/>
            </a:endParaRPr>
          </a:p>
        </p:txBody>
      </p:sp>
    </p:spTree>
    <p:custDataLst>
      <p:tags r:id="rId1"/>
    </p:custDataLst>
    <p:extLst>
      <p:ext uri="{BB962C8B-B14F-4D97-AF65-F5344CB8AC3E}">
        <p14:creationId xmlns:p14="http://schemas.microsoft.com/office/powerpoint/2010/main" val="2132298953"/>
      </p:ext>
    </p:extLst>
  </p:cSld>
  <p:clrMapOvr>
    <a:masterClrMapping/>
  </p:clrMapOvr>
  <p:transition spd="slow"/>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67DE3C3-3372-4335-83C8-ECF77904BA69}"/>
              </a:ext>
            </a:extLst>
          </p:cNvPr>
          <p:cNvSpPr>
            <a:spLocks noGrp="1"/>
          </p:cNvSpPr>
          <p:nvPr>
            <p:ph type="title"/>
          </p:nvPr>
        </p:nvSpPr>
        <p:spPr/>
        <p:txBody>
          <a:bodyPr/>
          <a:lstStyle/>
          <a:p>
            <a:r>
              <a:rPr lang="en-US">
                <a:cs typeface="Segoe UI"/>
              </a:rPr>
              <a:t>History Options</a:t>
            </a:r>
            <a:endParaRPr lang="en-US"/>
          </a:p>
        </p:txBody>
      </p:sp>
      <p:sp>
        <p:nvSpPr>
          <p:cNvPr id="2" name="Text Placeholder 1">
            <a:extLst>
              <a:ext uri="{FF2B5EF4-FFF2-40B4-BE49-F238E27FC236}">
                <a16:creationId xmlns:a16="http://schemas.microsoft.com/office/drawing/2014/main" id="{CAEA3014-A7DB-4473-BE91-422A288FC3DD}"/>
              </a:ext>
            </a:extLst>
          </p:cNvPr>
          <p:cNvSpPr>
            <a:spLocks noGrp="1"/>
          </p:cNvSpPr>
          <p:nvPr>
            <p:ph sz="quarter" idx="13"/>
          </p:nvPr>
        </p:nvSpPr>
        <p:spPr/>
        <p:txBody>
          <a:bodyPr/>
          <a:lstStyle/>
          <a:p>
            <a:r>
              <a:rPr lang="en-US"/>
              <a:t>Many options to condense output and add decorations</a:t>
            </a:r>
          </a:p>
          <a:p>
            <a:endParaRPr lang="en-US"/>
          </a:p>
          <a:p>
            <a:endParaRPr lang="en-US"/>
          </a:p>
          <a:p>
            <a:endParaRPr lang="en-US"/>
          </a:p>
          <a:p>
            <a:endParaRPr lang="en-US"/>
          </a:p>
          <a:p>
            <a:endParaRPr lang="en-US"/>
          </a:p>
          <a:p>
            <a:endParaRPr lang="en-US"/>
          </a:p>
          <a:p>
            <a:endParaRPr lang="en-US"/>
          </a:p>
          <a:p>
            <a:endParaRPr lang="en-US"/>
          </a:p>
        </p:txBody>
      </p:sp>
      <p:sp>
        <p:nvSpPr>
          <p:cNvPr id="6" name="Code Box">
            <a:extLst>
              <a:ext uri="{FF2B5EF4-FFF2-40B4-BE49-F238E27FC236}">
                <a16:creationId xmlns:a16="http://schemas.microsoft.com/office/drawing/2014/main" id="{7F6A4FEE-D3C6-4BDD-A5BC-4F5A4F812BDA}"/>
              </a:ext>
            </a:extLst>
          </p:cNvPr>
          <p:cNvSpPr/>
          <p:nvPr>
            <p:custDataLst>
              <p:tags r:id="rId2"/>
            </p:custDataLst>
          </p:nvPr>
        </p:nvSpPr>
        <p:spPr>
          <a:xfrm>
            <a:off x="655638" y="2133600"/>
            <a:ext cx="10880725" cy="2304496"/>
          </a:xfrm>
          <a:prstGeom prst="rect">
            <a:avLst/>
          </a:prstGeom>
          <a:solidFill>
            <a:srgbClr val="012456"/>
          </a:solidFill>
        </p:spPr>
        <p:txBody>
          <a:bodyPr wrap="square" anchor="t">
            <a:noAutofit/>
          </a:bodyPr>
          <a:lstStyle/>
          <a:p>
            <a:pPr lvl="0" defTabSz="914367">
              <a:defRPr/>
            </a:pPr>
            <a:r>
              <a:rPr lang="en-AU" sz="2000">
                <a:solidFill>
                  <a:schemeClr val="lt1"/>
                </a:solidFill>
                <a:latin typeface="Lucida Console"/>
              </a:rPr>
              <a:t>PS c:\MyNewRepository&gt; </a:t>
            </a:r>
            <a:r>
              <a:rPr lang="en-AU" sz="2000">
                <a:solidFill>
                  <a:srgbClr val="FEF000"/>
                </a:solidFill>
                <a:latin typeface="Lucida Console"/>
              </a:rPr>
              <a:t>git</a:t>
            </a:r>
            <a:r>
              <a:rPr lang="en-AU" sz="2000">
                <a:solidFill>
                  <a:schemeClr val="lt1"/>
                </a:solidFill>
                <a:latin typeface="Lucida Console"/>
              </a:rPr>
              <a:t> log --</a:t>
            </a:r>
            <a:r>
              <a:rPr lang="en-AU" sz="2000" err="1">
                <a:solidFill>
                  <a:schemeClr val="lt1"/>
                </a:solidFill>
                <a:latin typeface="Lucida Console"/>
              </a:rPr>
              <a:t>oneline</a:t>
            </a:r>
            <a:endParaRPr lang="en-AU" sz="2000">
              <a:solidFill>
                <a:schemeClr val="lt1"/>
              </a:solidFill>
              <a:latin typeface="Lucida Console"/>
            </a:endParaRPr>
          </a:p>
          <a:p>
            <a:pPr lvl="0" defTabSz="914367">
              <a:defRPr/>
            </a:pPr>
            <a:r>
              <a:rPr lang="en-AU" sz="2000">
                <a:solidFill>
                  <a:schemeClr val="lt1"/>
                </a:solidFill>
                <a:latin typeface="Lucida Console"/>
              </a:rPr>
              <a:t>ebf96ff (</a:t>
            </a:r>
            <a:r>
              <a:rPr lang="en-AU" sz="2000">
                <a:solidFill>
                  <a:schemeClr val="bg2"/>
                </a:solidFill>
                <a:latin typeface="Lucida Console"/>
              </a:rPr>
              <a:t>HEAD -&gt; </a:t>
            </a:r>
            <a:r>
              <a:rPr lang="en-AU" sz="2000">
                <a:solidFill>
                  <a:schemeClr val="accent4"/>
                </a:solidFill>
                <a:latin typeface="Lucida Console"/>
              </a:rPr>
              <a:t>master</a:t>
            </a:r>
            <a:r>
              <a:rPr lang="en-AU" sz="2000">
                <a:solidFill>
                  <a:schemeClr val="lt1"/>
                </a:solidFill>
                <a:latin typeface="Lucida Console"/>
              </a:rPr>
              <a:t>) Made a small change</a:t>
            </a:r>
          </a:p>
          <a:p>
            <a:pPr lvl="0" defTabSz="914367">
              <a:defRPr/>
            </a:pPr>
            <a:r>
              <a:rPr lang="en-AU" sz="2000">
                <a:solidFill>
                  <a:schemeClr val="lt1"/>
                </a:solidFill>
                <a:latin typeface="Lucida Console"/>
              </a:rPr>
              <a:t>Commit 67b2b30 Altered commit</a:t>
            </a:r>
          </a:p>
          <a:p>
            <a:pPr lvl="0" defTabSz="914367">
              <a:defRPr/>
            </a:pPr>
            <a:r>
              <a:rPr lang="en-AU" sz="2000">
                <a:solidFill>
                  <a:schemeClr val="lt1"/>
                </a:solidFill>
                <a:latin typeface="Lucida Console"/>
              </a:rPr>
              <a:t>PS c:\MyNewRepository&gt; </a:t>
            </a:r>
            <a:r>
              <a:rPr lang="en-AU" sz="2000">
                <a:solidFill>
                  <a:srgbClr val="FEF000"/>
                </a:solidFill>
                <a:latin typeface="Lucida Console"/>
              </a:rPr>
              <a:t>git</a:t>
            </a:r>
            <a:r>
              <a:rPr lang="en-AU" sz="2000">
                <a:solidFill>
                  <a:schemeClr val="lt1"/>
                </a:solidFill>
                <a:latin typeface="Lucida Console"/>
              </a:rPr>
              <a:t> log –</a:t>
            </a:r>
            <a:r>
              <a:rPr lang="en-AU" sz="2000" err="1">
                <a:solidFill>
                  <a:schemeClr val="lt1"/>
                </a:solidFill>
                <a:latin typeface="Lucida Console"/>
              </a:rPr>
              <a:t>oneline</a:t>
            </a:r>
            <a:r>
              <a:rPr lang="en-AU" sz="2000">
                <a:solidFill>
                  <a:schemeClr val="lt1"/>
                </a:solidFill>
                <a:latin typeface="Lucida Console"/>
              </a:rPr>
              <a:t> --graph</a:t>
            </a:r>
          </a:p>
          <a:p>
            <a:pPr lvl="0" defTabSz="914367">
              <a:defRPr/>
            </a:pPr>
            <a:r>
              <a:rPr lang="en-AU" sz="2000">
                <a:solidFill>
                  <a:schemeClr val="lt1"/>
                </a:solidFill>
                <a:latin typeface="Lucida Console"/>
              </a:rPr>
              <a:t>* ebf96ff (</a:t>
            </a:r>
            <a:r>
              <a:rPr lang="en-AU" sz="2000">
                <a:solidFill>
                  <a:schemeClr val="bg2"/>
                </a:solidFill>
                <a:latin typeface="Lucida Console"/>
              </a:rPr>
              <a:t>HEAD -&gt; </a:t>
            </a:r>
            <a:r>
              <a:rPr lang="en-AU" sz="2000">
                <a:solidFill>
                  <a:schemeClr val="accent4"/>
                </a:solidFill>
                <a:latin typeface="Lucida Console"/>
              </a:rPr>
              <a:t>master</a:t>
            </a:r>
            <a:r>
              <a:rPr lang="en-AU" sz="2000">
                <a:solidFill>
                  <a:schemeClr val="lt1"/>
                </a:solidFill>
                <a:latin typeface="Lucida Console"/>
              </a:rPr>
              <a:t>) Made a small change</a:t>
            </a:r>
          </a:p>
          <a:p>
            <a:pPr lvl="0" defTabSz="914367">
              <a:defRPr/>
            </a:pPr>
            <a:r>
              <a:rPr lang="en-AU" sz="2000">
                <a:solidFill>
                  <a:schemeClr val="lt1"/>
                </a:solidFill>
                <a:latin typeface="Lucida Console"/>
              </a:rPr>
              <a:t>* Commit 67b2b30 Altered commit</a:t>
            </a:r>
          </a:p>
          <a:p>
            <a:pPr defTabSz="914367">
              <a:defRPr/>
            </a:pPr>
            <a:r>
              <a:rPr lang="en-AU" sz="2000">
                <a:solidFill>
                  <a:schemeClr val="lt1"/>
                </a:solidFill>
                <a:latin typeface="Lucida Console"/>
              </a:rPr>
              <a:t>PS c:\MyNewRepository&gt; </a:t>
            </a:r>
            <a:endParaRPr lang="en-AU" sz="2000">
              <a:solidFill>
                <a:schemeClr val="lt1"/>
              </a:solidFill>
              <a:latin typeface="Lucida Console" panose="020B0609040504020204" pitchFamily="49" charset="0"/>
            </a:endParaRPr>
          </a:p>
        </p:txBody>
      </p:sp>
    </p:spTree>
    <p:custDataLst>
      <p:tags r:id="rId1"/>
    </p:custDataLst>
    <p:extLst>
      <p:ext uri="{BB962C8B-B14F-4D97-AF65-F5344CB8AC3E}">
        <p14:creationId xmlns:p14="http://schemas.microsoft.com/office/powerpoint/2010/main" val="347594832"/>
      </p:ext>
    </p:extLst>
  </p:cSld>
  <p:clrMapOvr>
    <a:masterClrMapping/>
  </p:clrMapOvr>
  <p:transition spd="slow"/>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67DE3C3-3372-4335-83C8-ECF77904BA69}"/>
              </a:ext>
            </a:extLst>
          </p:cNvPr>
          <p:cNvSpPr>
            <a:spLocks noGrp="1"/>
          </p:cNvSpPr>
          <p:nvPr>
            <p:ph type="title"/>
          </p:nvPr>
        </p:nvSpPr>
        <p:spPr>
          <a:prstGeom prst="rect">
            <a:avLst/>
          </a:prstGeom>
          <a:ln>
            <a:noFill/>
          </a:ln>
        </p:spPr>
        <p:txBody>
          <a:bodyPr wrap="square" anchor="t">
            <a:normAutofit/>
          </a:bodyPr>
          <a:lstStyle/>
          <a:p>
            <a:r>
              <a:rPr lang="en-US" dirty="0">
                <a:cs typeface="Segoe UI"/>
              </a:rPr>
              <a:t>History Options Cont.</a:t>
            </a:r>
          </a:p>
        </p:txBody>
      </p:sp>
      <p:sp>
        <p:nvSpPr>
          <p:cNvPr id="2" name="Text Placeholder 1">
            <a:extLst>
              <a:ext uri="{FF2B5EF4-FFF2-40B4-BE49-F238E27FC236}">
                <a16:creationId xmlns:a16="http://schemas.microsoft.com/office/drawing/2014/main" id="{CAEA3014-A7DB-4473-BE91-422A288FC3DD}"/>
              </a:ext>
            </a:extLst>
          </p:cNvPr>
          <p:cNvSpPr>
            <a:spLocks noGrp="1"/>
          </p:cNvSpPr>
          <p:nvPr>
            <p:ph type="body" sz="quarter" idx="16"/>
          </p:nvPr>
        </p:nvSpPr>
        <p:spPr>
          <a:prstGeom prst="rect">
            <a:avLst/>
          </a:prstGeom>
        </p:spPr>
        <p:txBody>
          <a:bodyPr>
            <a:normAutofit/>
          </a:bodyPr>
          <a:lstStyle/>
          <a:p>
            <a:r>
              <a:rPr lang="en-US"/>
              <a:t>Use </a:t>
            </a:r>
            <a:r>
              <a:rPr lang="en-US" b="1"/>
              <a:t>gitk</a:t>
            </a:r>
            <a:r>
              <a:rPr lang="en-US"/>
              <a:t> for a GUI history</a:t>
            </a:r>
          </a:p>
          <a:p>
            <a:endParaRPr lang="en-US"/>
          </a:p>
          <a:p>
            <a:endParaRPr lang="en-US"/>
          </a:p>
        </p:txBody>
      </p:sp>
      <p:pic>
        <p:nvPicPr>
          <p:cNvPr id="4" name="Picture 3">
            <a:extLst>
              <a:ext uri="{FF2B5EF4-FFF2-40B4-BE49-F238E27FC236}">
                <a16:creationId xmlns:a16="http://schemas.microsoft.com/office/drawing/2014/main" id="{5F081B20-B163-4622-AD5D-7EEC3A9600C9}"/>
              </a:ext>
            </a:extLst>
          </p:cNvPr>
          <p:cNvPicPr>
            <a:picLocks noChangeAspect="1"/>
          </p:cNvPicPr>
          <p:nvPr/>
        </p:nvPicPr>
        <p:blipFill>
          <a:blip r:embed="rId3"/>
          <a:stretch>
            <a:fillRect/>
          </a:stretch>
        </p:blipFill>
        <p:spPr>
          <a:xfrm>
            <a:off x="5333682" y="1243013"/>
            <a:ext cx="6858000" cy="4371974"/>
          </a:xfrm>
          <a:prstGeom prst="rect">
            <a:avLst/>
          </a:prstGeom>
          <a:noFill/>
        </p:spPr>
      </p:pic>
    </p:spTree>
    <p:custDataLst>
      <p:tags r:id="rId1"/>
    </p:custDataLst>
    <p:extLst>
      <p:ext uri="{BB962C8B-B14F-4D97-AF65-F5344CB8AC3E}">
        <p14:creationId xmlns:p14="http://schemas.microsoft.com/office/powerpoint/2010/main" val="802291280"/>
      </p:ext>
    </p:extLst>
  </p:cSld>
  <p:clrMapOvr>
    <a:masterClrMapping/>
  </p:clrMapOvr>
  <p:transition spd="slow"/>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F64A22E-2B43-4FC6-AF08-0CDB3F9E9269}"/>
              </a:ext>
            </a:extLst>
          </p:cNvPr>
          <p:cNvSpPr>
            <a:spLocks noGrp="1"/>
          </p:cNvSpPr>
          <p:nvPr>
            <p:ph type="title"/>
          </p:nvPr>
        </p:nvSpPr>
        <p:spPr/>
        <p:txBody>
          <a:bodyPr/>
          <a:lstStyle/>
          <a:p>
            <a:r>
              <a:rPr lang="en-US" dirty="0"/>
              <a:t>Demonstration</a:t>
            </a:r>
          </a:p>
        </p:txBody>
      </p:sp>
      <p:sp>
        <p:nvSpPr>
          <p:cNvPr id="6" name="Text Placeholder 5">
            <a:extLst>
              <a:ext uri="{FF2B5EF4-FFF2-40B4-BE49-F238E27FC236}">
                <a16:creationId xmlns:a16="http://schemas.microsoft.com/office/drawing/2014/main" id="{637E159C-9ACF-48AE-927A-D5FB13695C7F}"/>
              </a:ext>
            </a:extLst>
          </p:cNvPr>
          <p:cNvSpPr>
            <a:spLocks noGrp="1"/>
          </p:cNvSpPr>
          <p:nvPr>
            <p:ph type="body" sz="quarter" idx="10"/>
          </p:nvPr>
        </p:nvSpPr>
        <p:spPr/>
        <p:txBody>
          <a:bodyPr/>
          <a:lstStyle/>
          <a:p>
            <a:r>
              <a:rPr lang="en-US" dirty="0"/>
              <a:t>Advanced Features</a:t>
            </a:r>
          </a:p>
        </p:txBody>
      </p:sp>
      <p:pic>
        <p:nvPicPr>
          <p:cNvPr id="5" name="EDU19_HigherEdComputerLab_007" descr="Higher Education. A male student and a female instructor in a university computer lab, discussing the Power BI assignment on the screen.">
            <a:extLst>
              <a:ext uri="{FF2B5EF4-FFF2-40B4-BE49-F238E27FC236}">
                <a16:creationId xmlns:a16="http://schemas.microsoft.com/office/drawing/2014/main" id="{69F12759-EF89-4C17-A033-CC93927E3540}"/>
              </a:ext>
            </a:extLst>
          </p:cNvPr>
          <p:cNvPicPr>
            <a:picLocks noGrp="1" noChangeAspect="1"/>
          </p:cNvPicPr>
          <p:nvPr>
            <p:ph type="pic" sz="quarter" idx="15"/>
            <p:custDataLst>
              <p:tags r:id="rId2"/>
            </p:custDataLst>
          </p:nvPr>
        </p:nvPicPr>
        <p:blipFill rotWithShape="1">
          <a:blip r:embed="rId5" cstate="screen">
            <a:extLst>
              <a:ext uri="{28A0092B-C50C-407E-A947-70E740481C1C}">
                <a14:useLocalDpi xmlns:a14="http://schemas.microsoft.com/office/drawing/2010/main"/>
              </a:ext>
            </a:extLst>
          </a:blip>
          <a:srcRect l="6006" r="6006"/>
          <a:stretch/>
        </p:blipFill>
        <p:spPr>
          <a:prstGeom prst="rect">
            <a:avLst/>
          </a:prstGeom>
        </p:spPr>
      </p:pic>
    </p:spTree>
    <p:custDataLst>
      <p:tags r:id="rId1"/>
    </p:custDataLst>
    <p:extLst>
      <p:ext uri="{BB962C8B-B14F-4D97-AF65-F5344CB8AC3E}">
        <p14:creationId xmlns:p14="http://schemas.microsoft.com/office/powerpoint/2010/main" val="2593067158"/>
      </p:ext>
    </p:extLst>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57B38C-8413-4861-A4F5-7DF656AEAD0D}"/>
              </a:ext>
            </a:extLst>
          </p:cNvPr>
          <p:cNvSpPr>
            <a:spLocks noGrp="1"/>
          </p:cNvSpPr>
          <p:nvPr>
            <p:ph type="title"/>
          </p:nvPr>
        </p:nvSpPr>
        <p:spPr>
          <a:xfrm>
            <a:off x="655636" y="-601883"/>
            <a:ext cx="4352926" cy="2533890"/>
          </a:xfrm>
        </p:spPr>
        <p:txBody>
          <a:bodyPr/>
          <a:lstStyle/>
          <a:p>
            <a:r>
              <a:rPr lang="en-US" dirty="0"/>
              <a:t>Git – Introduction</a:t>
            </a:r>
            <a:br>
              <a:rPr lang="en-US" dirty="0"/>
            </a:br>
            <a:r>
              <a:rPr lang="en-US" sz="2400" dirty="0"/>
              <a:t>(45 minutes)</a:t>
            </a:r>
            <a:endParaRPr lang="en-US" dirty="0"/>
          </a:p>
        </p:txBody>
      </p:sp>
      <p:sp>
        <p:nvSpPr>
          <p:cNvPr id="3" name="Text Placeholder 2">
            <a:extLst>
              <a:ext uri="{FF2B5EF4-FFF2-40B4-BE49-F238E27FC236}">
                <a16:creationId xmlns:a16="http://schemas.microsoft.com/office/drawing/2014/main" id="{4897B8F8-26DF-42FB-ACB0-59929F1C2344}"/>
              </a:ext>
            </a:extLst>
          </p:cNvPr>
          <p:cNvSpPr>
            <a:spLocks noGrp="1"/>
          </p:cNvSpPr>
          <p:nvPr>
            <p:ph type="body" sz="quarter" idx="10"/>
          </p:nvPr>
        </p:nvSpPr>
        <p:spPr>
          <a:xfrm>
            <a:off x="655637" y="1385257"/>
            <a:ext cx="4352925" cy="2643188"/>
          </a:xfrm>
        </p:spPr>
        <p:txBody>
          <a:bodyPr/>
          <a:lstStyle/>
          <a:p>
            <a:pPr marL="342900" indent="-342900">
              <a:buFontTx/>
              <a:buChar char="-"/>
            </a:pPr>
            <a:r>
              <a:rPr lang="en-US" dirty="0"/>
              <a:t>Installing Git</a:t>
            </a:r>
          </a:p>
          <a:p>
            <a:pPr marL="342900" indent="-342900">
              <a:buFontTx/>
              <a:buChar char="-"/>
            </a:pPr>
            <a:r>
              <a:rPr lang="en-US" dirty="0"/>
              <a:t>Setting up first repository</a:t>
            </a:r>
          </a:p>
          <a:p>
            <a:pPr marL="342900" indent="-342900">
              <a:buFontTx/>
              <a:buChar char="-"/>
            </a:pPr>
            <a:endParaRPr lang="en-US" dirty="0"/>
          </a:p>
        </p:txBody>
      </p:sp>
      <p:sp>
        <p:nvSpPr>
          <p:cNvPr id="4" name="Picture Placeholder 3">
            <a:extLst>
              <a:ext uri="{FF2B5EF4-FFF2-40B4-BE49-F238E27FC236}">
                <a16:creationId xmlns:a16="http://schemas.microsoft.com/office/drawing/2014/main" id="{688E0F76-248A-45EA-81A0-6E6C546B8835}"/>
              </a:ext>
            </a:extLst>
          </p:cNvPr>
          <p:cNvSpPr>
            <a:spLocks noGrp="1"/>
          </p:cNvSpPr>
          <p:nvPr>
            <p:ph type="pic" sz="quarter" idx="15"/>
          </p:nvPr>
        </p:nvSpPr>
        <p:spPr/>
        <p:txBody>
          <a:bodyPr/>
          <a:lstStyle/>
          <a:p>
            <a:endParaRPr lang="LID4096"/>
          </a:p>
        </p:txBody>
      </p:sp>
      <p:pic>
        <p:nvPicPr>
          <p:cNvPr id="7" name="Lab" descr="A close up of a sign&#10;&#10;Description automatically generated">
            <a:extLst>
              <a:ext uri="{FF2B5EF4-FFF2-40B4-BE49-F238E27FC236}">
                <a16:creationId xmlns:a16="http://schemas.microsoft.com/office/drawing/2014/main" id="{76566A92-4C2E-4A75-AC88-04F49267A8C1}"/>
              </a:ext>
            </a:extLst>
          </p:cNvPr>
          <p:cNvPicPr>
            <a:picLocks noChangeAspect="1"/>
          </p:cNvPicPr>
          <p:nvPr>
            <p:custDataLst>
              <p:tags r:id="rId2"/>
            </p:custDataLst>
          </p:nvPr>
        </p:nvPicPr>
        <p:blipFill>
          <a:blip r:embed="rId5">
            <a:extLst>
              <a:ext uri="{28A0092B-C50C-407E-A947-70E740481C1C}">
                <a14:useLocalDpi xmlns:a14="http://schemas.microsoft.com/office/drawing/2010/main" val="0"/>
              </a:ext>
            </a:extLst>
          </a:blip>
          <a:stretch>
            <a:fillRect/>
          </a:stretch>
        </p:blipFill>
        <p:spPr>
          <a:xfrm>
            <a:off x="7479068" y="1006033"/>
            <a:ext cx="2567228" cy="4959305"/>
          </a:xfrm>
          <a:prstGeom prst="rect">
            <a:avLst/>
          </a:prstGeom>
        </p:spPr>
      </p:pic>
      <p:sp>
        <p:nvSpPr>
          <p:cNvPr id="5" name="TextBox 4">
            <a:extLst>
              <a:ext uri="{FF2B5EF4-FFF2-40B4-BE49-F238E27FC236}">
                <a16:creationId xmlns:a16="http://schemas.microsoft.com/office/drawing/2014/main" id="{6CABEEC9-BABB-8EB0-7E9B-C81D72E2577C}"/>
              </a:ext>
            </a:extLst>
          </p:cNvPr>
          <p:cNvSpPr txBox="1"/>
          <p:nvPr/>
        </p:nvSpPr>
        <p:spPr>
          <a:xfrm>
            <a:off x="655636" y="2939970"/>
            <a:ext cx="3870065" cy="615553"/>
          </a:xfrm>
          <a:prstGeom prst="rect">
            <a:avLst/>
          </a:prstGeom>
          <a:noFill/>
        </p:spPr>
        <p:txBody>
          <a:bodyPr wrap="square" lIns="0" tIns="0" rIns="0" bIns="0" rtlCol="0">
            <a:spAutoFit/>
          </a:bodyPr>
          <a:lstStyle/>
          <a:p>
            <a:pPr marL="342900" indent="-342900">
              <a:buFontTx/>
              <a:buChar char="-"/>
            </a:pPr>
            <a:endParaRPr lang="en-US" sz="2000" dirty="0"/>
          </a:p>
          <a:p>
            <a:pPr marL="342900" indent="-342900" algn="l">
              <a:buFontTx/>
              <a:buChar char="-"/>
            </a:pPr>
            <a:endParaRPr lang="en-IL" sz="2000" dirty="0">
              <a:gradFill>
                <a:gsLst>
                  <a:gs pos="2917">
                    <a:schemeClr val="tx1"/>
                  </a:gs>
                  <a:gs pos="30000">
                    <a:schemeClr val="tx1"/>
                  </a:gs>
                </a:gsLst>
                <a:lin ang="5400000" scaled="0"/>
              </a:gradFill>
            </a:endParaRPr>
          </a:p>
        </p:txBody>
      </p:sp>
    </p:spTree>
    <p:custDataLst>
      <p:tags r:id="rId1"/>
    </p:custDataLst>
    <p:extLst>
      <p:ext uri="{BB962C8B-B14F-4D97-AF65-F5344CB8AC3E}">
        <p14:creationId xmlns:p14="http://schemas.microsoft.com/office/powerpoint/2010/main" val="1338338796"/>
      </p:ext>
    </p:extLst>
  </p:cSld>
  <p:clrMapOvr>
    <a:masterClrMapping/>
  </p:clrMapOvr>
  <p:transition spd="slow"/>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2789188734"/>
      </p:ext>
    </p:extLst>
  </p:cSld>
  <p:clrMapOvr>
    <a:masterClrMapping/>
  </p:clrMapOvr>
  <p:transition spd="slow"/>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AF6024-EA38-27B0-CA94-562FF74BA35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A35A3DD-D9FC-0B92-7395-343D76138D3E}"/>
              </a:ext>
            </a:extLst>
          </p:cNvPr>
          <p:cNvSpPr>
            <a:spLocks noGrp="1"/>
          </p:cNvSpPr>
          <p:nvPr>
            <p:ph type="title"/>
          </p:nvPr>
        </p:nvSpPr>
        <p:spPr>
          <a:xfrm>
            <a:off x="655637" y="320040"/>
            <a:ext cx="4352926" cy="461665"/>
          </a:xfrm>
        </p:spPr>
        <p:txBody>
          <a:bodyPr wrap="square" anchor="t">
            <a:normAutofit/>
          </a:bodyPr>
          <a:lstStyle/>
          <a:p>
            <a:pPr fontAlgn="base"/>
            <a:r>
              <a:rPr lang="it-IT" sz="3000"/>
              <a:t>Why use version control?</a:t>
            </a:r>
          </a:p>
        </p:txBody>
      </p:sp>
      <p:sp>
        <p:nvSpPr>
          <p:cNvPr id="4" name="Content Placeholder 3">
            <a:extLst>
              <a:ext uri="{FF2B5EF4-FFF2-40B4-BE49-F238E27FC236}">
                <a16:creationId xmlns:a16="http://schemas.microsoft.com/office/drawing/2014/main" id="{9E47EAAE-7696-17E1-428D-B8DF2C8C24BD}"/>
              </a:ext>
            </a:extLst>
          </p:cNvPr>
          <p:cNvSpPr>
            <a:spLocks noGrp="1"/>
          </p:cNvSpPr>
          <p:nvPr>
            <p:ph type="body" sz="quarter" idx="16"/>
          </p:nvPr>
        </p:nvSpPr>
        <p:spPr>
          <a:xfrm>
            <a:off x="655320" y="1408113"/>
            <a:ext cx="4352925" cy="4819650"/>
          </a:xfrm>
        </p:spPr>
        <p:txBody>
          <a:bodyPr>
            <a:normAutofit/>
          </a:bodyPr>
          <a:lstStyle/>
          <a:p>
            <a:pPr>
              <a:lnSpc>
                <a:spcPct val="90000"/>
              </a:lnSpc>
            </a:pPr>
            <a:r>
              <a:rPr lang="en-GB" sz="1900" b="1"/>
              <a:t>Version control simplifies complex coding tasks</a:t>
            </a:r>
            <a:r>
              <a:rPr lang="en-GB" sz="1900"/>
              <a:t>: It helps manage changes to your code, making it easier to add features and fix mistakes without confusion.</a:t>
            </a:r>
          </a:p>
          <a:p>
            <a:pPr>
              <a:lnSpc>
                <a:spcPct val="90000"/>
              </a:lnSpc>
            </a:pPr>
            <a:r>
              <a:rPr lang="en-GB" sz="1900" b="1"/>
              <a:t>Time travel and alternate timelines</a:t>
            </a:r>
            <a:r>
              <a:rPr lang="en-GB" sz="1900"/>
              <a:t>: You can take snapshots of your work, create branches for new features, and revert to previous versions if needed, much like traveling back in time or exploring alternate timelines.</a:t>
            </a:r>
          </a:p>
          <a:p>
            <a:pPr>
              <a:lnSpc>
                <a:spcPct val="90000"/>
              </a:lnSpc>
            </a:pPr>
            <a:r>
              <a:rPr lang="en-GB" sz="1900" b="1"/>
              <a:t>Efficiency in development</a:t>
            </a:r>
            <a:r>
              <a:rPr lang="en-GB" sz="1900"/>
              <a:t>: Using version control makes building, debugging, and deploying code more efficient by allowing you to manage and merge different versions seamlessly.</a:t>
            </a:r>
            <a:endParaRPr lang="LID4096" sz="1900"/>
          </a:p>
        </p:txBody>
      </p:sp>
      <p:pic>
        <p:nvPicPr>
          <p:cNvPr id="6" name="Picture 5" descr="Hands on keyboard and mouse">
            <a:extLst>
              <a:ext uri="{FF2B5EF4-FFF2-40B4-BE49-F238E27FC236}">
                <a16:creationId xmlns:a16="http://schemas.microsoft.com/office/drawing/2014/main" id="{6BB45094-CE19-B87D-3C65-55A60247715B}"/>
              </a:ext>
            </a:extLst>
          </p:cNvPr>
          <p:cNvPicPr>
            <a:picLocks noChangeAspect="1"/>
          </p:cNvPicPr>
          <p:nvPr/>
        </p:nvPicPr>
        <p:blipFill>
          <a:blip r:embed="rId3"/>
          <a:srcRect l="24650" r="8599" b="-1"/>
          <a:stretch>
            <a:fillRect/>
          </a:stretch>
        </p:blipFill>
        <p:spPr>
          <a:xfrm>
            <a:off x="5333682" y="10"/>
            <a:ext cx="6858000" cy="6857990"/>
          </a:xfrm>
          <a:prstGeom prst="rect">
            <a:avLst/>
          </a:prstGeom>
          <a:noFill/>
        </p:spPr>
      </p:pic>
      <p:sp>
        <p:nvSpPr>
          <p:cNvPr id="10" name="Subtitle 4">
            <a:extLst>
              <a:ext uri="{FF2B5EF4-FFF2-40B4-BE49-F238E27FC236}">
                <a16:creationId xmlns:a16="http://schemas.microsoft.com/office/drawing/2014/main" id="{43046F1C-DA08-668A-23DD-DA2CF65B02AC}"/>
              </a:ext>
            </a:extLst>
          </p:cNvPr>
          <p:cNvSpPr>
            <a:spLocks noGrp="1"/>
          </p:cNvSpPr>
          <p:nvPr>
            <p:ph type="subTitle" idx="1"/>
          </p:nvPr>
        </p:nvSpPr>
        <p:spPr>
          <a:xfrm>
            <a:off x="655638" y="786383"/>
            <a:ext cx="4352926" cy="461665"/>
          </a:xfrm>
        </p:spPr>
        <p:txBody>
          <a:bodyPr/>
          <a:lstStyle/>
          <a:p>
            <a:endParaRPr lang="en-US"/>
          </a:p>
        </p:txBody>
      </p:sp>
    </p:spTree>
    <p:custDataLst>
      <p:tags r:id="rId1"/>
    </p:custDataLst>
    <p:extLst>
      <p:ext uri="{BB962C8B-B14F-4D97-AF65-F5344CB8AC3E}">
        <p14:creationId xmlns:p14="http://schemas.microsoft.com/office/powerpoint/2010/main" val="2936283367"/>
      </p:ext>
    </p:extLst>
  </p:cSld>
  <p:clrMapOvr>
    <a:masterClrMapping/>
  </p:clrMapOvr>
  <p:transition spd="slow"/>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378D3C1-F2F7-6BDD-610E-9B7C774FDDD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279CD70-2328-C7B9-A647-18AB9D661168}"/>
              </a:ext>
            </a:extLst>
          </p:cNvPr>
          <p:cNvSpPr>
            <a:spLocks noGrp="1"/>
          </p:cNvSpPr>
          <p:nvPr>
            <p:ph type="title"/>
          </p:nvPr>
        </p:nvSpPr>
        <p:spPr>
          <a:prstGeom prst="rect">
            <a:avLst/>
          </a:prstGeom>
          <a:solidFill>
            <a:schemeClr val="bg1"/>
          </a:solidFill>
          <a:ln>
            <a:noFill/>
          </a:ln>
        </p:spPr>
        <p:txBody>
          <a:bodyPr wrap="square" anchor="t">
            <a:normAutofit/>
          </a:bodyPr>
          <a:lstStyle/>
          <a:p>
            <a:pPr algn="l" fontAlgn="base"/>
            <a:r>
              <a:rPr lang="it-IT" dirty="0">
                <a:cs typeface="Segoe UI"/>
              </a:rPr>
              <a:t>Git architecture</a:t>
            </a:r>
          </a:p>
        </p:txBody>
      </p:sp>
      <p:pic>
        <p:nvPicPr>
          <p:cNvPr id="9" name="Content Placeholder 8" descr="A diagram of a diagram&#10;&#10;Description automatically generated">
            <a:extLst>
              <a:ext uri="{FF2B5EF4-FFF2-40B4-BE49-F238E27FC236}">
                <a16:creationId xmlns:a16="http://schemas.microsoft.com/office/drawing/2014/main" id="{6E69CC5C-E236-C936-DD89-EBC8B6A31521}"/>
              </a:ext>
            </a:extLst>
          </p:cNvPr>
          <p:cNvPicPr>
            <a:picLocks noGrp="1" noChangeAspect="1"/>
          </p:cNvPicPr>
          <p:nvPr>
            <p:ph sz="quarter" idx="13"/>
          </p:nvPr>
        </p:nvPicPr>
        <p:blipFill>
          <a:blip r:embed="rId4"/>
          <a:stretch>
            <a:fillRect/>
          </a:stretch>
        </p:blipFill>
        <p:spPr>
          <a:xfrm>
            <a:off x="655638" y="1554480"/>
            <a:ext cx="11106575" cy="4532811"/>
          </a:xfrm>
        </p:spPr>
      </p:pic>
    </p:spTree>
    <p:custDataLst>
      <p:tags r:id="rId1"/>
    </p:custDataLst>
    <p:extLst>
      <p:ext uri="{BB962C8B-B14F-4D97-AF65-F5344CB8AC3E}">
        <p14:creationId xmlns:p14="http://schemas.microsoft.com/office/powerpoint/2010/main" val="1099472318"/>
      </p:ext>
    </p:extLst>
  </p:cSld>
  <p:clrMapOvr>
    <a:masterClrMapping/>
  </p:clrMapOvr>
  <p:transition spd="slow"/>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C21414-E462-706A-122F-6642DA09501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6AF8106-D368-19A6-4D66-98D066E022EF}"/>
              </a:ext>
            </a:extLst>
          </p:cNvPr>
          <p:cNvSpPr>
            <a:spLocks noGrp="1"/>
          </p:cNvSpPr>
          <p:nvPr>
            <p:ph type="title"/>
          </p:nvPr>
        </p:nvSpPr>
        <p:spPr>
          <a:xfrm>
            <a:off x="655637" y="630238"/>
            <a:ext cx="3116263" cy="5597525"/>
          </a:xfrm>
        </p:spPr>
        <p:txBody>
          <a:bodyPr wrap="square" anchor="ctr">
            <a:normAutofit/>
          </a:bodyPr>
          <a:lstStyle/>
          <a:p>
            <a:pPr fontAlgn="base"/>
            <a:r>
              <a:rPr lang="en-GB"/>
              <a:t>git </a:t>
            </a:r>
            <a:r>
              <a:rPr lang="en-GB" err="1"/>
              <a:t>init</a:t>
            </a:r>
            <a:r>
              <a:rPr lang="en-GB"/>
              <a:t>: Initialize a repository</a:t>
            </a:r>
            <a:endParaRPr lang="it-IT"/>
          </a:p>
        </p:txBody>
      </p:sp>
      <p:sp>
        <p:nvSpPr>
          <p:cNvPr id="4" name="Content Placeholder 3">
            <a:extLst>
              <a:ext uri="{FF2B5EF4-FFF2-40B4-BE49-F238E27FC236}">
                <a16:creationId xmlns:a16="http://schemas.microsoft.com/office/drawing/2014/main" id="{DCF64A78-63D0-ED93-930E-DF89D8C23F3D}"/>
              </a:ext>
            </a:extLst>
          </p:cNvPr>
          <p:cNvSpPr>
            <a:spLocks noGrp="1"/>
          </p:cNvSpPr>
          <p:nvPr>
            <p:ph type="body" sz="quarter" idx="10"/>
          </p:nvPr>
        </p:nvSpPr>
        <p:spPr>
          <a:xfrm>
            <a:off x="5008563" y="630238"/>
            <a:ext cx="6527800" cy="5597525"/>
          </a:xfrm>
        </p:spPr>
        <p:txBody>
          <a:bodyPr anchor="ctr">
            <a:normAutofit/>
          </a:bodyPr>
          <a:lstStyle/>
          <a:p>
            <a:r>
              <a:rPr lang="en-GB" b="1" dirty="0"/>
              <a:t>Initialization of a Git repository: </a:t>
            </a:r>
            <a:r>
              <a:rPr lang="en-GB" dirty="0"/>
              <a:t>The </a:t>
            </a:r>
            <a:r>
              <a:rPr lang="en-GB" b="1" i="1" dirty="0"/>
              <a:t>git </a:t>
            </a:r>
            <a:r>
              <a:rPr lang="en-GB" b="1" i="1" dirty="0" err="1"/>
              <a:t>init</a:t>
            </a:r>
            <a:r>
              <a:rPr lang="en-GB" b="1" i="1" dirty="0"/>
              <a:t> </a:t>
            </a:r>
            <a:r>
              <a:rPr lang="en-GB" dirty="0"/>
              <a:t>command is used to create a new Git repository in the working directory of your project.</a:t>
            </a:r>
          </a:p>
          <a:p>
            <a:r>
              <a:rPr lang="en-GB" b="1" dirty="0"/>
              <a:t>Tracking changes: </a:t>
            </a:r>
            <a:r>
              <a:rPr lang="en-GB" dirty="0"/>
              <a:t>Once initialized, Git monitors all changes in the directory, including the smallest modifications, and keeps a historical timeline of these changes.</a:t>
            </a:r>
          </a:p>
          <a:p>
            <a:r>
              <a:rPr lang="en-GB" b="1" dirty="0"/>
              <a:t>Main branch creation: </a:t>
            </a:r>
            <a:r>
              <a:rPr lang="en-GB" dirty="0"/>
              <a:t>The first branch created by Git is named "main," representing the main historical timeline of the project.</a:t>
            </a:r>
            <a:endParaRPr lang="LID4096" dirty="0"/>
          </a:p>
        </p:txBody>
      </p:sp>
      <p:pic>
        <p:nvPicPr>
          <p:cNvPr id="6" name="Picture 5">
            <a:extLst>
              <a:ext uri="{FF2B5EF4-FFF2-40B4-BE49-F238E27FC236}">
                <a16:creationId xmlns:a16="http://schemas.microsoft.com/office/drawing/2014/main" id="{B3E52F86-22CB-1A1C-4D5D-7F5FB88A632C}"/>
              </a:ext>
            </a:extLst>
          </p:cNvPr>
          <p:cNvPicPr>
            <a:picLocks noChangeAspect="1"/>
          </p:cNvPicPr>
          <p:nvPr/>
        </p:nvPicPr>
        <p:blipFill>
          <a:blip r:embed="rId3"/>
          <a:stretch>
            <a:fillRect/>
          </a:stretch>
        </p:blipFill>
        <p:spPr>
          <a:xfrm>
            <a:off x="10979150" y="5591175"/>
            <a:ext cx="1114425" cy="1266825"/>
          </a:xfrm>
          <a:prstGeom prst="rect">
            <a:avLst/>
          </a:prstGeom>
        </p:spPr>
      </p:pic>
    </p:spTree>
    <p:custDataLst>
      <p:tags r:id="rId1"/>
    </p:custDataLst>
    <p:extLst>
      <p:ext uri="{BB962C8B-B14F-4D97-AF65-F5344CB8AC3E}">
        <p14:creationId xmlns:p14="http://schemas.microsoft.com/office/powerpoint/2010/main" val="3636456140"/>
      </p:ext>
    </p:extLst>
  </p:cSld>
  <p:clrMapOvr>
    <a:masterClrMapping/>
  </p:clrMapOvr>
  <p:transition spd="slow"/>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F33761-0F6F-A1A2-9B74-0E295F6A9CA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C8DD6BB-4428-9A91-6858-46722BC43BDC}"/>
              </a:ext>
            </a:extLst>
          </p:cNvPr>
          <p:cNvSpPr>
            <a:spLocks noGrp="1"/>
          </p:cNvSpPr>
          <p:nvPr>
            <p:ph type="title"/>
          </p:nvPr>
        </p:nvSpPr>
        <p:spPr>
          <a:xfrm>
            <a:off x="655637" y="630238"/>
            <a:ext cx="3116263" cy="5597525"/>
          </a:xfrm>
        </p:spPr>
        <p:txBody>
          <a:bodyPr wrap="square" anchor="ctr">
            <a:normAutofit/>
          </a:bodyPr>
          <a:lstStyle/>
          <a:p>
            <a:pPr fontAlgn="base"/>
            <a:r>
              <a:rPr lang="en-GB"/>
              <a:t>.</a:t>
            </a:r>
            <a:r>
              <a:rPr lang="en-GB" err="1"/>
              <a:t>gitignore</a:t>
            </a:r>
            <a:r>
              <a:rPr lang="en-GB"/>
              <a:t>: Ignore files</a:t>
            </a:r>
            <a:endParaRPr lang="it-IT"/>
          </a:p>
        </p:txBody>
      </p:sp>
      <p:sp>
        <p:nvSpPr>
          <p:cNvPr id="4" name="Content Placeholder 3">
            <a:extLst>
              <a:ext uri="{FF2B5EF4-FFF2-40B4-BE49-F238E27FC236}">
                <a16:creationId xmlns:a16="http://schemas.microsoft.com/office/drawing/2014/main" id="{F677F2E6-6B82-BC61-4305-EEEA86396A40}"/>
              </a:ext>
            </a:extLst>
          </p:cNvPr>
          <p:cNvSpPr>
            <a:spLocks noGrp="1"/>
          </p:cNvSpPr>
          <p:nvPr>
            <p:ph type="body" sz="quarter" idx="10"/>
          </p:nvPr>
        </p:nvSpPr>
        <p:spPr>
          <a:xfrm>
            <a:off x="5008563" y="630238"/>
            <a:ext cx="6527800" cy="5597525"/>
          </a:xfrm>
        </p:spPr>
        <p:txBody>
          <a:bodyPr anchor="ctr">
            <a:normAutofit/>
          </a:bodyPr>
          <a:lstStyle/>
          <a:p>
            <a:r>
              <a:rPr lang="en-GB" b="1"/>
              <a:t>Purpose of .gitignore: </a:t>
            </a:r>
            <a:r>
              <a:rPr lang="en-GB"/>
              <a:t>The </a:t>
            </a:r>
            <a:r>
              <a:rPr lang="en-GB" b="1" i="1"/>
              <a:t>.gitignore </a:t>
            </a:r>
            <a:r>
              <a:rPr lang="en-GB"/>
              <a:t>file is used to specify files and folders that Git should ignore and not track.</a:t>
            </a:r>
          </a:p>
          <a:p>
            <a:r>
              <a:rPr lang="en-GB" b="1"/>
              <a:t>Usage: </a:t>
            </a:r>
            <a:r>
              <a:rPr lang="en-GB"/>
              <a:t>You can list the names of files and folders in the </a:t>
            </a:r>
            <a:r>
              <a:rPr lang="en-GB" b="1" i="1"/>
              <a:t>.gitignore </a:t>
            </a:r>
            <a:r>
              <a:rPr lang="en-GB"/>
              <a:t>file to exclude them from version control.</a:t>
            </a:r>
          </a:p>
          <a:p>
            <a:r>
              <a:rPr lang="en-GB" b="1"/>
              <a:t>Reversing Ignored Files: </a:t>
            </a:r>
            <a:r>
              <a:rPr lang="en-GB"/>
              <a:t>If you want Git to start tracking a previously ignored file, simply remove its entry from the </a:t>
            </a:r>
            <a:r>
              <a:rPr lang="en-GB" b="1" i="1"/>
              <a:t>.gitignore </a:t>
            </a:r>
            <a:r>
              <a:rPr lang="en-GB"/>
              <a:t>file.</a:t>
            </a:r>
            <a:endParaRPr lang="LID4096" dirty="0"/>
          </a:p>
        </p:txBody>
      </p:sp>
      <p:pic>
        <p:nvPicPr>
          <p:cNvPr id="7" name="Picture 6">
            <a:extLst>
              <a:ext uri="{FF2B5EF4-FFF2-40B4-BE49-F238E27FC236}">
                <a16:creationId xmlns:a16="http://schemas.microsoft.com/office/drawing/2014/main" id="{0B35EEC1-5429-4B6C-0AA6-A5705AACA034}"/>
              </a:ext>
            </a:extLst>
          </p:cNvPr>
          <p:cNvPicPr>
            <a:picLocks noChangeAspect="1"/>
          </p:cNvPicPr>
          <p:nvPr/>
        </p:nvPicPr>
        <p:blipFill>
          <a:blip r:embed="rId3"/>
          <a:stretch>
            <a:fillRect/>
          </a:stretch>
        </p:blipFill>
        <p:spPr>
          <a:xfrm>
            <a:off x="10514534" y="5447076"/>
            <a:ext cx="1114425" cy="1266825"/>
          </a:xfrm>
          <a:prstGeom prst="rect">
            <a:avLst/>
          </a:prstGeom>
        </p:spPr>
      </p:pic>
    </p:spTree>
    <p:custDataLst>
      <p:tags r:id="rId1"/>
    </p:custDataLst>
    <p:extLst>
      <p:ext uri="{BB962C8B-B14F-4D97-AF65-F5344CB8AC3E}">
        <p14:creationId xmlns:p14="http://schemas.microsoft.com/office/powerpoint/2010/main" val="3788022975"/>
      </p:ext>
    </p:extLst>
  </p:cSld>
  <p:clrMapOvr>
    <a:masterClrMapping/>
  </p:clrMapOvr>
  <p:transition spd="slow"/>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77036E-0659-78AA-7D05-2E820EEA2DA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8743A35-C126-8871-DEAC-28E54DB5C4B0}"/>
              </a:ext>
            </a:extLst>
          </p:cNvPr>
          <p:cNvSpPr>
            <a:spLocks noGrp="1"/>
          </p:cNvSpPr>
          <p:nvPr>
            <p:ph type="title"/>
          </p:nvPr>
        </p:nvSpPr>
        <p:spPr>
          <a:xfrm>
            <a:off x="655637" y="630238"/>
            <a:ext cx="3116263" cy="5597525"/>
          </a:xfrm>
        </p:spPr>
        <p:txBody>
          <a:bodyPr wrap="square" anchor="ctr">
            <a:normAutofit/>
          </a:bodyPr>
          <a:lstStyle/>
          <a:p>
            <a:pPr fontAlgn="base"/>
            <a:r>
              <a:rPr lang="en-GB"/>
              <a:t>git add: Add changes</a:t>
            </a:r>
            <a:endParaRPr lang="it-IT"/>
          </a:p>
        </p:txBody>
      </p:sp>
      <p:sp>
        <p:nvSpPr>
          <p:cNvPr id="4" name="Content Placeholder 3">
            <a:extLst>
              <a:ext uri="{FF2B5EF4-FFF2-40B4-BE49-F238E27FC236}">
                <a16:creationId xmlns:a16="http://schemas.microsoft.com/office/drawing/2014/main" id="{B2C765C4-00F9-40A2-5DD7-C85A02DE6869}"/>
              </a:ext>
            </a:extLst>
          </p:cNvPr>
          <p:cNvSpPr>
            <a:spLocks noGrp="1"/>
          </p:cNvSpPr>
          <p:nvPr>
            <p:ph type="body" sz="quarter" idx="10"/>
          </p:nvPr>
        </p:nvSpPr>
        <p:spPr>
          <a:xfrm>
            <a:off x="5008563" y="630238"/>
            <a:ext cx="6527800" cy="5597525"/>
          </a:xfrm>
        </p:spPr>
        <p:txBody>
          <a:bodyPr anchor="ctr">
            <a:normAutofit/>
          </a:bodyPr>
          <a:lstStyle/>
          <a:p>
            <a:pPr>
              <a:lnSpc>
                <a:spcPct val="90000"/>
              </a:lnSpc>
            </a:pPr>
            <a:r>
              <a:rPr lang="en-GB" b="1" dirty="0"/>
              <a:t>Staging Area: </a:t>
            </a:r>
            <a:r>
              <a:rPr lang="en-GB" dirty="0"/>
              <a:t>The </a:t>
            </a:r>
            <a:r>
              <a:rPr lang="en-GB" b="1" i="1" dirty="0"/>
              <a:t>git add </a:t>
            </a:r>
            <a:r>
              <a:rPr lang="en-GB" dirty="0"/>
              <a:t>command is used to place changes into the staging area, preparing them to be committed to the project's history.</a:t>
            </a:r>
            <a:endParaRPr lang="en-GB"/>
          </a:p>
          <a:p>
            <a:pPr>
              <a:lnSpc>
                <a:spcPct val="90000"/>
              </a:lnSpc>
            </a:pPr>
            <a:r>
              <a:rPr lang="en-GB" b="1" dirty="0"/>
              <a:t>Selective Addition: </a:t>
            </a:r>
            <a:r>
              <a:rPr lang="en-GB" dirty="0"/>
              <a:t>You can specify which files to add by naming them individually or add all changes using the -A option.</a:t>
            </a:r>
            <a:endParaRPr lang="en-GB"/>
          </a:p>
          <a:p>
            <a:pPr>
              <a:lnSpc>
                <a:spcPct val="90000"/>
              </a:lnSpc>
            </a:pPr>
            <a:r>
              <a:rPr lang="en-GB" b="1" dirty="0"/>
              <a:t>Controlled Commit: </a:t>
            </a:r>
            <a:r>
              <a:rPr lang="en-GB" dirty="0"/>
              <a:t>This command allows you to pick and choose which changes to include in the next commit, giving you control over what gets recorded in the project history.</a:t>
            </a:r>
            <a:endParaRPr lang="en-GB"/>
          </a:p>
          <a:p>
            <a:pPr>
              <a:lnSpc>
                <a:spcPct val="90000"/>
              </a:lnSpc>
            </a:pPr>
            <a:r>
              <a:rPr lang="en-GB" b="1" dirty="0"/>
              <a:t>Remove content from staging area</a:t>
            </a:r>
            <a:r>
              <a:rPr lang="en-GB" dirty="0"/>
              <a:t>: git rm .\script.txt –cached</a:t>
            </a:r>
            <a:endParaRPr lang="en-GB"/>
          </a:p>
          <a:p>
            <a:pPr marL="0" indent="0">
              <a:lnSpc>
                <a:spcPct val="90000"/>
              </a:lnSpc>
              <a:buNone/>
            </a:pPr>
            <a:endParaRPr lang="en-GB" b="1"/>
          </a:p>
        </p:txBody>
      </p:sp>
      <p:pic>
        <p:nvPicPr>
          <p:cNvPr id="8" name="Picture 7">
            <a:extLst>
              <a:ext uri="{FF2B5EF4-FFF2-40B4-BE49-F238E27FC236}">
                <a16:creationId xmlns:a16="http://schemas.microsoft.com/office/drawing/2014/main" id="{780B4817-AF60-537E-9DFA-BF7FFBCF6400}"/>
              </a:ext>
            </a:extLst>
          </p:cNvPr>
          <p:cNvPicPr>
            <a:picLocks noChangeAspect="1"/>
          </p:cNvPicPr>
          <p:nvPr/>
        </p:nvPicPr>
        <p:blipFill>
          <a:blip r:embed="rId3"/>
          <a:stretch>
            <a:fillRect/>
          </a:stretch>
        </p:blipFill>
        <p:spPr>
          <a:xfrm>
            <a:off x="10979150" y="5591175"/>
            <a:ext cx="1114425" cy="1266825"/>
          </a:xfrm>
          <a:prstGeom prst="rect">
            <a:avLst/>
          </a:prstGeom>
        </p:spPr>
      </p:pic>
    </p:spTree>
    <p:custDataLst>
      <p:tags r:id="rId1"/>
    </p:custDataLst>
    <p:extLst>
      <p:ext uri="{BB962C8B-B14F-4D97-AF65-F5344CB8AC3E}">
        <p14:creationId xmlns:p14="http://schemas.microsoft.com/office/powerpoint/2010/main" val="2288032840"/>
      </p:ext>
    </p:extLst>
  </p:cSld>
  <p:clrMapOvr>
    <a:masterClrMapping/>
  </p:clrMapOvr>
  <p:transition spd="slow"/>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84B28D-E1DC-9487-7C2F-DCABA6EACBF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F65E3A3-1086-D61E-62F0-B53A72AB4BD5}"/>
              </a:ext>
            </a:extLst>
          </p:cNvPr>
          <p:cNvSpPr>
            <a:spLocks noGrp="1"/>
          </p:cNvSpPr>
          <p:nvPr>
            <p:ph type="title"/>
          </p:nvPr>
        </p:nvSpPr>
        <p:spPr>
          <a:xfrm>
            <a:off x="655637" y="630238"/>
            <a:ext cx="3116263" cy="5597525"/>
          </a:xfrm>
        </p:spPr>
        <p:txBody>
          <a:bodyPr wrap="square" anchor="ctr">
            <a:normAutofit/>
          </a:bodyPr>
          <a:lstStyle/>
          <a:p>
            <a:pPr fontAlgn="base"/>
            <a:r>
              <a:rPr lang="en-GB"/>
              <a:t>git commit: Commit changes to memory</a:t>
            </a:r>
            <a:endParaRPr lang="it-IT"/>
          </a:p>
        </p:txBody>
      </p:sp>
      <p:sp>
        <p:nvSpPr>
          <p:cNvPr id="4" name="Content Placeholder 3">
            <a:extLst>
              <a:ext uri="{FF2B5EF4-FFF2-40B4-BE49-F238E27FC236}">
                <a16:creationId xmlns:a16="http://schemas.microsoft.com/office/drawing/2014/main" id="{29F84ED0-BA5A-63A2-1824-2B41C25AADAB}"/>
              </a:ext>
            </a:extLst>
          </p:cNvPr>
          <p:cNvSpPr>
            <a:spLocks noGrp="1"/>
          </p:cNvSpPr>
          <p:nvPr>
            <p:ph type="body" sz="quarter" idx="10"/>
          </p:nvPr>
        </p:nvSpPr>
        <p:spPr>
          <a:xfrm>
            <a:off x="5008563" y="630238"/>
            <a:ext cx="6527800" cy="5597525"/>
          </a:xfrm>
        </p:spPr>
        <p:txBody>
          <a:bodyPr anchor="ctr">
            <a:normAutofit/>
          </a:bodyPr>
          <a:lstStyle/>
          <a:p>
            <a:r>
              <a:rPr lang="en-GB" b="1" dirty="0"/>
              <a:t>Purpose of git commit: </a:t>
            </a:r>
            <a:r>
              <a:rPr lang="en-GB" dirty="0"/>
              <a:t>The </a:t>
            </a:r>
            <a:r>
              <a:rPr lang="en-GB" b="1" i="1" dirty="0"/>
              <a:t>git commit </a:t>
            </a:r>
            <a:r>
              <a:rPr lang="en-GB" dirty="0"/>
              <a:t>command is used to add changes from the staging area to the project's history, creating a snapshot of the current state.</a:t>
            </a:r>
          </a:p>
          <a:p>
            <a:r>
              <a:rPr lang="en-GB" b="1" dirty="0"/>
              <a:t>Commit Messages: </a:t>
            </a:r>
            <a:r>
              <a:rPr lang="en-GB" dirty="0"/>
              <a:t>When committing, you add a message with -m to describe the changes, making it easier to understand the project's history.</a:t>
            </a:r>
          </a:p>
          <a:p>
            <a:r>
              <a:rPr lang="en-GB" b="1" dirty="0"/>
              <a:t>Frequent Commits: </a:t>
            </a:r>
            <a:r>
              <a:rPr lang="en-GB" dirty="0"/>
              <a:t>It's better to commit changes often to ensure a detailed and manageable history of your project.</a:t>
            </a:r>
          </a:p>
        </p:txBody>
      </p:sp>
    </p:spTree>
    <p:custDataLst>
      <p:tags r:id="rId1"/>
    </p:custDataLst>
    <p:extLst>
      <p:ext uri="{BB962C8B-B14F-4D97-AF65-F5344CB8AC3E}">
        <p14:creationId xmlns:p14="http://schemas.microsoft.com/office/powerpoint/2010/main" val="1617035779"/>
      </p:ext>
    </p:extLst>
  </p:cSld>
  <p:clrMapOvr>
    <a:masterClrMapping/>
  </p:clrMapOvr>
  <p:transition spd="slow"/>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CCA721-6279-043A-D135-907DC3E1DC4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6514A2B-CEA7-FCF9-5F85-B3EAEBF74DCE}"/>
              </a:ext>
            </a:extLst>
          </p:cNvPr>
          <p:cNvSpPr>
            <a:spLocks noGrp="1"/>
          </p:cNvSpPr>
          <p:nvPr>
            <p:ph type="title"/>
          </p:nvPr>
        </p:nvSpPr>
        <p:spPr>
          <a:xfrm>
            <a:off x="655638" y="320040"/>
            <a:ext cx="10880725" cy="461665"/>
          </a:xfrm>
        </p:spPr>
        <p:txBody>
          <a:bodyPr wrap="square" anchor="t">
            <a:normAutofit/>
          </a:bodyPr>
          <a:lstStyle/>
          <a:p>
            <a:pPr fontAlgn="base"/>
            <a:r>
              <a:rPr lang="en-GB"/>
              <a:t>git status: Get the current status</a:t>
            </a:r>
            <a:endParaRPr lang="it-IT"/>
          </a:p>
        </p:txBody>
      </p:sp>
      <p:graphicFrame>
        <p:nvGraphicFramePr>
          <p:cNvPr id="6" name="Content Placeholder 3">
            <a:extLst>
              <a:ext uri="{FF2B5EF4-FFF2-40B4-BE49-F238E27FC236}">
                <a16:creationId xmlns:a16="http://schemas.microsoft.com/office/drawing/2014/main" id="{AA7F169D-B684-23C4-68FE-638BC59F97A5}"/>
              </a:ext>
            </a:extLst>
          </p:cNvPr>
          <p:cNvGraphicFramePr>
            <a:graphicFrameLocks noGrp="1"/>
          </p:cNvGraphicFramePr>
          <p:nvPr>
            <p:ph sz="quarter" idx="13"/>
            <p:extLst>
              <p:ext uri="{D42A27DB-BD31-4B8C-83A1-F6EECF244321}">
                <p14:modId xmlns:p14="http://schemas.microsoft.com/office/powerpoint/2010/main" val="1701987033"/>
              </p:ext>
            </p:extLst>
          </p:nvPr>
        </p:nvGraphicFramePr>
        <p:xfrm>
          <a:off x="655638" y="1408114"/>
          <a:ext cx="10880726" cy="48196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ustDataLst>
      <p:tags r:id="rId1"/>
    </p:custDataLst>
    <p:extLst>
      <p:ext uri="{BB962C8B-B14F-4D97-AF65-F5344CB8AC3E}">
        <p14:creationId xmlns:p14="http://schemas.microsoft.com/office/powerpoint/2010/main" val="1151917039"/>
      </p:ext>
    </p:extLst>
  </p:cSld>
  <p:clrMapOvr>
    <a:masterClrMapping/>
  </p:clrMapOvr>
  <p:transition spd="slow"/>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A17E16-1B7E-1647-F53F-4C099B43CF6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65E740B-BE13-CE68-5E4F-3A0252D44CBE}"/>
              </a:ext>
            </a:extLst>
          </p:cNvPr>
          <p:cNvSpPr>
            <a:spLocks noGrp="1"/>
          </p:cNvSpPr>
          <p:nvPr>
            <p:ph type="title"/>
          </p:nvPr>
        </p:nvSpPr>
        <p:spPr>
          <a:xfrm>
            <a:off x="655638" y="320040"/>
            <a:ext cx="10880725" cy="461665"/>
          </a:xfrm>
        </p:spPr>
        <p:txBody>
          <a:bodyPr wrap="square" anchor="t">
            <a:normAutofit/>
          </a:bodyPr>
          <a:lstStyle/>
          <a:p>
            <a:pPr fontAlgn="base"/>
            <a:r>
              <a:rPr lang="en-GB"/>
              <a:t>git branch: Create an alternate timeline</a:t>
            </a:r>
            <a:endParaRPr lang="it-IT"/>
          </a:p>
        </p:txBody>
      </p:sp>
      <p:graphicFrame>
        <p:nvGraphicFramePr>
          <p:cNvPr id="6" name="Content Placeholder 3">
            <a:extLst>
              <a:ext uri="{FF2B5EF4-FFF2-40B4-BE49-F238E27FC236}">
                <a16:creationId xmlns:a16="http://schemas.microsoft.com/office/drawing/2014/main" id="{D410E371-4047-D89E-C369-ED56E2F727E1}"/>
              </a:ext>
            </a:extLst>
          </p:cNvPr>
          <p:cNvGraphicFramePr>
            <a:graphicFrameLocks noGrp="1"/>
          </p:cNvGraphicFramePr>
          <p:nvPr>
            <p:ph sz="quarter" idx="13"/>
            <p:extLst>
              <p:ext uri="{D42A27DB-BD31-4B8C-83A1-F6EECF244321}">
                <p14:modId xmlns:p14="http://schemas.microsoft.com/office/powerpoint/2010/main" val="492431111"/>
              </p:ext>
            </p:extLst>
          </p:nvPr>
        </p:nvGraphicFramePr>
        <p:xfrm>
          <a:off x="655638" y="1408114"/>
          <a:ext cx="10880726" cy="48196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ustDataLst>
      <p:tags r:id="rId1"/>
    </p:custDataLst>
    <p:extLst>
      <p:ext uri="{BB962C8B-B14F-4D97-AF65-F5344CB8AC3E}">
        <p14:creationId xmlns:p14="http://schemas.microsoft.com/office/powerpoint/2010/main" val="2024484947"/>
      </p:ext>
    </p:extLst>
  </p:cSld>
  <p:clrMapOvr>
    <a:masterClrMapping/>
  </p:clrMapOvr>
  <p:transition spd="slow"/>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953E297-5A01-414A-8EE2-2008302661A0}"/>
              </a:ext>
            </a:extLst>
          </p:cNvPr>
          <p:cNvSpPr/>
          <p:nvPr/>
        </p:nvSpPr>
        <p:spPr bwMode="auto">
          <a:xfrm>
            <a:off x="1600199" y="1997359"/>
            <a:ext cx="10210801" cy="1311165"/>
          </a:xfrm>
          <a:prstGeom prst="rect">
            <a:avLst/>
          </a:prstGeom>
          <a:solidFill>
            <a:srgbClr val="FFE4B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r>
              <a:rPr lang="en-US" sz="2400" dirty="0">
                <a:solidFill>
                  <a:schemeClr val="tx1"/>
                </a:solidFill>
                <a:ea typeface="Segoe UI" pitchFamily="34" charset="0"/>
                <a:cs typeface="Segoe UI" pitchFamily="34" charset="0"/>
              </a:rPr>
              <a:t>Team A</a:t>
            </a:r>
          </a:p>
        </p:txBody>
      </p:sp>
      <p:sp>
        <p:nvSpPr>
          <p:cNvPr id="22" name="Rectangle 21">
            <a:extLst>
              <a:ext uri="{FF2B5EF4-FFF2-40B4-BE49-F238E27FC236}">
                <a16:creationId xmlns:a16="http://schemas.microsoft.com/office/drawing/2014/main" id="{49694D16-4FFF-4DF1-8DFF-74F8639FC4C3}"/>
              </a:ext>
            </a:extLst>
          </p:cNvPr>
          <p:cNvSpPr/>
          <p:nvPr/>
        </p:nvSpPr>
        <p:spPr bwMode="auto">
          <a:xfrm>
            <a:off x="1600200" y="4160486"/>
            <a:ext cx="10105125" cy="1265110"/>
          </a:xfrm>
          <a:prstGeom prst="rect">
            <a:avLst/>
          </a:prstGeom>
          <a:solidFill>
            <a:srgbClr val="FFB900">
              <a:alpha val="50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r>
              <a:rPr lang="en-US" sz="2400" dirty="0">
                <a:solidFill>
                  <a:schemeClr val="tx1"/>
                </a:solidFill>
                <a:ea typeface="Segoe UI" pitchFamily="34" charset="0"/>
                <a:cs typeface="Segoe UI" pitchFamily="34" charset="0"/>
              </a:rPr>
              <a:t>Team B</a:t>
            </a:r>
          </a:p>
        </p:txBody>
      </p:sp>
      <p:sp>
        <p:nvSpPr>
          <p:cNvPr id="4" name="Title 3">
            <a:extLst>
              <a:ext uri="{FF2B5EF4-FFF2-40B4-BE49-F238E27FC236}">
                <a16:creationId xmlns:a16="http://schemas.microsoft.com/office/drawing/2014/main" id="{4454455B-A872-44D2-BE22-1517001CDA92}"/>
              </a:ext>
            </a:extLst>
          </p:cNvPr>
          <p:cNvSpPr>
            <a:spLocks noGrp="1"/>
          </p:cNvSpPr>
          <p:nvPr>
            <p:ph type="title"/>
          </p:nvPr>
        </p:nvSpPr>
        <p:spPr/>
        <p:txBody>
          <a:bodyPr/>
          <a:lstStyle/>
          <a:p>
            <a:r>
              <a:rPr lang="en-US"/>
              <a:t>Branching – why needed </a:t>
            </a:r>
            <a:endParaRPr lang="en-US" dirty="0"/>
          </a:p>
        </p:txBody>
      </p:sp>
      <p:sp>
        <p:nvSpPr>
          <p:cNvPr id="12" name="Speech Bubble: Rectangle 11">
            <a:extLst>
              <a:ext uri="{FF2B5EF4-FFF2-40B4-BE49-F238E27FC236}">
                <a16:creationId xmlns:a16="http://schemas.microsoft.com/office/drawing/2014/main" id="{1EE5C80A-18AF-4202-A9E9-7837BE549FE4}"/>
              </a:ext>
            </a:extLst>
          </p:cNvPr>
          <p:cNvSpPr/>
          <p:nvPr/>
        </p:nvSpPr>
        <p:spPr>
          <a:xfrm>
            <a:off x="381000" y="4390337"/>
            <a:ext cx="1098331" cy="1035268"/>
          </a:xfrm>
          <a:prstGeom prst="wedgeRectCallout">
            <a:avLst>
              <a:gd name="adj1" fmla="val -850"/>
              <a:gd name="adj2" fmla="val -103575"/>
            </a:avLst>
          </a:prstGeom>
          <a:ln w="12700" cap="flat" cmpd="sng" algn="ctr">
            <a:solidFill>
              <a:schemeClr val="dk2"/>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mn-cs"/>
              </a:rPr>
              <a:t>Master Branch Commit</a:t>
            </a:r>
          </a:p>
        </p:txBody>
      </p:sp>
      <p:sp>
        <p:nvSpPr>
          <p:cNvPr id="13" name="Speech Bubble: Rectangle 12">
            <a:extLst>
              <a:ext uri="{FF2B5EF4-FFF2-40B4-BE49-F238E27FC236}">
                <a16:creationId xmlns:a16="http://schemas.microsoft.com/office/drawing/2014/main" id="{C90CA1EA-BEB4-49E6-8AB3-AE4F938BF724}"/>
              </a:ext>
            </a:extLst>
          </p:cNvPr>
          <p:cNvSpPr/>
          <p:nvPr/>
        </p:nvSpPr>
        <p:spPr>
          <a:xfrm>
            <a:off x="2209800" y="4546152"/>
            <a:ext cx="1835449" cy="723635"/>
          </a:xfrm>
          <a:prstGeom prst="wedgeRectCallout">
            <a:avLst>
              <a:gd name="adj1" fmla="val 18812"/>
              <a:gd name="adj2" fmla="val -151791"/>
            </a:avLst>
          </a:prstGeom>
          <a:ln w="12700" cap="flat" cmpd="sng" algn="ctr">
            <a:solidFill>
              <a:schemeClr val="dk2"/>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mn-cs"/>
              </a:rPr>
              <a:t>Feature B Pull</a:t>
            </a:r>
            <a:r>
              <a:rPr kumimoji="0" lang="en-US" sz="1800" b="0" i="0" u="none" strike="noStrike" kern="1200" cap="none" spc="0" normalizeH="0" noProof="0" dirty="0">
                <a:ln>
                  <a:noFill/>
                </a:ln>
                <a:solidFill>
                  <a:prstClr val="white"/>
                </a:solidFill>
                <a:effectLst/>
                <a:uLnTx/>
                <a:uFillTx/>
                <a:latin typeface="Segoe UI" panose="020B0502040204020203" pitchFamily="34" charset="0"/>
                <a:ea typeface="+mn-ea"/>
                <a:cs typeface="+mn-cs"/>
              </a:rPr>
              <a:t> Feature A</a:t>
            </a:r>
            <a:endParaRPr kumimoji="0" lang="en-US"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mn-cs"/>
            </a:endParaRPr>
          </a:p>
        </p:txBody>
      </p:sp>
      <p:cxnSp>
        <p:nvCxnSpPr>
          <p:cNvPr id="8" name="Straight Arrow Connector 7">
            <a:extLst>
              <a:ext uri="{FF2B5EF4-FFF2-40B4-BE49-F238E27FC236}">
                <a16:creationId xmlns:a16="http://schemas.microsoft.com/office/drawing/2014/main" id="{E08F77A0-9E25-46FE-AFA1-FF4AA40BB856}"/>
              </a:ext>
            </a:extLst>
          </p:cNvPr>
          <p:cNvCxnSpPr/>
          <p:nvPr/>
        </p:nvCxnSpPr>
        <p:spPr>
          <a:xfrm>
            <a:off x="533399" y="3826157"/>
            <a:ext cx="10896601" cy="0"/>
          </a:xfrm>
          <a:prstGeom prst="straightConnector1">
            <a:avLst/>
          </a:prstGeom>
          <a:ln w="508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14" name="Speech Bubble: Rectangle 13">
            <a:extLst>
              <a:ext uri="{FF2B5EF4-FFF2-40B4-BE49-F238E27FC236}">
                <a16:creationId xmlns:a16="http://schemas.microsoft.com/office/drawing/2014/main" id="{0BCE0F7E-153D-4360-A6B9-CCCD4DE68AE9}"/>
              </a:ext>
            </a:extLst>
          </p:cNvPr>
          <p:cNvSpPr/>
          <p:nvPr/>
        </p:nvSpPr>
        <p:spPr>
          <a:xfrm>
            <a:off x="1676400" y="2401493"/>
            <a:ext cx="1784797" cy="716482"/>
          </a:xfrm>
          <a:prstGeom prst="wedgeRectCallout">
            <a:avLst>
              <a:gd name="adj1" fmla="val 7740"/>
              <a:gd name="adj2" fmla="val 141493"/>
            </a:avLst>
          </a:prstGeom>
          <a:ln w="12700" cap="flat" cmpd="sng" algn="ctr">
            <a:solidFill>
              <a:schemeClr val="dk2"/>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mn-cs"/>
              </a:rPr>
              <a:t>Feature A</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solidFill>
                  <a:prstClr val="white"/>
                </a:solidFill>
                <a:latin typeface="Segoe UI" panose="020B0502040204020203" pitchFamily="34" charset="0"/>
              </a:rPr>
              <a:t>Commit</a:t>
            </a:r>
            <a:endParaRPr kumimoji="0" lang="en-US" sz="1800" b="0" i="0" u="none" strike="noStrike" kern="1200" cap="none" spc="0" normalizeH="0" baseline="0" noProof="0" dirty="0">
              <a:ln>
                <a:noFill/>
              </a:ln>
              <a:solidFill>
                <a:prstClr val="white"/>
              </a:solidFill>
              <a:effectLst/>
              <a:uLnTx/>
              <a:uFillTx/>
              <a:latin typeface="Segoe UI" panose="020B0502040204020203" pitchFamily="34" charset="0"/>
            </a:endParaRPr>
          </a:p>
        </p:txBody>
      </p:sp>
      <p:sp>
        <p:nvSpPr>
          <p:cNvPr id="17" name="Speech Bubble: Rectangle 16">
            <a:extLst>
              <a:ext uri="{FF2B5EF4-FFF2-40B4-BE49-F238E27FC236}">
                <a16:creationId xmlns:a16="http://schemas.microsoft.com/office/drawing/2014/main" id="{87AD92FF-E359-4FF6-B643-BF24BBB25729}"/>
              </a:ext>
            </a:extLst>
          </p:cNvPr>
          <p:cNvSpPr/>
          <p:nvPr/>
        </p:nvSpPr>
        <p:spPr>
          <a:xfrm>
            <a:off x="4311203" y="2420693"/>
            <a:ext cx="1784797" cy="716482"/>
          </a:xfrm>
          <a:prstGeom prst="wedgeRectCallout">
            <a:avLst>
              <a:gd name="adj1" fmla="val 50685"/>
              <a:gd name="adj2" fmla="val 147123"/>
            </a:avLst>
          </a:prstGeom>
          <a:ln w="12700" cap="flat" cmpd="sng" algn="ctr">
            <a:solidFill>
              <a:schemeClr val="dk2"/>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mn-cs"/>
              </a:rPr>
              <a:t>Feature A</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solidFill>
                  <a:prstClr val="white"/>
                </a:solidFill>
                <a:latin typeface="Segoe UI" panose="020B0502040204020203" pitchFamily="34" charset="0"/>
              </a:rPr>
              <a:t>Commit</a:t>
            </a:r>
            <a:endParaRPr kumimoji="0" lang="en-US" sz="1800" b="0" i="0" u="none" strike="noStrike" kern="1200" cap="none" spc="0" normalizeH="0" baseline="0" noProof="0" dirty="0">
              <a:ln>
                <a:noFill/>
              </a:ln>
              <a:solidFill>
                <a:prstClr val="white"/>
              </a:solidFill>
              <a:effectLst/>
              <a:uLnTx/>
              <a:uFillTx/>
              <a:latin typeface="Segoe UI" panose="020B0502040204020203" pitchFamily="34" charset="0"/>
            </a:endParaRPr>
          </a:p>
        </p:txBody>
      </p:sp>
      <p:sp>
        <p:nvSpPr>
          <p:cNvPr id="19" name="Speech Bubble: Rectangle 18">
            <a:extLst>
              <a:ext uri="{FF2B5EF4-FFF2-40B4-BE49-F238E27FC236}">
                <a16:creationId xmlns:a16="http://schemas.microsoft.com/office/drawing/2014/main" id="{E72EBD7F-9103-4671-9F57-6BBE3E2B5DB0}"/>
              </a:ext>
            </a:extLst>
          </p:cNvPr>
          <p:cNvSpPr/>
          <p:nvPr/>
        </p:nvSpPr>
        <p:spPr>
          <a:xfrm>
            <a:off x="7080348" y="4612877"/>
            <a:ext cx="1835449" cy="723635"/>
          </a:xfrm>
          <a:prstGeom prst="wedgeRectCallout">
            <a:avLst>
              <a:gd name="adj1" fmla="val 18812"/>
              <a:gd name="adj2" fmla="val -151791"/>
            </a:avLst>
          </a:prstGeom>
          <a:ln w="12700" cap="flat" cmpd="sng" algn="ctr">
            <a:solidFill>
              <a:schemeClr val="dk2"/>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mn-cs"/>
              </a:rPr>
              <a:t>Feature B Pull</a:t>
            </a:r>
            <a:r>
              <a:rPr kumimoji="0" lang="en-US" sz="1800" b="0" i="0" u="none" strike="noStrike" kern="1200" cap="none" spc="0" normalizeH="0" noProof="0" dirty="0">
                <a:ln>
                  <a:noFill/>
                </a:ln>
                <a:solidFill>
                  <a:prstClr val="white"/>
                </a:solidFill>
                <a:effectLst/>
                <a:uLnTx/>
                <a:uFillTx/>
                <a:latin typeface="Segoe UI" panose="020B0502040204020203" pitchFamily="34" charset="0"/>
                <a:ea typeface="+mn-ea"/>
                <a:cs typeface="+mn-cs"/>
              </a:rPr>
              <a:t> Feature A</a:t>
            </a:r>
            <a:endParaRPr kumimoji="0" lang="en-US"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mn-cs"/>
            </a:endParaRPr>
          </a:p>
        </p:txBody>
      </p:sp>
      <p:grpSp>
        <p:nvGrpSpPr>
          <p:cNvPr id="32" name="Group 31">
            <a:extLst>
              <a:ext uri="{FF2B5EF4-FFF2-40B4-BE49-F238E27FC236}">
                <a16:creationId xmlns:a16="http://schemas.microsoft.com/office/drawing/2014/main" id="{54CDA27F-CE38-4126-ADB2-7C6D9D455D67}"/>
              </a:ext>
            </a:extLst>
          </p:cNvPr>
          <p:cNvGrpSpPr/>
          <p:nvPr/>
        </p:nvGrpSpPr>
        <p:grpSpPr>
          <a:xfrm>
            <a:off x="4419598" y="2033528"/>
            <a:ext cx="1676402" cy="1576813"/>
            <a:chOff x="6781800" y="-27581"/>
            <a:chExt cx="1676402" cy="1576813"/>
          </a:xfrm>
        </p:grpSpPr>
        <p:sp>
          <p:nvSpPr>
            <p:cNvPr id="11" name="Oval 10">
              <a:extLst>
                <a:ext uri="{FF2B5EF4-FFF2-40B4-BE49-F238E27FC236}">
                  <a16:creationId xmlns:a16="http://schemas.microsoft.com/office/drawing/2014/main" id="{AA39F9D2-1B57-4ADF-9D84-93550CC989E5}"/>
                </a:ext>
              </a:extLst>
            </p:cNvPr>
            <p:cNvSpPr/>
            <p:nvPr/>
          </p:nvSpPr>
          <p:spPr bwMode="auto">
            <a:xfrm>
              <a:off x="6781800" y="-27581"/>
              <a:ext cx="1676402" cy="1576813"/>
            </a:xfrm>
            <a:prstGeom prst="ellipse">
              <a:avLst/>
            </a:prstGeom>
            <a:noFill/>
            <a:ln w="69850" cap="flat" cmpd="sng" algn="ctr">
              <a:solidFill>
                <a:srgbClr val="FF4500"/>
              </a:solidFill>
              <a:prstDash val="solid"/>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cxnSp>
          <p:nvCxnSpPr>
            <p:cNvPr id="25" name="Straight Connector 24">
              <a:extLst>
                <a:ext uri="{FF2B5EF4-FFF2-40B4-BE49-F238E27FC236}">
                  <a16:creationId xmlns:a16="http://schemas.microsoft.com/office/drawing/2014/main" id="{F2CD9E59-7000-44E3-A0D7-4F40C0B1D836}"/>
                </a:ext>
              </a:extLst>
            </p:cNvPr>
            <p:cNvCxnSpPr>
              <a:cxnSpLocks/>
              <a:stCxn id="11" idx="3"/>
              <a:endCxn id="11" idx="7"/>
            </p:cNvCxnSpPr>
            <p:nvPr/>
          </p:nvCxnSpPr>
          <p:spPr>
            <a:xfrm flipV="1">
              <a:off x="7027303" y="203338"/>
              <a:ext cx="1185396" cy="1114975"/>
            </a:xfrm>
            <a:prstGeom prst="line">
              <a:avLst/>
            </a:prstGeom>
            <a:ln w="73025" cap="flat" cmpd="sng" algn="ctr">
              <a:solidFill>
                <a:srgbClr val="FF4500"/>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33" name="Group 32">
            <a:extLst>
              <a:ext uri="{FF2B5EF4-FFF2-40B4-BE49-F238E27FC236}">
                <a16:creationId xmlns:a16="http://schemas.microsoft.com/office/drawing/2014/main" id="{13841FA8-9F1C-433D-8C90-F4FBEDD44DB4}"/>
              </a:ext>
            </a:extLst>
          </p:cNvPr>
          <p:cNvGrpSpPr/>
          <p:nvPr/>
        </p:nvGrpSpPr>
        <p:grpSpPr>
          <a:xfrm>
            <a:off x="7162800" y="4061703"/>
            <a:ext cx="1676402" cy="1576813"/>
            <a:chOff x="6781800" y="-27581"/>
            <a:chExt cx="1676402" cy="1576813"/>
          </a:xfrm>
        </p:grpSpPr>
        <p:sp>
          <p:nvSpPr>
            <p:cNvPr id="34" name="Oval 33">
              <a:extLst>
                <a:ext uri="{FF2B5EF4-FFF2-40B4-BE49-F238E27FC236}">
                  <a16:creationId xmlns:a16="http://schemas.microsoft.com/office/drawing/2014/main" id="{692AC0A0-0CF0-4AFC-B7CB-2CEAA045015C}"/>
                </a:ext>
              </a:extLst>
            </p:cNvPr>
            <p:cNvSpPr/>
            <p:nvPr/>
          </p:nvSpPr>
          <p:spPr bwMode="auto">
            <a:xfrm>
              <a:off x="6781800" y="-27581"/>
              <a:ext cx="1676402" cy="1576813"/>
            </a:xfrm>
            <a:prstGeom prst="ellipse">
              <a:avLst/>
            </a:prstGeom>
            <a:noFill/>
            <a:ln w="69850" cap="flat" cmpd="sng" algn="ctr">
              <a:solidFill>
                <a:srgbClr val="FF4500"/>
              </a:solidFill>
              <a:prstDash val="solid"/>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cxnSp>
          <p:nvCxnSpPr>
            <p:cNvPr id="35" name="Straight Connector 34">
              <a:extLst>
                <a:ext uri="{FF2B5EF4-FFF2-40B4-BE49-F238E27FC236}">
                  <a16:creationId xmlns:a16="http://schemas.microsoft.com/office/drawing/2014/main" id="{37BAB97F-8859-4E38-AE18-A7DED146B215}"/>
                </a:ext>
              </a:extLst>
            </p:cNvPr>
            <p:cNvCxnSpPr>
              <a:cxnSpLocks/>
              <a:stCxn id="34" idx="3"/>
              <a:endCxn id="34" idx="7"/>
            </p:cNvCxnSpPr>
            <p:nvPr/>
          </p:nvCxnSpPr>
          <p:spPr>
            <a:xfrm flipV="1">
              <a:off x="7027303" y="203338"/>
              <a:ext cx="1185396" cy="1114975"/>
            </a:xfrm>
            <a:prstGeom prst="line">
              <a:avLst/>
            </a:prstGeom>
            <a:ln w="73025" cap="flat" cmpd="sng" algn="ctr">
              <a:solidFill>
                <a:srgbClr val="FF4500"/>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36" name="Speech Bubble: Rectangle 35">
            <a:extLst>
              <a:ext uri="{FF2B5EF4-FFF2-40B4-BE49-F238E27FC236}">
                <a16:creationId xmlns:a16="http://schemas.microsoft.com/office/drawing/2014/main" id="{3440A2B2-18DA-4125-8595-4DD4A3917E9F}"/>
              </a:ext>
            </a:extLst>
          </p:cNvPr>
          <p:cNvSpPr/>
          <p:nvPr/>
        </p:nvSpPr>
        <p:spPr>
          <a:xfrm>
            <a:off x="4290752" y="4546152"/>
            <a:ext cx="1835449" cy="723635"/>
          </a:xfrm>
          <a:prstGeom prst="wedgeRectCallout">
            <a:avLst>
              <a:gd name="adj1" fmla="val 3427"/>
              <a:gd name="adj2" fmla="val -149933"/>
            </a:avLst>
          </a:prstGeom>
          <a:ln w="12700" cap="flat" cmpd="sng" algn="ctr">
            <a:solidFill>
              <a:schemeClr val="dk2"/>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mn-cs"/>
              </a:rPr>
              <a:t>Feature B Commit</a:t>
            </a:r>
          </a:p>
        </p:txBody>
      </p:sp>
    </p:spTree>
    <p:custDataLst>
      <p:tags r:id="rId1"/>
    </p:custDataLst>
    <p:extLst>
      <p:ext uri="{BB962C8B-B14F-4D97-AF65-F5344CB8AC3E}">
        <p14:creationId xmlns:p14="http://schemas.microsoft.com/office/powerpoint/2010/main" val="386620439"/>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21"/>
                                        </p:tgtEl>
                                        <p:attrNameLst>
                                          <p:attrName>style.visibility</p:attrName>
                                        </p:attrNameLst>
                                      </p:cBhvr>
                                      <p:to>
                                        <p:strVal val="visible"/>
                                      </p:to>
                                    </p:set>
                                    <p:animEffect transition="in" filter="fade">
                                      <p:cBhvr>
                                        <p:cTn id="13" dur="500"/>
                                        <p:tgtEl>
                                          <p:spTgt spid="21"/>
                                        </p:tgtEl>
                                      </p:cBhvr>
                                    </p:animEffect>
                                  </p:childTnLst>
                                </p:cTn>
                              </p:par>
                            </p:childTnLst>
                          </p:cTn>
                        </p:par>
                        <p:par>
                          <p:cTn id="14" fill="hold">
                            <p:stCondLst>
                              <p:cond delay="500"/>
                            </p:stCondLst>
                            <p:childTnLst>
                              <p:par>
                                <p:cTn id="15" presetID="10" presetClass="entr" presetSubtype="0" fill="hold" grpId="0" nodeType="afterEffect">
                                  <p:stCondLst>
                                    <p:cond delay="2000"/>
                                  </p:stCondLst>
                                  <p:childTnLst>
                                    <p:set>
                                      <p:cBhvr>
                                        <p:cTn id="16" dur="1" fill="hold">
                                          <p:stCondLst>
                                            <p:cond delay="0"/>
                                          </p:stCondLst>
                                        </p:cTn>
                                        <p:tgtEl>
                                          <p:spTgt spid="14"/>
                                        </p:tgtEl>
                                        <p:attrNameLst>
                                          <p:attrName>style.visibility</p:attrName>
                                        </p:attrNameLst>
                                      </p:cBhvr>
                                      <p:to>
                                        <p:strVal val="visible"/>
                                      </p:to>
                                    </p:set>
                                    <p:animEffect transition="in" filter="fade">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2"/>
                                        </p:tgtEl>
                                        <p:attrNameLst>
                                          <p:attrName>style.visibility</p:attrName>
                                        </p:attrNameLst>
                                      </p:cBhvr>
                                      <p:to>
                                        <p:strVal val="visible"/>
                                      </p:to>
                                    </p:set>
                                    <p:animEffect transition="in" filter="fade">
                                      <p:cBhvr>
                                        <p:cTn id="22" dur="500"/>
                                        <p:tgtEl>
                                          <p:spTgt spid="22"/>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50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36"/>
                                        </p:tgtEl>
                                        <p:attrNameLst>
                                          <p:attrName>style.visibility</p:attrName>
                                        </p:attrNameLst>
                                      </p:cBhvr>
                                      <p:to>
                                        <p:strVal val="visible"/>
                                      </p:to>
                                    </p:set>
                                    <p:animEffect transition="in" filter="fade">
                                      <p:cBhvr>
                                        <p:cTn id="30" dur="500"/>
                                        <p:tgtEl>
                                          <p:spTgt spid="36"/>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fade">
                                      <p:cBhvr>
                                        <p:cTn id="35" dur="500"/>
                                        <p:tgtEl>
                                          <p:spTgt spid="17"/>
                                        </p:tgtEl>
                                      </p:cBhvr>
                                    </p:animEffect>
                                  </p:childTnLst>
                                </p:cTn>
                              </p:par>
                            </p:childTnLst>
                          </p:cTn>
                        </p:par>
                        <p:par>
                          <p:cTn id="36" fill="hold">
                            <p:stCondLst>
                              <p:cond delay="500"/>
                            </p:stCondLst>
                            <p:childTnLst>
                              <p:par>
                                <p:cTn id="37" presetID="10" presetClass="entr" presetSubtype="0" fill="hold" nodeType="afterEffect">
                                  <p:stCondLst>
                                    <p:cond delay="100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500"/>
                                        <p:tgtEl>
                                          <p:spTgt spid="32"/>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500"/>
                                        <p:tgtEl>
                                          <p:spTgt spid="19"/>
                                        </p:tgtEl>
                                      </p:cBhvr>
                                    </p:animEffect>
                                  </p:childTnLst>
                                </p:cTn>
                              </p:par>
                            </p:childTnLst>
                          </p:cTn>
                        </p:par>
                        <p:par>
                          <p:cTn id="45" fill="hold">
                            <p:stCondLst>
                              <p:cond delay="500"/>
                            </p:stCondLst>
                            <p:childTnLst>
                              <p:par>
                                <p:cTn id="46" presetID="10" presetClass="entr" presetSubtype="0" fill="hold" nodeType="afterEffect">
                                  <p:stCondLst>
                                    <p:cond delay="1000"/>
                                  </p:stCondLst>
                                  <p:childTnLst>
                                    <p:set>
                                      <p:cBhvr>
                                        <p:cTn id="47" dur="1" fill="hold">
                                          <p:stCondLst>
                                            <p:cond delay="0"/>
                                          </p:stCondLst>
                                        </p:cTn>
                                        <p:tgtEl>
                                          <p:spTgt spid="33"/>
                                        </p:tgtEl>
                                        <p:attrNameLst>
                                          <p:attrName>style.visibility</p:attrName>
                                        </p:attrNameLst>
                                      </p:cBhvr>
                                      <p:to>
                                        <p:strVal val="visible"/>
                                      </p:to>
                                    </p:set>
                                    <p:animEffect transition="in" filter="fade">
                                      <p:cBhvr>
                                        <p:cTn id="48"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12" grpId="0" animBg="1"/>
      <p:bldP spid="13" grpId="0" animBg="1"/>
      <p:bldP spid="14" grpId="0" animBg="1"/>
      <p:bldP spid="17" grpId="0" animBg="1"/>
      <p:bldP spid="19" grpId="0" animBg="1"/>
      <p:bldP spid="36"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953E297-5A01-414A-8EE2-2008302661A0}"/>
              </a:ext>
            </a:extLst>
          </p:cNvPr>
          <p:cNvSpPr/>
          <p:nvPr/>
        </p:nvSpPr>
        <p:spPr bwMode="auto">
          <a:xfrm>
            <a:off x="1600199" y="2044642"/>
            <a:ext cx="10210801" cy="1311165"/>
          </a:xfrm>
          <a:prstGeom prst="rect">
            <a:avLst/>
          </a:prstGeom>
          <a:solidFill>
            <a:schemeClr val="lt2">
              <a:alpha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r>
              <a:rPr lang="en-US" sz="2400" dirty="0">
                <a:solidFill>
                  <a:schemeClr val="tx1"/>
                </a:solidFill>
                <a:ea typeface="Segoe UI" pitchFamily="34" charset="0"/>
                <a:cs typeface="Segoe UI" pitchFamily="34" charset="0"/>
              </a:rPr>
              <a:t>Team A</a:t>
            </a:r>
          </a:p>
        </p:txBody>
      </p:sp>
      <p:sp>
        <p:nvSpPr>
          <p:cNvPr id="22" name="Rectangle 21">
            <a:extLst>
              <a:ext uri="{FF2B5EF4-FFF2-40B4-BE49-F238E27FC236}">
                <a16:creationId xmlns:a16="http://schemas.microsoft.com/office/drawing/2014/main" id="{49694D16-4FFF-4DF1-8DFF-74F8639FC4C3}"/>
              </a:ext>
            </a:extLst>
          </p:cNvPr>
          <p:cNvSpPr/>
          <p:nvPr/>
        </p:nvSpPr>
        <p:spPr bwMode="auto">
          <a:xfrm>
            <a:off x="1600200" y="4207769"/>
            <a:ext cx="10105125" cy="1265110"/>
          </a:xfrm>
          <a:prstGeom prst="rect">
            <a:avLst/>
          </a:prstGeom>
          <a:solidFill>
            <a:srgbClr val="FFB900">
              <a:alpha val="50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r>
              <a:rPr lang="en-US" sz="2400" dirty="0">
                <a:solidFill>
                  <a:schemeClr val="tx1"/>
                </a:solidFill>
                <a:ea typeface="Segoe UI" pitchFamily="34" charset="0"/>
                <a:cs typeface="Segoe UI" pitchFamily="34" charset="0"/>
              </a:rPr>
              <a:t>Team B</a:t>
            </a:r>
          </a:p>
        </p:txBody>
      </p:sp>
      <p:sp>
        <p:nvSpPr>
          <p:cNvPr id="4" name="Title 3">
            <a:extLst>
              <a:ext uri="{FF2B5EF4-FFF2-40B4-BE49-F238E27FC236}">
                <a16:creationId xmlns:a16="http://schemas.microsoft.com/office/drawing/2014/main" id="{4454455B-A872-44D2-BE22-1517001CDA92}"/>
              </a:ext>
            </a:extLst>
          </p:cNvPr>
          <p:cNvSpPr>
            <a:spLocks noGrp="1"/>
          </p:cNvSpPr>
          <p:nvPr>
            <p:ph type="title"/>
          </p:nvPr>
        </p:nvSpPr>
        <p:spPr/>
        <p:txBody>
          <a:bodyPr/>
          <a:lstStyle/>
          <a:p>
            <a:r>
              <a:rPr lang="en-US"/>
              <a:t>Branching – solution </a:t>
            </a:r>
            <a:endParaRPr lang="en-US" dirty="0"/>
          </a:p>
        </p:txBody>
      </p:sp>
      <p:sp>
        <p:nvSpPr>
          <p:cNvPr id="12" name="Speech Bubble: Rectangle 11">
            <a:extLst>
              <a:ext uri="{FF2B5EF4-FFF2-40B4-BE49-F238E27FC236}">
                <a16:creationId xmlns:a16="http://schemas.microsoft.com/office/drawing/2014/main" id="{1EE5C80A-18AF-4202-A9E9-7837BE549FE4}"/>
              </a:ext>
            </a:extLst>
          </p:cNvPr>
          <p:cNvSpPr/>
          <p:nvPr/>
        </p:nvSpPr>
        <p:spPr>
          <a:xfrm>
            <a:off x="381000" y="4437620"/>
            <a:ext cx="1098331" cy="1035268"/>
          </a:xfrm>
          <a:prstGeom prst="wedgeRectCallout">
            <a:avLst>
              <a:gd name="adj1" fmla="val -850"/>
              <a:gd name="adj2" fmla="val -103575"/>
            </a:avLst>
          </a:prstGeom>
          <a:ln w="12700" cap="flat" cmpd="sng" algn="ctr">
            <a:solidFill>
              <a:schemeClr val="dk2"/>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mn-cs"/>
              </a:rPr>
              <a:t>Master Branch Commit</a:t>
            </a:r>
          </a:p>
        </p:txBody>
      </p:sp>
      <p:sp>
        <p:nvSpPr>
          <p:cNvPr id="13" name="Speech Bubble: Rectangle 12">
            <a:extLst>
              <a:ext uri="{FF2B5EF4-FFF2-40B4-BE49-F238E27FC236}">
                <a16:creationId xmlns:a16="http://schemas.microsoft.com/office/drawing/2014/main" id="{C90CA1EA-BEB4-49E6-8AB3-AE4F938BF724}"/>
              </a:ext>
            </a:extLst>
          </p:cNvPr>
          <p:cNvSpPr/>
          <p:nvPr/>
        </p:nvSpPr>
        <p:spPr>
          <a:xfrm>
            <a:off x="1474849" y="5673931"/>
            <a:ext cx="1835449" cy="723635"/>
          </a:xfrm>
          <a:prstGeom prst="wedgeRectCallout">
            <a:avLst>
              <a:gd name="adj1" fmla="val 43721"/>
              <a:gd name="adj2" fmla="val -148074"/>
            </a:avLst>
          </a:prstGeom>
          <a:ln w="12700" cap="flat" cmpd="sng" algn="ctr">
            <a:solidFill>
              <a:schemeClr val="dk2"/>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mn-cs"/>
              </a:rPr>
              <a:t>Feature Branch B Commit 1</a:t>
            </a:r>
          </a:p>
        </p:txBody>
      </p:sp>
      <p:cxnSp>
        <p:nvCxnSpPr>
          <p:cNvPr id="8" name="Straight Arrow Connector 7">
            <a:extLst>
              <a:ext uri="{FF2B5EF4-FFF2-40B4-BE49-F238E27FC236}">
                <a16:creationId xmlns:a16="http://schemas.microsoft.com/office/drawing/2014/main" id="{E08F77A0-9E25-46FE-AFA1-FF4AA40BB856}"/>
              </a:ext>
            </a:extLst>
          </p:cNvPr>
          <p:cNvCxnSpPr/>
          <p:nvPr/>
        </p:nvCxnSpPr>
        <p:spPr>
          <a:xfrm>
            <a:off x="533399" y="3873440"/>
            <a:ext cx="10896601" cy="0"/>
          </a:xfrm>
          <a:prstGeom prst="straightConnector1">
            <a:avLst/>
          </a:prstGeom>
          <a:ln w="508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14" name="Speech Bubble: Rectangle 13">
            <a:extLst>
              <a:ext uri="{FF2B5EF4-FFF2-40B4-BE49-F238E27FC236}">
                <a16:creationId xmlns:a16="http://schemas.microsoft.com/office/drawing/2014/main" id="{0BCE0F7E-153D-4360-A6B9-CCCD4DE68AE9}"/>
              </a:ext>
            </a:extLst>
          </p:cNvPr>
          <p:cNvSpPr/>
          <p:nvPr/>
        </p:nvSpPr>
        <p:spPr>
          <a:xfrm>
            <a:off x="2380655" y="1221228"/>
            <a:ext cx="2038945" cy="716482"/>
          </a:xfrm>
          <a:prstGeom prst="wedgeRectCallout">
            <a:avLst>
              <a:gd name="adj1" fmla="val 47671"/>
              <a:gd name="adj2" fmla="val 139616"/>
            </a:avLst>
          </a:prstGeom>
          <a:ln w="12700" cap="flat" cmpd="sng" algn="ctr">
            <a:solidFill>
              <a:schemeClr val="dk2"/>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mn-cs"/>
              </a:rPr>
              <a:t>Feature Branch A</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solidFill>
                  <a:prstClr val="white"/>
                </a:solidFill>
                <a:latin typeface="Segoe UI" panose="020B0502040204020203" pitchFamily="34" charset="0"/>
              </a:rPr>
              <a:t>Commit</a:t>
            </a:r>
            <a:endParaRPr kumimoji="0" lang="en-US" sz="1800" b="0" i="0" u="none" strike="noStrike" kern="1200" cap="none" spc="0" normalizeH="0" baseline="0" noProof="0" dirty="0">
              <a:ln>
                <a:noFill/>
              </a:ln>
              <a:solidFill>
                <a:prstClr val="white"/>
              </a:solidFill>
              <a:effectLst/>
              <a:uLnTx/>
              <a:uFillTx/>
              <a:latin typeface="Segoe UI" panose="020B0502040204020203" pitchFamily="34" charset="0"/>
            </a:endParaRPr>
          </a:p>
        </p:txBody>
      </p:sp>
      <p:cxnSp>
        <p:nvCxnSpPr>
          <p:cNvPr id="10" name="Straight Connector 9">
            <a:extLst>
              <a:ext uri="{FF2B5EF4-FFF2-40B4-BE49-F238E27FC236}">
                <a16:creationId xmlns:a16="http://schemas.microsoft.com/office/drawing/2014/main" id="{CB3C5D5A-C495-4CBE-B718-6AB09E360CF0}"/>
              </a:ext>
            </a:extLst>
          </p:cNvPr>
          <p:cNvCxnSpPr/>
          <p:nvPr/>
        </p:nvCxnSpPr>
        <p:spPr>
          <a:xfrm flipV="1">
            <a:off x="1828800" y="2578040"/>
            <a:ext cx="1143000" cy="1295400"/>
          </a:xfrm>
          <a:prstGeom prst="line">
            <a:avLst/>
          </a:prstGeom>
          <a:ln w="508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018E381-3F97-4F30-BDFD-7ADB9C1A7E90}"/>
              </a:ext>
            </a:extLst>
          </p:cNvPr>
          <p:cNvCxnSpPr>
            <a:cxnSpLocks/>
          </p:cNvCxnSpPr>
          <p:nvPr/>
        </p:nvCxnSpPr>
        <p:spPr>
          <a:xfrm>
            <a:off x="1828800" y="3873440"/>
            <a:ext cx="1143000" cy="1058354"/>
          </a:xfrm>
          <a:prstGeom prst="line">
            <a:avLst/>
          </a:prstGeom>
          <a:ln w="508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5BA24C58-DD1B-4E7F-8775-D9BEAC5783A5}"/>
              </a:ext>
            </a:extLst>
          </p:cNvPr>
          <p:cNvCxnSpPr>
            <a:cxnSpLocks/>
          </p:cNvCxnSpPr>
          <p:nvPr/>
        </p:nvCxnSpPr>
        <p:spPr>
          <a:xfrm>
            <a:off x="2971800" y="2585361"/>
            <a:ext cx="4876800" cy="0"/>
          </a:xfrm>
          <a:prstGeom prst="line">
            <a:avLst/>
          </a:prstGeom>
          <a:ln w="508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02B0658F-7DFC-4C8F-BAE0-5D0950828929}"/>
              </a:ext>
            </a:extLst>
          </p:cNvPr>
          <p:cNvCxnSpPr>
            <a:cxnSpLocks/>
          </p:cNvCxnSpPr>
          <p:nvPr/>
        </p:nvCxnSpPr>
        <p:spPr>
          <a:xfrm>
            <a:off x="2932510" y="4931795"/>
            <a:ext cx="4984855" cy="23454"/>
          </a:xfrm>
          <a:prstGeom prst="line">
            <a:avLst/>
          </a:prstGeom>
          <a:ln w="508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23" name="Speech Bubble: Rectangle 22">
            <a:extLst>
              <a:ext uri="{FF2B5EF4-FFF2-40B4-BE49-F238E27FC236}">
                <a16:creationId xmlns:a16="http://schemas.microsoft.com/office/drawing/2014/main" id="{A0A69353-8D67-4D9D-924C-2C39C55AD865}"/>
              </a:ext>
            </a:extLst>
          </p:cNvPr>
          <p:cNvSpPr/>
          <p:nvPr/>
        </p:nvSpPr>
        <p:spPr>
          <a:xfrm>
            <a:off x="3598031" y="5673931"/>
            <a:ext cx="1835449" cy="723635"/>
          </a:xfrm>
          <a:prstGeom prst="wedgeRectCallout">
            <a:avLst>
              <a:gd name="adj1" fmla="val 43721"/>
              <a:gd name="adj2" fmla="val -148074"/>
            </a:avLst>
          </a:prstGeom>
          <a:ln w="12700" cap="flat" cmpd="sng" algn="ctr">
            <a:solidFill>
              <a:schemeClr val="dk2"/>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mn-cs"/>
              </a:rPr>
              <a:t>Feature Branch B Commit 2</a:t>
            </a:r>
          </a:p>
        </p:txBody>
      </p:sp>
      <p:sp>
        <p:nvSpPr>
          <p:cNvPr id="24" name="Speech Bubble: Rectangle 23">
            <a:extLst>
              <a:ext uri="{FF2B5EF4-FFF2-40B4-BE49-F238E27FC236}">
                <a16:creationId xmlns:a16="http://schemas.microsoft.com/office/drawing/2014/main" id="{D0795604-B943-44AA-BC44-20E59DB887B4}"/>
              </a:ext>
            </a:extLst>
          </p:cNvPr>
          <p:cNvSpPr/>
          <p:nvPr/>
        </p:nvSpPr>
        <p:spPr>
          <a:xfrm>
            <a:off x="5721213" y="5691012"/>
            <a:ext cx="1835449" cy="723635"/>
          </a:xfrm>
          <a:prstGeom prst="wedgeRectCallout">
            <a:avLst>
              <a:gd name="adj1" fmla="val 43721"/>
              <a:gd name="adj2" fmla="val -148074"/>
            </a:avLst>
          </a:prstGeom>
          <a:ln w="12700" cap="flat" cmpd="sng" algn="ctr">
            <a:solidFill>
              <a:schemeClr val="dk2"/>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mn-cs"/>
              </a:rPr>
              <a:t>Feature Branch B Commit Nth</a:t>
            </a:r>
          </a:p>
        </p:txBody>
      </p:sp>
      <p:sp>
        <p:nvSpPr>
          <p:cNvPr id="26" name="TextBox 25">
            <a:extLst>
              <a:ext uri="{FF2B5EF4-FFF2-40B4-BE49-F238E27FC236}">
                <a16:creationId xmlns:a16="http://schemas.microsoft.com/office/drawing/2014/main" id="{EFCFA902-1CCC-4E45-B228-A1D51E0D3825}"/>
              </a:ext>
            </a:extLst>
          </p:cNvPr>
          <p:cNvSpPr txBox="1"/>
          <p:nvPr/>
        </p:nvSpPr>
        <p:spPr>
          <a:xfrm>
            <a:off x="7917365" y="1910008"/>
            <a:ext cx="3787960" cy="1446550"/>
          </a:xfrm>
          <a:prstGeom prst="rect">
            <a:avLst/>
          </a:prstGeom>
          <a:noFill/>
        </p:spPr>
        <p:txBody>
          <a:bodyPr wrap="none" lIns="182880" tIns="146304" rIns="182880" bIns="146304" rtlCol="0">
            <a:spAutoFit/>
          </a:bodyPr>
          <a:lstStyle/>
          <a:p>
            <a:pPr algn="r">
              <a:lnSpc>
                <a:spcPct val="90000"/>
              </a:lnSpc>
              <a:spcAft>
                <a:spcPts val="600"/>
              </a:spcAft>
            </a:pPr>
            <a:r>
              <a:rPr lang="en-US" sz="2400" dirty="0">
                <a:gradFill>
                  <a:gsLst>
                    <a:gs pos="2917">
                      <a:schemeClr val="tx1"/>
                    </a:gs>
                    <a:gs pos="30000">
                      <a:schemeClr val="tx1"/>
                    </a:gs>
                  </a:gsLst>
                  <a:lin ang="5400000" scaled="0"/>
                </a:gradFill>
              </a:rPr>
              <a:t>git branch </a:t>
            </a:r>
            <a:r>
              <a:rPr lang="en-US" sz="2400" dirty="0" err="1">
                <a:gradFill>
                  <a:gsLst>
                    <a:gs pos="2917">
                      <a:schemeClr val="tx1"/>
                    </a:gs>
                    <a:gs pos="30000">
                      <a:schemeClr val="tx1"/>
                    </a:gs>
                  </a:gsLst>
                  <a:lin ang="5400000" scaled="0"/>
                </a:gradFill>
              </a:rPr>
              <a:t>feature_a</a:t>
            </a:r>
            <a:endParaRPr lang="en-US" sz="2400" dirty="0">
              <a:gradFill>
                <a:gsLst>
                  <a:gs pos="2917">
                    <a:schemeClr val="tx1"/>
                  </a:gs>
                  <a:gs pos="30000">
                    <a:schemeClr val="tx1"/>
                  </a:gs>
                </a:gsLst>
                <a:lin ang="5400000" scaled="0"/>
              </a:gradFill>
            </a:endParaRPr>
          </a:p>
          <a:p>
            <a:pPr algn="r">
              <a:lnSpc>
                <a:spcPct val="90000"/>
              </a:lnSpc>
              <a:spcAft>
                <a:spcPts val="600"/>
              </a:spcAft>
            </a:pPr>
            <a:r>
              <a:rPr lang="en-US" sz="2400" dirty="0">
                <a:gradFill>
                  <a:gsLst>
                    <a:gs pos="2917">
                      <a:schemeClr val="tx1"/>
                    </a:gs>
                    <a:gs pos="30000">
                      <a:schemeClr val="tx1"/>
                    </a:gs>
                  </a:gsLst>
                  <a:lin ang="5400000" scaled="0"/>
                </a:gradFill>
              </a:rPr>
              <a:t>git checkout </a:t>
            </a:r>
            <a:r>
              <a:rPr lang="en-US" sz="2400" dirty="0" err="1">
                <a:gradFill>
                  <a:gsLst>
                    <a:gs pos="2917">
                      <a:schemeClr val="tx1"/>
                    </a:gs>
                    <a:gs pos="30000">
                      <a:schemeClr val="tx1"/>
                    </a:gs>
                  </a:gsLst>
                  <a:lin ang="5400000" scaled="0"/>
                </a:gradFill>
              </a:rPr>
              <a:t>feature_a</a:t>
            </a:r>
            <a:endParaRPr lang="en-US" sz="2400" dirty="0">
              <a:gradFill>
                <a:gsLst>
                  <a:gs pos="2917">
                    <a:schemeClr val="tx1"/>
                  </a:gs>
                  <a:gs pos="30000">
                    <a:schemeClr val="tx1"/>
                  </a:gs>
                </a:gsLst>
                <a:lin ang="5400000" scaled="0"/>
              </a:gradFill>
            </a:endParaRPr>
          </a:p>
          <a:p>
            <a:pPr algn="r">
              <a:lnSpc>
                <a:spcPct val="90000"/>
              </a:lnSpc>
              <a:spcAft>
                <a:spcPts val="600"/>
              </a:spcAft>
            </a:pPr>
            <a:r>
              <a:rPr lang="en-US" sz="2400" dirty="0">
                <a:gradFill>
                  <a:gsLst>
                    <a:gs pos="2917">
                      <a:schemeClr val="tx1"/>
                    </a:gs>
                    <a:gs pos="30000">
                      <a:schemeClr val="tx1"/>
                    </a:gs>
                  </a:gsLst>
                  <a:lin ang="5400000" scaled="0"/>
                </a:gradFill>
              </a:rPr>
              <a:t>git checkout –b </a:t>
            </a:r>
            <a:r>
              <a:rPr lang="en-US" sz="2400" dirty="0" err="1">
                <a:gradFill>
                  <a:gsLst>
                    <a:gs pos="2917">
                      <a:schemeClr val="tx1"/>
                    </a:gs>
                    <a:gs pos="30000">
                      <a:schemeClr val="tx1"/>
                    </a:gs>
                  </a:gsLst>
                  <a:lin ang="5400000" scaled="0"/>
                </a:gradFill>
              </a:rPr>
              <a:t>feature_a</a:t>
            </a:r>
            <a:endParaRPr lang="en-US" sz="2400" dirty="0">
              <a:gradFill>
                <a:gsLst>
                  <a:gs pos="2917">
                    <a:schemeClr val="tx1"/>
                  </a:gs>
                  <a:gs pos="30000">
                    <a:schemeClr val="tx1"/>
                  </a:gs>
                </a:gsLst>
                <a:lin ang="5400000" scaled="0"/>
              </a:gradFill>
            </a:endParaRPr>
          </a:p>
        </p:txBody>
      </p:sp>
      <p:sp>
        <p:nvSpPr>
          <p:cNvPr id="27" name="TextBox 26">
            <a:extLst>
              <a:ext uri="{FF2B5EF4-FFF2-40B4-BE49-F238E27FC236}">
                <a16:creationId xmlns:a16="http://schemas.microsoft.com/office/drawing/2014/main" id="{016005C0-E67C-4098-A87D-A7C77C5A68E4}"/>
              </a:ext>
            </a:extLst>
          </p:cNvPr>
          <p:cNvSpPr txBox="1"/>
          <p:nvPr/>
        </p:nvSpPr>
        <p:spPr>
          <a:xfrm>
            <a:off x="7998994" y="4117049"/>
            <a:ext cx="3812006" cy="1446550"/>
          </a:xfrm>
          <a:prstGeom prst="rect">
            <a:avLst/>
          </a:prstGeom>
          <a:noFill/>
        </p:spPr>
        <p:txBody>
          <a:bodyPr wrap="none" lIns="182880" tIns="146304" rIns="182880" bIns="146304" rtlCol="0">
            <a:spAutoFit/>
          </a:bodyPr>
          <a:lstStyle/>
          <a:p>
            <a:pPr algn="r">
              <a:lnSpc>
                <a:spcPct val="90000"/>
              </a:lnSpc>
              <a:spcAft>
                <a:spcPts val="600"/>
              </a:spcAft>
            </a:pPr>
            <a:r>
              <a:rPr lang="en-US" sz="2400" dirty="0">
                <a:gradFill>
                  <a:gsLst>
                    <a:gs pos="2917">
                      <a:schemeClr val="tx1"/>
                    </a:gs>
                    <a:gs pos="30000">
                      <a:schemeClr val="tx1"/>
                    </a:gs>
                  </a:gsLst>
                  <a:lin ang="5400000" scaled="0"/>
                </a:gradFill>
              </a:rPr>
              <a:t>git branch </a:t>
            </a:r>
            <a:r>
              <a:rPr lang="en-US" sz="2400" dirty="0" err="1">
                <a:gradFill>
                  <a:gsLst>
                    <a:gs pos="2917">
                      <a:schemeClr val="tx1"/>
                    </a:gs>
                    <a:gs pos="30000">
                      <a:schemeClr val="tx1"/>
                    </a:gs>
                  </a:gsLst>
                  <a:lin ang="5400000" scaled="0"/>
                </a:gradFill>
              </a:rPr>
              <a:t>feature_b</a:t>
            </a:r>
            <a:endParaRPr lang="en-US" sz="2400" dirty="0">
              <a:gradFill>
                <a:gsLst>
                  <a:gs pos="2917">
                    <a:schemeClr val="tx1"/>
                  </a:gs>
                  <a:gs pos="30000">
                    <a:schemeClr val="tx1"/>
                  </a:gs>
                </a:gsLst>
                <a:lin ang="5400000" scaled="0"/>
              </a:gradFill>
            </a:endParaRPr>
          </a:p>
          <a:p>
            <a:pPr algn="r">
              <a:lnSpc>
                <a:spcPct val="90000"/>
              </a:lnSpc>
              <a:spcAft>
                <a:spcPts val="600"/>
              </a:spcAft>
            </a:pPr>
            <a:r>
              <a:rPr lang="en-US" sz="2400" dirty="0">
                <a:gradFill>
                  <a:gsLst>
                    <a:gs pos="2917">
                      <a:schemeClr val="tx1"/>
                    </a:gs>
                    <a:gs pos="30000">
                      <a:schemeClr val="tx1"/>
                    </a:gs>
                  </a:gsLst>
                  <a:lin ang="5400000" scaled="0"/>
                </a:gradFill>
              </a:rPr>
              <a:t>git checkout </a:t>
            </a:r>
            <a:r>
              <a:rPr lang="en-US" sz="2400" dirty="0" err="1">
                <a:gradFill>
                  <a:gsLst>
                    <a:gs pos="2917">
                      <a:schemeClr val="tx1"/>
                    </a:gs>
                    <a:gs pos="30000">
                      <a:schemeClr val="tx1"/>
                    </a:gs>
                  </a:gsLst>
                  <a:lin ang="5400000" scaled="0"/>
                </a:gradFill>
              </a:rPr>
              <a:t>feature_b</a:t>
            </a:r>
            <a:endParaRPr lang="en-US" sz="2400" dirty="0">
              <a:gradFill>
                <a:gsLst>
                  <a:gs pos="2917">
                    <a:schemeClr val="tx1"/>
                  </a:gs>
                  <a:gs pos="30000">
                    <a:schemeClr val="tx1"/>
                  </a:gs>
                </a:gsLst>
                <a:lin ang="5400000" scaled="0"/>
              </a:gradFill>
            </a:endParaRPr>
          </a:p>
          <a:p>
            <a:pPr algn="r">
              <a:lnSpc>
                <a:spcPct val="90000"/>
              </a:lnSpc>
              <a:spcAft>
                <a:spcPts val="600"/>
              </a:spcAft>
            </a:pPr>
            <a:r>
              <a:rPr lang="en-US" sz="2400" dirty="0">
                <a:gradFill>
                  <a:gsLst>
                    <a:gs pos="2917">
                      <a:schemeClr val="tx1"/>
                    </a:gs>
                    <a:gs pos="30000">
                      <a:schemeClr val="tx1"/>
                    </a:gs>
                  </a:gsLst>
                  <a:lin ang="5400000" scaled="0"/>
                </a:gradFill>
              </a:rPr>
              <a:t>git checkout –b </a:t>
            </a:r>
            <a:r>
              <a:rPr lang="en-US" sz="2400" dirty="0" err="1">
                <a:gradFill>
                  <a:gsLst>
                    <a:gs pos="2917">
                      <a:schemeClr val="tx1"/>
                    </a:gs>
                    <a:gs pos="30000">
                      <a:schemeClr val="tx1"/>
                    </a:gs>
                  </a:gsLst>
                  <a:lin ang="5400000" scaled="0"/>
                </a:gradFill>
              </a:rPr>
              <a:t>feature_b</a:t>
            </a:r>
            <a:endParaRPr lang="en-US" sz="2400" dirty="0">
              <a:gradFill>
                <a:gsLst>
                  <a:gs pos="2917">
                    <a:schemeClr val="tx1"/>
                  </a:gs>
                  <a:gs pos="30000">
                    <a:schemeClr val="tx1"/>
                  </a:gs>
                </a:gsLst>
                <a:lin ang="5400000" scaled="0"/>
              </a:gradFill>
            </a:endParaRPr>
          </a:p>
        </p:txBody>
      </p:sp>
    </p:spTree>
    <p:custDataLst>
      <p:tags r:id="rId1"/>
    </p:custDataLst>
    <p:extLst>
      <p:ext uri="{BB962C8B-B14F-4D97-AF65-F5344CB8AC3E}">
        <p14:creationId xmlns:p14="http://schemas.microsoft.com/office/powerpoint/2010/main" val="3328467160"/>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500"/>
                                        <p:tgtEl>
                                          <p:spTgt spid="1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1"/>
                                        </p:tgtEl>
                                        <p:attrNameLst>
                                          <p:attrName>style.visibility</p:attrName>
                                        </p:attrNameLst>
                                      </p:cBhvr>
                                      <p:to>
                                        <p:strVal val="visible"/>
                                      </p:to>
                                    </p:set>
                                    <p:animEffect transition="in" filter="fade">
                                      <p:cBhvr>
                                        <p:cTn id="19" dur="500"/>
                                        <p:tgtEl>
                                          <p:spTgt spid="2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fade">
                                      <p:cBhvr>
                                        <p:cTn id="27" dur="500"/>
                                        <p:tgtEl>
                                          <p:spTgt spid="22"/>
                                        </p:tgtEl>
                                      </p:cBhvr>
                                    </p:animEffect>
                                  </p:childTnLst>
                                </p:cTn>
                              </p:par>
                              <p:par>
                                <p:cTn id="28" presetID="10" presetClass="entr" presetSubtype="0" fill="hold" nodeType="with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fade">
                                      <p:cBhvr>
                                        <p:cTn id="30" dur="500"/>
                                        <p:tgtEl>
                                          <p:spTgt spid="20"/>
                                        </p:tgtEl>
                                      </p:cBhvr>
                                    </p:animEffect>
                                  </p:childTnLst>
                                </p:cTn>
                              </p:par>
                              <p:par>
                                <p:cTn id="31" presetID="10" presetClass="entr" presetSubtype="0" fill="hold"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500"/>
                                        <p:tgtEl>
                                          <p:spTgt spid="15"/>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500"/>
                                        <p:tgtEl>
                                          <p:spTgt spid="13"/>
                                        </p:tgtEl>
                                      </p:cBhvr>
                                    </p:animEffect>
                                  </p:childTnLst>
                                </p:cTn>
                              </p:par>
                            </p:childTnLst>
                          </p:cTn>
                        </p:par>
                        <p:par>
                          <p:cTn id="37" fill="hold">
                            <p:stCondLst>
                              <p:cond delay="500"/>
                            </p:stCondLst>
                            <p:childTnLst>
                              <p:par>
                                <p:cTn id="38" presetID="10" presetClass="entr" presetSubtype="0" fill="hold" grpId="0" nodeType="afterEffect">
                                  <p:stCondLst>
                                    <p:cond delay="2000"/>
                                  </p:stCondLst>
                                  <p:childTnLst>
                                    <p:set>
                                      <p:cBhvr>
                                        <p:cTn id="39" dur="1" fill="hold">
                                          <p:stCondLst>
                                            <p:cond delay="0"/>
                                          </p:stCondLst>
                                        </p:cTn>
                                        <p:tgtEl>
                                          <p:spTgt spid="23"/>
                                        </p:tgtEl>
                                        <p:attrNameLst>
                                          <p:attrName>style.visibility</p:attrName>
                                        </p:attrNameLst>
                                      </p:cBhvr>
                                      <p:to>
                                        <p:strVal val="visible"/>
                                      </p:to>
                                    </p:set>
                                    <p:animEffect transition="in" filter="fade">
                                      <p:cBhvr>
                                        <p:cTn id="40" dur="500"/>
                                        <p:tgtEl>
                                          <p:spTgt spid="23"/>
                                        </p:tgtEl>
                                      </p:cBhvr>
                                    </p:animEffect>
                                  </p:childTnLst>
                                </p:cTn>
                              </p:par>
                            </p:childTnLst>
                          </p:cTn>
                        </p:par>
                        <p:par>
                          <p:cTn id="41" fill="hold">
                            <p:stCondLst>
                              <p:cond delay="3000"/>
                            </p:stCondLst>
                            <p:childTnLst>
                              <p:par>
                                <p:cTn id="42" presetID="10" presetClass="entr" presetSubtype="0" fill="hold" grpId="0" nodeType="afterEffect">
                                  <p:stCondLst>
                                    <p:cond delay="2000"/>
                                  </p:stCondLst>
                                  <p:childTnLst>
                                    <p:set>
                                      <p:cBhvr>
                                        <p:cTn id="43" dur="1" fill="hold">
                                          <p:stCondLst>
                                            <p:cond delay="0"/>
                                          </p:stCondLst>
                                        </p:cTn>
                                        <p:tgtEl>
                                          <p:spTgt spid="24"/>
                                        </p:tgtEl>
                                        <p:attrNameLst>
                                          <p:attrName>style.visibility</p:attrName>
                                        </p:attrNameLst>
                                      </p:cBhvr>
                                      <p:to>
                                        <p:strVal val="visible"/>
                                      </p:to>
                                    </p:set>
                                    <p:animEffect transition="in" filter="fade">
                                      <p:cBhvr>
                                        <p:cTn id="44" dur="500"/>
                                        <p:tgtEl>
                                          <p:spTgt spid="24"/>
                                        </p:tgtEl>
                                      </p:cBhvr>
                                    </p:animEffec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6">
                                            <p:txEl>
                                              <p:pRg st="0" end="0"/>
                                            </p:txEl>
                                          </p:spTgt>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7">
                                            <p:txEl>
                                              <p:pRg st="0" end="0"/>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7">
                                            <p:txEl>
                                              <p:pRg st="1" end="1"/>
                                            </p:txEl>
                                          </p:spTgt>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6">
                                            <p:txEl>
                                              <p:pRg st="1" end="1"/>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27">
                                            <p:txEl>
                                              <p:pRg st="2" end="2"/>
                                            </p:txEl>
                                          </p:spTgt>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2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12" grpId="0" animBg="1"/>
      <p:bldP spid="13" grpId="0" animBg="1"/>
      <p:bldP spid="14" grpId="0" animBg="1"/>
      <p:bldP spid="23" grpId="0" animBg="1"/>
      <p:bldP spid="24" grpId="0" animBg="1"/>
      <p:bldP spid="26" grpId="0" uiExpand="1" build="p"/>
      <p:bldP spid="27" grpId="0" uiExpand="1"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953E297-5A01-414A-8EE2-2008302661A0}"/>
              </a:ext>
            </a:extLst>
          </p:cNvPr>
          <p:cNvSpPr/>
          <p:nvPr/>
        </p:nvSpPr>
        <p:spPr bwMode="auto">
          <a:xfrm>
            <a:off x="1485898" y="2043657"/>
            <a:ext cx="10210801" cy="1311165"/>
          </a:xfrm>
          <a:prstGeom prst="rect">
            <a:avLst/>
          </a:prstGeom>
          <a:solidFill>
            <a:schemeClr val="lt2">
              <a:alpha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r>
              <a:rPr lang="en-US" sz="2400" dirty="0">
                <a:solidFill>
                  <a:schemeClr val="tx1"/>
                </a:solidFill>
                <a:ea typeface="Segoe UI" pitchFamily="34" charset="0"/>
                <a:cs typeface="Segoe UI" pitchFamily="34" charset="0"/>
              </a:rPr>
              <a:t>Team A</a:t>
            </a:r>
          </a:p>
        </p:txBody>
      </p:sp>
      <p:sp>
        <p:nvSpPr>
          <p:cNvPr id="22" name="Rectangle 21">
            <a:extLst>
              <a:ext uri="{FF2B5EF4-FFF2-40B4-BE49-F238E27FC236}">
                <a16:creationId xmlns:a16="http://schemas.microsoft.com/office/drawing/2014/main" id="{49694D16-4FFF-4DF1-8DFF-74F8639FC4C3}"/>
              </a:ext>
            </a:extLst>
          </p:cNvPr>
          <p:cNvSpPr/>
          <p:nvPr/>
        </p:nvSpPr>
        <p:spPr bwMode="auto">
          <a:xfrm>
            <a:off x="1485899" y="4206784"/>
            <a:ext cx="10105125" cy="1265110"/>
          </a:xfrm>
          <a:prstGeom prst="rect">
            <a:avLst/>
          </a:prstGeom>
          <a:solidFill>
            <a:srgbClr val="FFB900">
              <a:alpha val="50000"/>
            </a:srgb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r>
              <a:rPr lang="en-US" sz="2400" dirty="0">
                <a:solidFill>
                  <a:schemeClr val="tx1"/>
                </a:solidFill>
                <a:ea typeface="Segoe UI" pitchFamily="34" charset="0"/>
                <a:cs typeface="Segoe UI" pitchFamily="34" charset="0"/>
              </a:rPr>
              <a:t>Team B</a:t>
            </a:r>
          </a:p>
        </p:txBody>
      </p:sp>
      <p:sp>
        <p:nvSpPr>
          <p:cNvPr id="4" name="Title 3">
            <a:extLst>
              <a:ext uri="{FF2B5EF4-FFF2-40B4-BE49-F238E27FC236}">
                <a16:creationId xmlns:a16="http://schemas.microsoft.com/office/drawing/2014/main" id="{4454455B-A872-44D2-BE22-1517001CDA92}"/>
              </a:ext>
            </a:extLst>
          </p:cNvPr>
          <p:cNvSpPr>
            <a:spLocks noGrp="1"/>
          </p:cNvSpPr>
          <p:nvPr>
            <p:ph type="title"/>
          </p:nvPr>
        </p:nvSpPr>
        <p:spPr/>
        <p:txBody>
          <a:bodyPr/>
          <a:lstStyle/>
          <a:p>
            <a:r>
              <a:rPr lang="en-US"/>
              <a:t>Branching – merging cont.</a:t>
            </a:r>
            <a:endParaRPr lang="en-US" dirty="0"/>
          </a:p>
        </p:txBody>
      </p:sp>
      <p:sp>
        <p:nvSpPr>
          <p:cNvPr id="12" name="Speech Bubble: Rectangle 11">
            <a:extLst>
              <a:ext uri="{FF2B5EF4-FFF2-40B4-BE49-F238E27FC236}">
                <a16:creationId xmlns:a16="http://schemas.microsoft.com/office/drawing/2014/main" id="{1EE5C80A-18AF-4202-A9E9-7837BE549FE4}"/>
              </a:ext>
            </a:extLst>
          </p:cNvPr>
          <p:cNvSpPr/>
          <p:nvPr/>
        </p:nvSpPr>
        <p:spPr>
          <a:xfrm>
            <a:off x="266699" y="4436635"/>
            <a:ext cx="1098331" cy="1035268"/>
          </a:xfrm>
          <a:prstGeom prst="wedgeRectCallout">
            <a:avLst>
              <a:gd name="adj1" fmla="val -850"/>
              <a:gd name="adj2" fmla="val -103575"/>
            </a:avLst>
          </a:prstGeom>
          <a:ln w="12700" cap="flat" cmpd="sng" algn="ctr">
            <a:solidFill>
              <a:schemeClr val="dk2"/>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mn-cs"/>
              </a:rPr>
              <a:t>Master Branch Commit</a:t>
            </a:r>
          </a:p>
        </p:txBody>
      </p:sp>
      <p:sp>
        <p:nvSpPr>
          <p:cNvPr id="13" name="Speech Bubble: Rectangle 12">
            <a:extLst>
              <a:ext uri="{FF2B5EF4-FFF2-40B4-BE49-F238E27FC236}">
                <a16:creationId xmlns:a16="http://schemas.microsoft.com/office/drawing/2014/main" id="{C90CA1EA-BEB4-49E6-8AB3-AE4F938BF724}"/>
              </a:ext>
            </a:extLst>
          </p:cNvPr>
          <p:cNvSpPr/>
          <p:nvPr/>
        </p:nvSpPr>
        <p:spPr>
          <a:xfrm>
            <a:off x="3827968" y="5690027"/>
            <a:ext cx="1835449" cy="723635"/>
          </a:xfrm>
          <a:prstGeom prst="wedgeRectCallout">
            <a:avLst>
              <a:gd name="adj1" fmla="val 43721"/>
              <a:gd name="adj2" fmla="val -148074"/>
            </a:avLst>
          </a:prstGeom>
          <a:ln w="12700" cap="flat" cmpd="sng" algn="ctr">
            <a:solidFill>
              <a:schemeClr val="dk2"/>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mn-cs"/>
              </a:rPr>
              <a:t>Feature Branch B Commits</a:t>
            </a:r>
          </a:p>
        </p:txBody>
      </p:sp>
      <p:cxnSp>
        <p:nvCxnSpPr>
          <p:cNvPr id="8" name="Straight Arrow Connector 7">
            <a:extLst>
              <a:ext uri="{FF2B5EF4-FFF2-40B4-BE49-F238E27FC236}">
                <a16:creationId xmlns:a16="http://schemas.microsoft.com/office/drawing/2014/main" id="{E08F77A0-9E25-46FE-AFA1-FF4AA40BB856}"/>
              </a:ext>
            </a:extLst>
          </p:cNvPr>
          <p:cNvCxnSpPr/>
          <p:nvPr/>
        </p:nvCxnSpPr>
        <p:spPr>
          <a:xfrm>
            <a:off x="419098" y="3872455"/>
            <a:ext cx="10896601" cy="0"/>
          </a:xfrm>
          <a:prstGeom prst="straightConnector1">
            <a:avLst/>
          </a:prstGeom>
          <a:ln w="508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14" name="Speech Bubble: Rectangle 13">
            <a:extLst>
              <a:ext uri="{FF2B5EF4-FFF2-40B4-BE49-F238E27FC236}">
                <a16:creationId xmlns:a16="http://schemas.microsoft.com/office/drawing/2014/main" id="{0BCE0F7E-153D-4360-A6B9-CCCD4DE68AE9}"/>
              </a:ext>
            </a:extLst>
          </p:cNvPr>
          <p:cNvSpPr/>
          <p:nvPr/>
        </p:nvSpPr>
        <p:spPr>
          <a:xfrm>
            <a:off x="3827968" y="1222213"/>
            <a:ext cx="1931599" cy="716482"/>
          </a:xfrm>
          <a:prstGeom prst="wedgeRectCallout">
            <a:avLst>
              <a:gd name="adj1" fmla="val 47671"/>
              <a:gd name="adj2" fmla="val 139616"/>
            </a:avLst>
          </a:prstGeom>
          <a:ln w="12700" cap="flat" cmpd="sng" algn="ctr">
            <a:solidFill>
              <a:schemeClr val="dk2"/>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mn-cs"/>
              </a:rPr>
              <a:t>Feature Branch A</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dirty="0">
                <a:solidFill>
                  <a:prstClr val="white"/>
                </a:solidFill>
                <a:latin typeface="Segoe UI" panose="020B0502040204020203" pitchFamily="34" charset="0"/>
              </a:rPr>
              <a:t>Commits</a:t>
            </a:r>
            <a:endParaRPr kumimoji="0" lang="en-US" sz="1800" b="0" i="0" u="none" strike="noStrike" kern="1200" cap="none" spc="0" normalizeH="0" baseline="0" noProof="0" dirty="0">
              <a:ln>
                <a:noFill/>
              </a:ln>
              <a:solidFill>
                <a:prstClr val="white"/>
              </a:solidFill>
              <a:effectLst/>
              <a:uLnTx/>
              <a:uFillTx/>
              <a:latin typeface="Segoe UI" panose="020B0502040204020203" pitchFamily="34" charset="0"/>
            </a:endParaRPr>
          </a:p>
        </p:txBody>
      </p:sp>
      <p:cxnSp>
        <p:nvCxnSpPr>
          <p:cNvPr id="10" name="Straight Connector 9">
            <a:extLst>
              <a:ext uri="{FF2B5EF4-FFF2-40B4-BE49-F238E27FC236}">
                <a16:creationId xmlns:a16="http://schemas.microsoft.com/office/drawing/2014/main" id="{CB3C5D5A-C495-4CBE-B718-6AB09E360CF0}"/>
              </a:ext>
            </a:extLst>
          </p:cNvPr>
          <p:cNvCxnSpPr/>
          <p:nvPr/>
        </p:nvCxnSpPr>
        <p:spPr>
          <a:xfrm flipV="1">
            <a:off x="1714499" y="2577055"/>
            <a:ext cx="1143000" cy="1295400"/>
          </a:xfrm>
          <a:prstGeom prst="line">
            <a:avLst/>
          </a:prstGeom>
          <a:ln w="508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018E381-3F97-4F30-BDFD-7ADB9C1A7E90}"/>
              </a:ext>
            </a:extLst>
          </p:cNvPr>
          <p:cNvCxnSpPr>
            <a:cxnSpLocks/>
          </p:cNvCxnSpPr>
          <p:nvPr/>
        </p:nvCxnSpPr>
        <p:spPr>
          <a:xfrm>
            <a:off x="1714499" y="3872455"/>
            <a:ext cx="1143000" cy="1066910"/>
          </a:xfrm>
          <a:prstGeom prst="line">
            <a:avLst/>
          </a:prstGeom>
          <a:ln w="508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5BA24C58-DD1B-4E7F-8775-D9BEAC5783A5}"/>
              </a:ext>
            </a:extLst>
          </p:cNvPr>
          <p:cNvCxnSpPr>
            <a:cxnSpLocks/>
          </p:cNvCxnSpPr>
          <p:nvPr/>
        </p:nvCxnSpPr>
        <p:spPr>
          <a:xfrm>
            <a:off x="2857499" y="2584376"/>
            <a:ext cx="4419600" cy="7321"/>
          </a:xfrm>
          <a:prstGeom prst="line">
            <a:avLst/>
          </a:prstGeom>
          <a:ln w="508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02B0658F-7DFC-4C8F-BAE0-5D0950828929}"/>
              </a:ext>
            </a:extLst>
          </p:cNvPr>
          <p:cNvCxnSpPr>
            <a:cxnSpLocks/>
          </p:cNvCxnSpPr>
          <p:nvPr/>
        </p:nvCxnSpPr>
        <p:spPr>
          <a:xfrm>
            <a:off x="2818209" y="4930810"/>
            <a:ext cx="4916090" cy="17112"/>
          </a:xfrm>
          <a:prstGeom prst="line">
            <a:avLst/>
          </a:prstGeom>
          <a:ln w="508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EFCFA902-1CCC-4E45-B228-A1D51E0D3825}"/>
              </a:ext>
            </a:extLst>
          </p:cNvPr>
          <p:cNvSpPr txBox="1"/>
          <p:nvPr/>
        </p:nvSpPr>
        <p:spPr>
          <a:xfrm>
            <a:off x="4476190" y="2778597"/>
            <a:ext cx="3011017" cy="627864"/>
          </a:xfrm>
          <a:prstGeom prst="rect">
            <a:avLst/>
          </a:prstGeom>
          <a:noFill/>
        </p:spPr>
        <p:txBody>
          <a:bodyPr wrap="none" lIns="182880" tIns="146304" rIns="182880" bIns="146304" rtlCol="0">
            <a:spAutoFit/>
          </a:bodyPr>
          <a:lstStyle/>
          <a:p>
            <a:pPr algn="r">
              <a:lnSpc>
                <a:spcPct val="90000"/>
              </a:lnSpc>
              <a:spcAft>
                <a:spcPts val="600"/>
              </a:spcAft>
            </a:pPr>
            <a:r>
              <a:rPr lang="en-US" sz="2400" dirty="0">
                <a:gradFill>
                  <a:gsLst>
                    <a:gs pos="2917">
                      <a:schemeClr val="tx1"/>
                    </a:gs>
                    <a:gs pos="30000">
                      <a:schemeClr val="tx1"/>
                    </a:gs>
                  </a:gsLst>
                  <a:lin ang="5400000" scaled="0"/>
                </a:gradFill>
              </a:rPr>
              <a:t>git merge </a:t>
            </a:r>
            <a:r>
              <a:rPr lang="en-US" sz="2400" dirty="0" err="1">
                <a:gradFill>
                  <a:gsLst>
                    <a:gs pos="2917">
                      <a:schemeClr val="tx1"/>
                    </a:gs>
                    <a:gs pos="30000">
                      <a:schemeClr val="tx1"/>
                    </a:gs>
                  </a:gsLst>
                  <a:lin ang="5400000" scaled="0"/>
                </a:gradFill>
              </a:rPr>
              <a:t>feature_a</a:t>
            </a:r>
            <a:endParaRPr lang="en-US" sz="2400" dirty="0">
              <a:gradFill>
                <a:gsLst>
                  <a:gs pos="2917">
                    <a:schemeClr val="tx1"/>
                  </a:gs>
                  <a:gs pos="30000">
                    <a:schemeClr val="tx1"/>
                  </a:gs>
                </a:gsLst>
                <a:lin ang="5400000" scaled="0"/>
              </a:gradFill>
            </a:endParaRPr>
          </a:p>
        </p:txBody>
      </p:sp>
      <p:sp>
        <p:nvSpPr>
          <p:cNvPr id="27" name="TextBox 26">
            <a:extLst>
              <a:ext uri="{FF2B5EF4-FFF2-40B4-BE49-F238E27FC236}">
                <a16:creationId xmlns:a16="http://schemas.microsoft.com/office/drawing/2014/main" id="{016005C0-E67C-4098-A87D-A7C77C5A68E4}"/>
              </a:ext>
            </a:extLst>
          </p:cNvPr>
          <p:cNvSpPr txBox="1"/>
          <p:nvPr/>
        </p:nvSpPr>
        <p:spPr>
          <a:xfrm>
            <a:off x="5759569" y="4947922"/>
            <a:ext cx="3035062" cy="627864"/>
          </a:xfrm>
          <a:prstGeom prst="rect">
            <a:avLst/>
          </a:prstGeom>
          <a:noFill/>
        </p:spPr>
        <p:txBody>
          <a:bodyPr wrap="none" lIns="182880" tIns="146304" rIns="182880" bIns="146304" rtlCol="0">
            <a:spAutoFit/>
          </a:bodyPr>
          <a:lstStyle/>
          <a:p>
            <a:pPr algn="r">
              <a:lnSpc>
                <a:spcPct val="90000"/>
              </a:lnSpc>
              <a:spcAft>
                <a:spcPts val="600"/>
              </a:spcAft>
            </a:pPr>
            <a:r>
              <a:rPr lang="en-US" sz="2400" dirty="0">
                <a:gradFill>
                  <a:gsLst>
                    <a:gs pos="2917">
                      <a:schemeClr val="tx1"/>
                    </a:gs>
                    <a:gs pos="30000">
                      <a:schemeClr val="tx1"/>
                    </a:gs>
                  </a:gsLst>
                  <a:lin ang="5400000" scaled="0"/>
                </a:gradFill>
              </a:rPr>
              <a:t>git merge </a:t>
            </a:r>
            <a:r>
              <a:rPr lang="en-US" sz="2400" dirty="0" err="1">
                <a:gradFill>
                  <a:gsLst>
                    <a:gs pos="2917">
                      <a:schemeClr val="tx1"/>
                    </a:gs>
                    <a:gs pos="30000">
                      <a:schemeClr val="tx1"/>
                    </a:gs>
                  </a:gsLst>
                  <a:lin ang="5400000" scaled="0"/>
                </a:gradFill>
              </a:rPr>
              <a:t>feature_b</a:t>
            </a:r>
            <a:endParaRPr lang="en-US" sz="2400" dirty="0">
              <a:gradFill>
                <a:gsLst>
                  <a:gs pos="2917">
                    <a:schemeClr val="tx1"/>
                  </a:gs>
                  <a:gs pos="30000">
                    <a:schemeClr val="tx1"/>
                  </a:gs>
                </a:gsLst>
                <a:lin ang="5400000" scaled="0"/>
              </a:gradFill>
            </a:endParaRPr>
          </a:p>
        </p:txBody>
      </p:sp>
      <p:cxnSp>
        <p:nvCxnSpPr>
          <p:cNvPr id="17" name="Straight Connector 16">
            <a:extLst>
              <a:ext uri="{FF2B5EF4-FFF2-40B4-BE49-F238E27FC236}">
                <a16:creationId xmlns:a16="http://schemas.microsoft.com/office/drawing/2014/main" id="{FE144206-BBF3-484D-807E-B505C0B88E1C}"/>
              </a:ext>
            </a:extLst>
          </p:cNvPr>
          <p:cNvCxnSpPr>
            <a:cxnSpLocks/>
          </p:cNvCxnSpPr>
          <p:nvPr/>
        </p:nvCxnSpPr>
        <p:spPr>
          <a:xfrm flipV="1">
            <a:off x="7734299" y="3902661"/>
            <a:ext cx="1524000" cy="1045260"/>
          </a:xfrm>
          <a:prstGeom prst="line">
            <a:avLst/>
          </a:prstGeom>
          <a:ln w="508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8F8D185-82AF-425F-9E06-14A5E0E948DD}"/>
              </a:ext>
            </a:extLst>
          </p:cNvPr>
          <p:cNvCxnSpPr>
            <a:cxnSpLocks/>
          </p:cNvCxnSpPr>
          <p:nvPr/>
        </p:nvCxnSpPr>
        <p:spPr>
          <a:xfrm>
            <a:off x="7277099" y="2591696"/>
            <a:ext cx="1143000" cy="1250554"/>
          </a:xfrm>
          <a:prstGeom prst="line">
            <a:avLst/>
          </a:prstGeom>
          <a:ln w="508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pic>
        <p:nvPicPr>
          <p:cNvPr id="29" name="Graphic 28" descr="Checkmark">
            <a:extLst>
              <a:ext uri="{FF2B5EF4-FFF2-40B4-BE49-F238E27FC236}">
                <a16:creationId xmlns:a16="http://schemas.microsoft.com/office/drawing/2014/main" id="{22D5097A-01C4-40D6-84BD-CF13C060255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496299" y="2748424"/>
            <a:ext cx="914400" cy="914400"/>
          </a:xfrm>
          <a:prstGeom prst="rect">
            <a:avLst/>
          </a:prstGeom>
        </p:spPr>
      </p:pic>
      <p:sp>
        <p:nvSpPr>
          <p:cNvPr id="30" name="TextBox 29">
            <a:extLst>
              <a:ext uri="{FF2B5EF4-FFF2-40B4-BE49-F238E27FC236}">
                <a16:creationId xmlns:a16="http://schemas.microsoft.com/office/drawing/2014/main" id="{7E6C823C-DB1E-4770-B4ED-892877B54352}"/>
              </a:ext>
            </a:extLst>
          </p:cNvPr>
          <p:cNvSpPr txBox="1"/>
          <p:nvPr/>
        </p:nvSpPr>
        <p:spPr>
          <a:xfrm>
            <a:off x="9268482" y="2945762"/>
            <a:ext cx="2656818" cy="627864"/>
          </a:xfrm>
          <a:prstGeom prst="rect">
            <a:avLst/>
          </a:prstGeom>
          <a:noFill/>
        </p:spPr>
        <p:txBody>
          <a:bodyPr wrap="none" lIns="182880" tIns="146304" rIns="182880" bIns="146304" rtlCol="0">
            <a:spAutoFit/>
          </a:bodyPr>
          <a:lstStyle/>
          <a:p>
            <a:pPr>
              <a:lnSpc>
                <a:spcPct val="90000"/>
              </a:lnSpc>
              <a:spcAft>
                <a:spcPts val="600"/>
              </a:spcAft>
            </a:pPr>
            <a:r>
              <a:rPr lang="en-US" sz="2400" dirty="0">
                <a:gradFill>
                  <a:gsLst>
                    <a:gs pos="2917">
                      <a:schemeClr val="tx1"/>
                    </a:gs>
                    <a:gs pos="30000">
                      <a:schemeClr val="tx1"/>
                    </a:gs>
                  </a:gsLst>
                  <a:lin ang="5400000" scaled="0"/>
                </a:gradFill>
              </a:rPr>
              <a:t>Conflicts flagged</a:t>
            </a:r>
          </a:p>
        </p:txBody>
      </p:sp>
    </p:spTree>
    <p:custDataLst>
      <p:tags r:id="rId1"/>
    </p:custDataLst>
    <p:extLst>
      <p:ext uri="{BB962C8B-B14F-4D97-AF65-F5344CB8AC3E}">
        <p14:creationId xmlns:p14="http://schemas.microsoft.com/office/powerpoint/2010/main" val="313771798"/>
      </p:ext>
    </p:extLst>
  </p:cSld>
  <p:clrMapOvr>
    <a:masterClrMapping/>
  </p:clrMapOvr>
  <p:transition spd="slow"/>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fade">
                                      <p:cBhvr>
                                        <p:cTn id="13" dur="500"/>
                                        <p:tgtEl>
                                          <p:spTgt spid="10"/>
                                        </p:tgtEl>
                                      </p:cBhvr>
                                    </p:animEffect>
                                  </p:childTnLst>
                                </p:cTn>
                              </p:par>
                              <p:par>
                                <p:cTn id="14" presetID="10" presetClass="entr" presetSubtype="0" fill="hold"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fade">
                                      <p:cBhvr>
                                        <p:cTn id="16" dur="500"/>
                                        <p:tgtEl>
                                          <p:spTgt spid="1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1"/>
                                        </p:tgtEl>
                                        <p:attrNameLst>
                                          <p:attrName>style.visibility</p:attrName>
                                        </p:attrNameLst>
                                      </p:cBhvr>
                                      <p:to>
                                        <p:strVal val="visible"/>
                                      </p:to>
                                    </p:set>
                                    <p:animEffect transition="in" filter="fade">
                                      <p:cBhvr>
                                        <p:cTn id="19" dur="500"/>
                                        <p:tgtEl>
                                          <p:spTgt spid="2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fade">
                                      <p:cBhvr>
                                        <p:cTn id="27" dur="500"/>
                                        <p:tgtEl>
                                          <p:spTgt spid="22"/>
                                        </p:tgtEl>
                                      </p:cBhvr>
                                    </p:animEffect>
                                  </p:childTnLst>
                                </p:cTn>
                              </p:par>
                              <p:par>
                                <p:cTn id="28" presetID="10" presetClass="entr" presetSubtype="0" fill="hold" nodeType="with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fade">
                                      <p:cBhvr>
                                        <p:cTn id="30" dur="500"/>
                                        <p:tgtEl>
                                          <p:spTgt spid="20"/>
                                        </p:tgtEl>
                                      </p:cBhvr>
                                    </p:animEffect>
                                  </p:childTnLst>
                                </p:cTn>
                              </p:par>
                              <p:par>
                                <p:cTn id="31" presetID="10" presetClass="entr" presetSubtype="0" fill="hold"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500"/>
                                        <p:tgtEl>
                                          <p:spTgt spid="15"/>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500"/>
                                        <p:tgtEl>
                                          <p:spTgt spid="13"/>
                                        </p:tgtEl>
                                      </p:cBhvr>
                                    </p:animEffec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6">
                                            <p:txEl>
                                              <p:pRg st="0" end="0"/>
                                            </p:txEl>
                                          </p:spTgt>
                                        </p:tgtEl>
                                        <p:attrNameLst>
                                          <p:attrName>style.visibility</p:attrName>
                                        </p:attrNameLst>
                                      </p:cBhvr>
                                      <p:to>
                                        <p:strVal val="visible"/>
                                      </p:to>
                                    </p:set>
                                  </p:childTnLst>
                                </p:cTn>
                              </p:par>
                              <p:par>
                                <p:cTn id="41" presetID="10" presetClass="entr" presetSubtype="0" fill="hold" nodeType="withEffect">
                                  <p:stCondLst>
                                    <p:cond delay="0"/>
                                  </p:stCondLst>
                                  <p:childTnLst>
                                    <p:set>
                                      <p:cBhvr>
                                        <p:cTn id="42" dur="1" fill="hold">
                                          <p:stCondLst>
                                            <p:cond delay="0"/>
                                          </p:stCondLst>
                                        </p:cTn>
                                        <p:tgtEl>
                                          <p:spTgt spid="25"/>
                                        </p:tgtEl>
                                        <p:attrNameLst>
                                          <p:attrName>style.visibility</p:attrName>
                                        </p:attrNameLst>
                                      </p:cBhvr>
                                      <p:to>
                                        <p:strVal val="visible"/>
                                      </p:to>
                                    </p:set>
                                    <p:animEffect transition="in" filter="fade">
                                      <p:cBhvr>
                                        <p:cTn id="43" dur="500"/>
                                        <p:tgtEl>
                                          <p:spTgt spid="25"/>
                                        </p:tgtEl>
                                      </p:cBhvr>
                                    </p:animEffec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27">
                                            <p:txEl>
                                              <p:pRg st="0" end="0"/>
                                            </p:txEl>
                                          </p:spTgt>
                                        </p:tgtEl>
                                        <p:attrNameLst>
                                          <p:attrName>style.visibility</p:attrName>
                                        </p:attrNameLst>
                                      </p:cBhvr>
                                      <p:to>
                                        <p:strVal val="visible"/>
                                      </p:to>
                                    </p:set>
                                  </p:childTnLst>
                                </p:cTn>
                              </p:par>
                              <p:par>
                                <p:cTn id="48" presetID="10" presetClass="entr" presetSubtype="0" fill="hold" nodeType="with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500"/>
                                        <p:tgtEl>
                                          <p:spTgt spid="17"/>
                                        </p:tgtEl>
                                      </p:cBhvr>
                                    </p:animEffect>
                                  </p:childTnLst>
                                </p:cTn>
                              </p:par>
                            </p:childTnLst>
                          </p:cTn>
                        </p:par>
                        <p:par>
                          <p:cTn id="51" fill="hold">
                            <p:stCondLst>
                              <p:cond delay="500"/>
                            </p:stCondLst>
                            <p:childTnLst>
                              <p:par>
                                <p:cTn id="52" presetID="10" presetClass="entr" presetSubtype="0" fill="hold" grpId="0" nodeType="afterEffect">
                                  <p:stCondLst>
                                    <p:cond delay="1000"/>
                                  </p:stCondLst>
                                  <p:childTnLst>
                                    <p:set>
                                      <p:cBhvr>
                                        <p:cTn id="53" dur="1" fill="hold">
                                          <p:stCondLst>
                                            <p:cond delay="0"/>
                                          </p:stCondLst>
                                        </p:cTn>
                                        <p:tgtEl>
                                          <p:spTgt spid="30"/>
                                        </p:tgtEl>
                                        <p:attrNameLst>
                                          <p:attrName>style.visibility</p:attrName>
                                        </p:attrNameLst>
                                      </p:cBhvr>
                                      <p:to>
                                        <p:strVal val="visible"/>
                                      </p:to>
                                    </p:set>
                                    <p:animEffect transition="in" filter="fade">
                                      <p:cBhvr>
                                        <p:cTn id="54" dur="500"/>
                                        <p:tgtEl>
                                          <p:spTgt spid="30"/>
                                        </p:tgtEl>
                                      </p:cBhvr>
                                    </p:animEffect>
                                  </p:childTnLst>
                                </p:cTn>
                              </p:par>
                              <p:par>
                                <p:cTn id="55" presetID="10" presetClass="entr" presetSubtype="0" fill="hold" nodeType="withEffect">
                                  <p:stCondLst>
                                    <p:cond delay="1000"/>
                                  </p:stCondLst>
                                  <p:childTnLst>
                                    <p:set>
                                      <p:cBhvr>
                                        <p:cTn id="56" dur="1" fill="hold">
                                          <p:stCondLst>
                                            <p:cond delay="0"/>
                                          </p:stCondLst>
                                        </p:cTn>
                                        <p:tgtEl>
                                          <p:spTgt spid="29"/>
                                        </p:tgtEl>
                                        <p:attrNameLst>
                                          <p:attrName>style.visibility</p:attrName>
                                        </p:attrNameLst>
                                      </p:cBhvr>
                                      <p:to>
                                        <p:strVal val="visible"/>
                                      </p:to>
                                    </p:set>
                                    <p:animEffect transition="in" filter="fade">
                                      <p:cBhvr>
                                        <p:cTn id="57"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P spid="12" grpId="0" animBg="1"/>
      <p:bldP spid="13" grpId="0" animBg="1"/>
      <p:bldP spid="14" grpId="0" animBg="1"/>
      <p:bldP spid="26" grpId="0" uiExpand="1" build="p"/>
      <p:bldP spid="27" grpId="0" uiExpand="1" build="p"/>
      <p:bldP spid="30"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B18C07-11EB-9B11-4519-E8AC536E6AD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5C2213B-CD15-EE65-1587-A265866EE9B9}"/>
              </a:ext>
            </a:extLst>
          </p:cNvPr>
          <p:cNvSpPr>
            <a:spLocks noGrp="1"/>
          </p:cNvSpPr>
          <p:nvPr>
            <p:ph type="title"/>
          </p:nvPr>
        </p:nvSpPr>
        <p:spPr>
          <a:xfrm>
            <a:off x="655638" y="320040"/>
            <a:ext cx="10880725" cy="461665"/>
          </a:xfrm>
        </p:spPr>
        <p:txBody>
          <a:bodyPr wrap="square" anchor="t">
            <a:normAutofit/>
          </a:bodyPr>
          <a:lstStyle/>
          <a:p>
            <a:pPr fontAlgn="base"/>
            <a:r>
              <a:rPr lang="en-GB"/>
              <a:t>HEAD: An introduction</a:t>
            </a:r>
            <a:endParaRPr lang="it-IT"/>
          </a:p>
        </p:txBody>
      </p:sp>
      <p:graphicFrame>
        <p:nvGraphicFramePr>
          <p:cNvPr id="7" name="Content Placeholder 3">
            <a:extLst>
              <a:ext uri="{FF2B5EF4-FFF2-40B4-BE49-F238E27FC236}">
                <a16:creationId xmlns:a16="http://schemas.microsoft.com/office/drawing/2014/main" id="{125FECB8-92F8-2DFD-A2A7-DC5F00A64ABF}"/>
              </a:ext>
            </a:extLst>
          </p:cNvPr>
          <p:cNvGraphicFramePr>
            <a:graphicFrameLocks noGrp="1"/>
          </p:cNvGraphicFramePr>
          <p:nvPr>
            <p:ph sz="quarter" idx="13"/>
            <p:extLst>
              <p:ext uri="{D42A27DB-BD31-4B8C-83A1-F6EECF244321}">
                <p14:modId xmlns:p14="http://schemas.microsoft.com/office/powerpoint/2010/main" val="341081665"/>
              </p:ext>
            </p:extLst>
          </p:nvPr>
        </p:nvGraphicFramePr>
        <p:xfrm>
          <a:off x="655638" y="1408114"/>
          <a:ext cx="10880726" cy="48196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ustDataLst>
      <p:tags r:id="rId1"/>
    </p:custDataLst>
    <p:extLst>
      <p:ext uri="{BB962C8B-B14F-4D97-AF65-F5344CB8AC3E}">
        <p14:creationId xmlns:p14="http://schemas.microsoft.com/office/powerpoint/2010/main" val="738756198"/>
      </p:ext>
    </p:extLst>
  </p:cSld>
  <p:clrMapOvr>
    <a:masterClrMapping/>
  </p:clrMapOvr>
  <p:transition spd="slow"/>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C18E91E-D138-15A3-EC5D-7A1E45C1A93F}"/>
              </a:ext>
            </a:extLst>
          </p:cNvPr>
          <p:cNvPicPr>
            <a:picLocks noChangeAspect="1"/>
          </p:cNvPicPr>
          <p:nvPr/>
        </p:nvPicPr>
        <p:blipFill>
          <a:blip r:embed="rId2"/>
          <a:stretch>
            <a:fillRect/>
          </a:stretch>
        </p:blipFill>
        <p:spPr>
          <a:xfrm>
            <a:off x="2077104" y="1736630"/>
            <a:ext cx="8389343" cy="3147887"/>
          </a:xfrm>
          <a:prstGeom prst="rect">
            <a:avLst/>
          </a:prstGeom>
        </p:spPr>
      </p:pic>
      <p:sp>
        <p:nvSpPr>
          <p:cNvPr id="7" name="Arrow: Up 6">
            <a:extLst>
              <a:ext uri="{FF2B5EF4-FFF2-40B4-BE49-F238E27FC236}">
                <a16:creationId xmlns:a16="http://schemas.microsoft.com/office/drawing/2014/main" id="{08897586-AB0E-ED1B-AA80-0410A9E9754F}"/>
              </a:ext>
            </a:extLst>
          </p:cNvPr>
          <p:cNvSpPr/>
          <p:nvPr/>
        </p:nvSpPr>
        <p:spPr bwMode="auto">
          <a:xfrm>
            <a:off x="9281518" y="4232788"/>
            <a:ext cx="659951" cy="1519830"/>
          </a:xfrm>
          <a:prstGeom prst="upArrow">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55448" tIns="155448" rIns="155448" bIns="155448" numCol="1" spcCol="0" rtlCol="0" fromWordArt="0" anchor="t" anchorCtr="0" forceAA="0" compatLnSpc="1">
            <a:prstTxWarp prst="textNoShape">
              <a:avLst/>
            </a:prstTxWarp>
            <a:noAutofit/>
          </a:bodyPr>
          <a:lstStyle/>
          <a:p>
            <a:pPr algn="l" defTabSz="932472" fontAlgn="base">
              <a:spcBef>
                <a:spcPct val="0"/>
              </a:spcBef>
              <a:spcAft>
                <a:spcPct val="0"/>
              </a:spcAft>
            </a:pPr>
            <a:endParaRPr lang="en-IL" sz="2000" dirty="0" err="1">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425555318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020E09-F9FF-CE27-FBE3-13BF703EF71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ADF27BB-D4E1-B316-BC8E-A657264ECC09}"/>
              </a:ext>
            </a:extLst>
          </p:cNvPr>
          <p:cNvSpPr>
            <a:spLocks noGrp="1"/>
          </p:cNvSpPr>
          <p:nvPr>
            <p:ph type="title"/>
          </p:nvPr>
        </p:nvSpPr>
        <p:spPr>
          <a:xfrm>
            <a:off x="655638" y="320040"/>
            <a:ext cx="10880725" cy="461665"/>
          </a:xfrm>
        </p:spPr>
        <p:txBody>
          <a:bodyPr wrap="square" anchor="t">
            <a:normAutofit/>
          </a:bodyPr>
          <a:lstStyle/>
          <a:p>
            <a:pPr fontAlgn="base"/>
            <a:r>
              <a:rPr lang="en-GB"/>
              <a:t>git checkout: Go to an alternate timeline</a:t>
            </a:r>
            <a:endParaRPr lang="it-IT"/>
          </a:p>
        </p:txBody>
      </p:sp>
      <p:graphicFrame>
        <p:nvGraphicFramePr>
          <p:cNvPr id="6" name="Content Placeholder 3">
            <a:extLst>
              <a:ext uri="{FF2B5EF4-FFF2-40B4-BE49-F238E27FC236}">
                <a16:creationId xmlns:a16="http://schemas.microsoft.com/office/drawing/2014/main" id="{07221D9E-9D1B-1961-460F-98B60A139465}"/>
              </a:ext>
            </a:extLst>
          </p:cNvPr>
          <p:cNvGraphicFramePr>
            <a:graphicFrameLocks noGrp="1"/>
          </p:cNvGraphicFramePr>
          <p:nvPr>
            <p:ph sz="quarter" idx="13"/>
            <p:extLst>
              <p:ext uri="{D42A27DB-BD31-4B8C-83A1-F6EECF244321}">
                <p14:modId xmlns:p14="http://schemas.microsoft.com/office/powerpoint/2010/main" val="568537285"/>
              </p:ext>
            </p:extLst>
          </p:nvPr>
        </p:nvGraphicFramePr>
        <p:xfrm>
          <a:off x="655638" y="1408114"/>
          <a:ext cx="10880726" cy="48196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ustDataLst>
      <p:tags r:id="rId1"/>
    </p:custDataLst>
    <p:extLst>
      <p:ext uri="{BB962C8B-B14F-4D97-AF65-F5344CB8AC3E}">
        <p14:creationId xmlns:p14="http://schemas.microsoft.com/office/powerpoint/2010/main" val="3800055727"/>
      </p:ext>
    </p:extLst>
  </p:cSld>
  <p:clrMapOvr>
    <a:masterClrMapping/>
  </p:clrMapOvr>
  <p:transition spd="slow"/>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3FC02F-0361-2B8B-39B2-C1C310C1220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8DCF803-91D8-22EC-CEA6-AC1242670A15}"/>
              </a:ext>
            </a:extLst>
          </p:cNvPr>
          <p:cNvSpPr>
            <a:spLocks noGrp="1"/>
          </p:cNvSpPr>
          <p:nvPr>
            <p:ph type="title"/>
          </p:nvPr>
        </p:nvSpPr>
        <p:spPr>
          <a:xfrm>
            <a:off x="655638" y="320040"/>
            <a:ext cx="10880725" cy="461665"/>
          </a:xfrm>
        </p:spPr>
        <p:txBody>
          <a:bodyPr wrap="square" anchor="t">
            <a:normAutofit/>
          </a:bodyPr>
          <a:lstStyle/>
          <a:p>
            <a:pPr fontAlgn="base"/>
            <a:r>
              <a:rPr lang="en-GB"/>
              <a:t>git switch: Go to an alternate timeline</a:t>
            </a:r>
            <a:endParaRPr lang="it-IT"/>
          </a:p>
        </p:txBody>
      </p:sp>
      <p:graphicFrame>
        <p:nvGraphicFramePr>
          <p:cNvPr id="6" name="Content Placeholder 3">
            <a:extLst>
              <a:ext uri="{FF2B5EF4-FFF2-40B4-BE49-F238E27FC236}">
                <a16:creationId xmlns:a16="http://schemas.microsoft.com/office/drawing/2014/main" id="{6ABB29CB-0AD9-3E5A-FA7A-5B7BCAC916D1}"/>
              </a:ext>
            </a:extLst>
          </p:cNvPr>
          <p:cNvGraphicFramePr>
            <a:graphicFrameLocks noGrp="1"/>
          </p:cNvGraphicFramePr>
          <p:nvPr>
            <p:ph sz="quarter" idx="13"/>
            <p:extLst>
              <p:ext uri="{D42A27DB-BD31-4B8C-83A1-F6EECF244321}">
                <p14:modId xmlns:p14="http://schemas.microsoft.com/office/powerpoint/2010/main" val="2627255978"/>
              </p:ext>
            </p:extLst>
          </p:nvPr>
        </p:nvGraphicFramePr>
        <p:xfrm>
          <a:off x="655638" y="1408114"/>
          <a:ext cx="10880726" cy="48196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ustDataLst>
      <p:tags r:id="rId1"/>
    </p:custDataLst>
    <p:extLst>
      <p:ext uri="{BB962C8B-B14F-4D97-AF65-F5344CB8AC3E}">
        <p14:creationId xmlns:p14="http://schemas.microsoft.com/office/powerpoint/2010/main" val="3732052427"/>
      </p:ext>
    </p:extLst>
  </p:cSld>
  <p:clrMapOvr>
    <a:masterClrMapping/>
  </p:clrMapOvr>
  <p:transition spd="slow"/>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555D42-A6D0-40FD-EB64-DE46AA3D661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79AC442-40A5-5C65-ED4A-4A7CFC50504C}"/>
              </a:ext>
            </a:extLst>
          </p:cNvPr>
          <p:cNvSpPr>
            <a:spLocks noGrp="1"/>
          </p:cNvSpPr>
          <p:nvPr>
            <p:ph type="title"/>
          </p:nvPr>
        </p:nvSpPr>
        <p:spPr>
          <a:xfrm>
            <a:off x="655637" y="630238"/>
            <a:ext cx="3116263" cy="5597525"/>
          </a:xfrm>
        </p:spPr>
        <p:txBody>
          <a:bodyPr wrap="square" anchor="ctr">
            <a:normAutofit/>
          </a:bodyPr>
          <a:lstStyle/>
          <a:p>
            <a:pPr fontAlgn="base"/>
            <a:r>
              <a:rPr lang="en-GB"/>
              <a:t>DETACHED HEAD: An explanation</a:t>
            </a:r>
            <a:br>
              <a:rPr lang="en-GB"/>
            </a:br>
            <a:endParaRPr lang="en-GB"/>
          </a:p>
        </p:txBody>
      </p:sp>
      <p:sp>
        <p:nvSpPr>
          <p:cNvPr id="4" name="Content Placeholder 3">
            <a:extLst>
              <a:ext uri="{FF2B5EF4-FFF2-40B4-BE49-F238E27FC236}">
                <a16:creationId xmlns:a16="http://schemas.microsoft.com/office/drawing/2014/main" id="{B11F7929-3AFD-2997-EF8B-DC6557961EA1}"/>
              </a:ext>
            </a:extLst>
          </p:cNvPr>
          <p:cNvSpPr>
            <a:spLocks noGrp="1"/>
          </p:cNvSpPr>
          <p:nvPr>
            <p:ph type="body" sz="quarter" idx="10"/>
          </p:nvPr>
        </p:nvSpPr>
        <p:spPr>
          <a:xfrm>
            <a:off x="5008563" y="630238"/>
            <a:ext cx="6527800" cy="5597525"/>
          </a:xfrm>
        </p:spPr>
        <p:txBody>
          <a:bodyPr anchor="ctr">
            <a:normAutofit/>
          </a:bodyPr>
          <a:lstStyle/>
          <a:p>
            <a:pPr>
              <a:lnSpc>
                <a:spcPct val="90000"/>
              </a:lnSpc>
            </a:pPr>
            <a:r>
              <a:rPr lang="en-GB" b="1" dirty="0"/>
              <a:t>Detached Head Warning: </a:t>
            </a:r>
            <a:r>
              <a:rPr lang="en-GB" dirty="0"/>
              <a:t>When you check out a commit in the middle of a branch, Git issues a "</a:t>
            </a:r>
            <a:r>
              <a:rPr lang="en-GB" b="1" i="1" dirty="0"/>
              <a:t>Detached Head</a:t>
            </a:r>
            <a:r>
              <a:rPr lang="en-GB" dirty="0"/>
              <a:t>" warning, indicating that you are working outside the main timeline.</a:t>
            </a:r>
            <a:endParaRPr lang="en-GB"/>
          </a:p>
          <a:p>
            <a:pPr>
              <a:lnSpc>
                <a:spcPct val="90000"/>
              </a:lnSpc>
            </a:pPr>
            <a:r>
              <a:rPr lang="en-GB" b="1" dirty="0"/>
              <a:t>Working in a Liminal Space: </a:t>
            </a:r>
            <a:r>
              <a:rPr lang="en-GB" dirty="0"/>
              <a:t>In this state, you are not attached to any branch, allowing you to work on code from the past without affecting the current timeline.</a:t>
            </a:r>
            <a:endParaRPr lang="en-GB"/>
          </a:p>
          <a:p>
            <a:pPr>
              <a:lnSpc>
                <a:spcPct val="90000"/>
              </a:lnSpc>
            </a:pPr>
            <a:r>
              <a:rPr lang="en-GB" b="1" dirty="0"/>
              <a:t>Reattaching to a Timeline: </a:t>
            </a:r>
            <a:r>
              <a:rPr lang="en-GB" dirty="0"/>
              <a:t>To continue working from this point, you can create a new branch using </a:t>
            </a:r>
            <a:r>
              <a:rPr lang="en-GB" b="1" i="1" dirty="0"/>
              <a:t>git branch</a:t>
            </a:r>
            <a:r>
              <a:rPr lang="en-GB" dirty="0"/>
              <a:t>, which reattaches the detached head to the new branch, creating a safe alternate timeline for your changes.</a:t>
            </a:r>
            <a:endParaRPr lang="en-GB"/>
          </a:p>
        </p:txBody>
      </p:sp>
    </p:spTree>
    <p:custDataLst>
      <p:tags r:id="rId1"/>
    </p:custDataLst>
    <p:extLst>
      <p:ext uri="{BB962C8B-B14F-4D97-AF65-F5344CB8AC3E}">
        <p14:creationId xmlns:p14="http://schemas.microsoft.com/office/powerpoint/2010/main" val="856936888"/>
      </p:ext>
    </p:extLst>
  </p:cSld>
  <p:clrMapOvr>
    <a:masterClrMapping/>
  </p:clrMapOvr>
  <p:transition spd="slow"/>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BB189C-801D-B5BE-AE0D-D41E5C8DC1E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EBEB799-5969-751A-6A1F-2614E0F61BCB}"/>
              </a:ext>
            </a:extLst>
          </p:cNvPr>
          <p:cNvSpPr>
            <a:spLocks noGrp="1"/>
          </p:cNvSpPr>
          <p:nvPr>
            <p:ph type="title"/>
          </p:nvPr>
        </p:nvSpPr>
        <p:spPr>
          <a:xfrm>
            <a:off x="655637" y="630238"/>
            <a:ext cx="3116263" cy="5597525"/>
          </a:xfrm>
        </p:spPr>
        <p:txBody>
          <a:bodyPr wrap="square" anchor="ctr">
            <a:normAutofit/>
          </a:bodyPr>
          <a:lstStyle/>
          <a:p>
            <a:pPr fontAlgn="base"/>
            <a:r>
              <a:rPr lang="en-GB"/>
              <a:t>The difference between switch and checkout</a:t>
            </a:r>
            <a:br>
              <a:rPr lang="en-GB"/>
            </a:br>
            <a:endParaRPr lang="en-GB"/>
          </a:p>
        </p:txBody>
      </p:sp>
      <p:sp>
        <p:nvSpPr>
          <p:cNvPr id="4" name="Content Placeholder 3">
            <a:extLst>
              <a:ext uri="{FF2B5EF4-FFF2-40B4-BE49-F238E27FC236}">
                <a16:creationId xmlns:a16="http://schemas.microsoft.com/office/drawing/2014/main" id="{97EB4604-E560-C884-CB77-5DD72CE946EA}"/>
              </a:ext>
            </a:extLst>
          </p:cNvPr>
          <p:cNvSpPr>
            <a:spLocks noGrp="1"/>
          </p:cNvSpPr>
          <p:nvPr>
            <p:ph type="body" sz="quarter" idx="10"/>
          </p:nvPr>
        </p:nvSpPr>
        <p:spPr>
          <a:xfrm>
            <a:off x="5008563" y="630238"/>
            <a:ext cx="6527800" cy="5597525"/>
          </a:xfrm>
        </p:spPr>
        <p:txBody>
          <a:bodyPr anchor="ctr">
            <a:normAutofit/>
          </a:bodyPr>
          <a:lstStyle/>
          <a:p>
            <a:pPr>
              <a:lnSpc>
                <a:spcPct val="90000"/>
              </a:lnSpc>
            </a:pPr>
            <a:r>
              <a:rPr lang="en-GB" b="1" dirty="0"/>
              <a:t>Separation of Concerns: </a:t>
            </a:r>
            <a:r>
              <a:rPr lang="en-GB" b="1" i="1" dirty="0"/>
              <a:t>git switch </a:t>
            </a:r>
            <a:r>
              <a:rPr lang="en-GB" dirty="0"/>
              <a:t>and </a:t>
            </a:r>
            <a:r>
              <a:rPr lang="en-GB" b="1" i="1" dirty="0"/>
              <a:t>git checkout </a:t>
            </a:r>
            <a:r>
              <a:rPr lang="en-GB" dirty="0"/>
              <a:t>serve different purposes to avoid confusion. </a:t>
            </a:r>
            <a:r>
              <a:rPr lang="en-GB" b="1" i="1" dirty="0"/>
              <a:t>git switch </a:t>
            </a:r>
            <a:r>
              <a:rPr lang="en-GB" dirty="0"/>
              <a:t>is used </a:t>
            </a:r>
            <a:r>
              <a:rPr lang="en-GB" u="sng" dirty="0"/>
              <a:t>only</a:t>
            </a:r>
            <a:r>
              <a:rPr lang="en-GB" dirty="0"/>
              <a:t> for switching between branches, while </a:t>
            </a:r>
            <a:r>
              <a:rPr lang="en-GB" b="1" i="1" dirty="0"/>
              <a:t>git checkout </a:t>
            </a:r>
            <a:r>
              <a:rPr lang="en-GB" dirty="0"/>
              <a:t>has multiple uses, including restoring files.</a:t>
            </a:r>
            <a:endParaRPr lang="en-GB"/>
          </a:p>
          <a:p>
            <a:pPr>
              <a:lnSpc>
                <a:spcPct val="90000"/>
              </a:lnSpc>
            </a:pPr>
            <a:r>
              <a:rPr lang="en-GB" b="1" dirty="0"/>
              <a:t>Restoring Files: </a:t>
            </a:r>
            <a:r>
              <a:rPr lang="en-GB" b="1" i="1" dirty="0"/>
              <a:t>git restore </a:t>
            </a:r>
            <a:r>
              <a:rPr lang="en-GB" dirty="0"/>
              <a:t>is introduced to specifically handle restoring files to their last committed state, separating this function from </a:t>
            </a:r>
            <a:r>
              <a:rPr lang="en-GB" b="1" i="1" dirty="0"/>
              <a:t>git checkout</a:t>
            </a:r>
            <a:r>
              <a:rPr lang="en-GB" dirty="0"/>
              <a:t>.</a:t>
            </a:r>
            <a:endParaRPr lang="en-GB"/>
          </a:p>
          <a:p>
            <a:pPr>
              <a:lnSpc>
                <a:spcPct val="90000"/>
              </a:lnSpc>
            </a:pPr>
            <a:r>
              <a:rPr lang="en-GB" b="1" dirty="0"/>
              <a:t>Preference and Clarity: </a:t>
            </a:r>
            <a:r>
              <a:rPr lang="en-GB" dirty="0"/>
              <a:t>You can use either set of commands based on your preference, but using </a:t>
            </a:r>
            <a:r>
              <a:rPr lang="en-GB" b="1" i="1" dirty="0"/>
              <a:t>git switch </a:t>
            </a:r>
            <a:r>
              <a:rPr lang="en-GB" dirty="0"/>
              <a:t>and </a:t>
            </a:r>
            <a:r>
              <a:rPr lang="en-GB" b="1" i="1" dirty="0"/>
              <a:t>git restore </a:t>
            </a:r>
            <a:r>
              <a:rPr lang="en-GB" dirty="0"/>
              <a:t>can make your intentions clearer.</a:t>
            </a:r>
            <a:endParaRPr lang="en-GB"/>
          </a:p>
        </p:txBody>
      </p:sp>
    </p:spTree>
    <p:custDataLst>
      <p:tags r:id="rId1"/>
    </p:custDataLst>
    <p:extLst>
      <p:ext uri="{BB962C8B-B14F-4D97-AF65-F5344CB8AC3E}">
        <p14:creationId xmlns:p14="http://schemas.microsoft.com/office/powerpoint/2010/main" val="204415341"/>
      </p:ext>
    </p:extLst>
  </p:cSld>
  <p:clrMapOvr>
    <a:masterClrMapping/>
  </p:clrMapOvr>
  <p:transition spd="slow"/>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BADF9B4-F17D-71CB-FF87-78C46B0F439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E0E0912-5584-30BE-09E0-E1CB8453891C}"/>
              </a:ext>
            </a:extLst>
          </p:cNvPr>
          <p:cNvSpPr>
            <a:spLocks noGrp="1"/>
          </p:cNvSpPr>
          <p:nvPr>
            <p:ph type="title"/>
          </p:nvPr>
        </p:nvSpPr>
        <p:spPr>
          <a:prstGeom prst="rect">
            <a:avLst/>
          </a:prstGeom>
          <a:solidFill>
            <a:schemeClr val="bg1"/>
          </a:solidFill>
          <a:ln>
            <a:noFill/>
          </a:ln>
        </p:spPr>
        <p:txBody>
          <a:bodyPr wrap="square" anchor="t">
            <a:normAutofit fontScale="90000"/>
          </a:bodyPr>
          <a:lstStyle/>
          <a:p>
            <a:pPr algn="l" fontAlgn="base"/>
            <a:r>
              <a:rPr lang="en-GB" dirty="0">
                <a:cs typeface="Segoe UI"/>
              </a:rPr>
              <a:t>The difference between switch and checkout</a:t>
            </a:r>
            <a:br>
              <a:rPr lang="en-GB" dirty="0">
                <a:cs typeface="Segoe UI"/>
              </a:rPr>
            </a:br>
            <a:endParaRPr lang="en-GB" dirty="0">
              <a:cs typeface="Segoe UI"/>
            </a:endParaRPr>
          </a:p>
        </p:txBody>
      </p:sp>
      <p:sp>
        <p:nvSpPr>
          <p:cNvPr id="4" name="Content Placeholder 3">
            <a:extLst>
              <a:ext uri="{FF2B5EF4-FFF2-40B4-BE49-F238E27FC236}">
                <a16:creationId xmlns:a16="http://schemas.microsoft.com/office/drawing/2014/main" id="{10A5BCAD-48E7-3E73-207E-55D574EBF4F4}"/>
              </a:ext>
            </a:extLst>
          </p:cNvPr>
          <p:cNvSpPr>
            <a:spLocks noGrp="1"/>
          </p:cNvSpPr>
          <p:nvPr>
            <p:ph sz="quarter" idx="13"/>
          </p:nvPr>
        </p:nvSpPr>
        <p:spPr/>
        <p:txBody>
          <a:bodyPr/>
          <a:lstStyle/>
          <a:p>
            <a:r>
              <a:rPr lang="en-GB" b="1" dirty="0"/>
              <a:t>Separation of Concerns: </a:t>
            </a:r>
            <a:r>
              <a:rPr lang="en-GB" b="1" i="1" dirty="0"/>
              <a:t>git switch </a:t>
            </a:r>
            <a:r>
              <a:rPr lang="en-GB" dirty="0"/>
              <a:t>and </a:t>
            </a:r>
            <a:r>
              <a:rPr lang="en-GB" b="1" i="1" dirty="0"/>
              <a:t>git checkout </a:t>
            </a:r>
            <a:r>
              <a:rPr lang="en-GB" dirty="0"/>
              <a:t>serve different purposes to avoid confusion. </a:t>
            </a:r>
            <a:r>
              <a:rPr lang="en-GB" b="1" i="1" dirty="0"/>
              <a:t>git switch </a:t>
            </a:r>
            <a:r>
              <a:rPr lang="en-GB" dirty="0"/>
              <a:t>is used </a:t>
            </a:r>
            <a:r>
              <a:rPr lang="en-GB" u="sng" dirty="0"/>
              <a:t>only</a:t>
            </a:r>
            <a:r>
              <a:rPr lang="en-GB" dirty="0"/>
              <a:t> for switching between branches, while </a:t>
            </a:r>
            <a:r>
              <a:rPr lang="en-GB" b="1" i="1" dirty="0"/>
              <a:t>git checkout </a:t>
            </a:r>
            <a:r>
              <a:rPr lang="en-GB" dirty="0"/>
              <a:t>has multiple uses, including restoring files.</a:t>
            </a:r>
          </a:p>
          <a:p>
            <a:r>
              <a:rPr lang="en-GB" b="1" dirty="0"/>
              <a:t>Restoring Files: </a:t>
            </a:r>
            <a:r>
              <a:rPr lang="en-GB" b="1" i="1" dirty="0"/>
              <a:t>git restore </a:t>
            </a:r>
            <a:r>
              <a:rPr lang="en-GB" dirty="0"/>
              <a:t>is introduced to specifically handle restoring files to their last committed state, separating this function from </a:t>
            </a:r>
            <a:r>
              <a:rPr lang="en-GB" b="1" i="1" dirty="0"/>
              <a:t>git checkout</a:t>
            </a:r>
            <a:r>
              <a:rPr lang="en-GB" dirty="0"/>
              <a:t>.</a:t>
            </a:r>
          </a:p>
          <a:p>
            <a:r>
              <a:rPr lang="en-GB" b="1" dirty="0"/>
              <a:t>Preference and Clarity: </a:t>
            </a:r>
            <a:r>
              <a:rPr lang="en-GB" dirty="0"/>
              <a:t>You can use either set of commands based on your preference, but using </a:t>
            </a:r>
            <a:r>
              <a:rPr lang="en-GB" b="1" i="1" dirty="0"/>
              <a:t>git switch </a:t>
            </a:r>
            <a:r>
              <a:rPr lang="en-GB" dirty="0"/>
              <a:t>and </a:t>
            </a:r>
            <a:r>
              <a:rPr lang="en-GB" b="1" i="1" dirty="0"/>
              <a:t>git restore </a:t>
            </a:r>
            <a:r>
              <a:rPr lang="en-GB" dirty="0"/>
              <a:t>can make your intentions clearer.</a:t>
            </a:r>
          </a:p>
        </p:txBody>
      </p:sp>
    </p:spTree>
    <p:custDataLst>
      <p:tags r:id="rId1"/>
    </p:custDataLst>
    <p:extLst>
      <p:ext uri="{BB962C8B-B14F-4D97-AF65-F5344CB8AC3E}">
        <p14:creationId xmlns:p14="http://schemas.microsoft.com/office/powerpoint/2010/main" val="3671217089"/>
      </p:ext>
    </p:extLst>
  </p:cSld>
  <p:clrMapOvr>
    <a:masterClrMapping/>
  </p:clrMapOvr>
  <p:transition spd="slow"/>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0EFB36-6BAE-4E21-8E2E-461DB7ED946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3200FC5-716C-122C-DCCD-332B47EB43BF}"/>
              </a:ext>
            </a:extLst>
          </p:cNvPr>
          <p:cNvSpPr>
            <a:spLocks noGrp="1"/>
          </p:cNvSpPr>
          <p:nvPr>
            <p:ph type="title"/>
          </p:nvPr>
        </p:nvSpPr>
        <p:spPr>
          <a:xfrm>
            <a:off x="655638" y="320040"/>
            <a:ext cx="10880725" cy="461665"/>
          </a:xfrm>
        </p:spPr>
        <p:txBody>
          <a:bodyPr wrap="square" anchor="t">
            <a:normAutofit/>
          </a:bodyPr>
          <a:lstStyle/>
          <a:p>
            <a:pPr fontAlgn="base"/>
            <a:r>
              <a:rPr lang="en-GB"/>
              <a:t>git merge: Combine two timelines</a:t>
            </a:r>
          </a:p>
        </p:txBody>
      </p:sp>
      <p:graphicFrame>
        <p:nvGraphicFramePr>
          <p:cNvPr id="6" name="Content Placeholder 3">
            <a:extLst>
              <a:ext uri="{FF2B5EF4-FFF2-40B4-BE49-F238E27FC236}">
                <a16:creationId xmlns:a16="http://schemas.microsoft.com/office/drawing/2014/main" id="{EDF35119-17EB-DE4D-09AD-D73FC3D4EEC7}"/>
              </a:ext>
            </a:extLst>
          </p:cNvPr>
          <p:cNvGraphicFramePr>
            <a:graphicFrameLocks noGrp="1"/>
          </p:cNvGraphicFramePr>
          <p:nvPr>
            <p:ph sz="quarter" idx="13"/>
            <p:extLst>
              <p:ext uri="{D42A27DB-BD31-4B8C-83A1-F6EECF244321}">
                <p14:modId xmlns:p14="http://schemas.microsoft.com/office/powerpoint/2010/main" val="797825776"/>
              </p:ext>
            </p:extLst>
          </p:nvPr>
        </p:nvGraphicFramePr>
        <p:xfrm>
          <a:off x="655638" y="1408114"/>
          <a:ext cx="10880726" cy="48196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ustDataLst>
      <p:tags r:id="rId1"/>
    </p:custDataLst>
    <p:extLst>
      <p:ext uri="{BB962C8B-B14F-4D97-AF65-F5344CB8AC3E}">
        <p14:creationId xmlns:p14="http://schemas.microsoft.com/office/powerpoint/2010/main" val="4882257"/>
      </p:ext>
    </p:extLst>
  </p:cSld>
  <p:clrMapOvr>
    <a:masterClrMapping/>
  </p:clrMapOvr>
  <p:transition spd="slow"/>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EAADF7-59D5-8CF0-140D-70C9840D01B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5904F1A-3830-C52A-8353-EC3F629EE0C4}"/>
              </a:ext>
            </a:extLst>
          </p:cNvPr>
          <p:cNvSpPr>
            <a:spLocks noGrp="1"/>
          </p:cNvSpPr>
          <p:nvPr>
            <p:ph type="title"/>
          </p:nvPr>
        </p:nvSpPr>
        <p:spPr>
          <a:xfrm>
            <a:off x="655638" y="320040"/>
            <a:ext cx="10880725" cy="461665"/>
          </a:xfrm>
        </p:spPr>
        <p:txBody>
          <a:bodyPr wrap="square" anchor="t">
            <a:normAutofit/>
          </a:bodyPr>
          <a:lstStyle/>
          <a:p>
            <a:pPr fontAlgn="base"/>
            <a:r>
              <a:rPr lang="en-GB"/>
              <a:t>CONFLICT: How to fix merge conflicts</a:t>
            </a:r>
          </a:p>
        </p:txBody>
      </p:sp>
      <p:graphicFrame>
        <p:nvGraphicFramePr>
          <p:cNvPr id="6" name="Content Placeholder 3">
            <a:extLst>
              <a:ext uri="{FF2B5EF4-FFF2-40B4-BE49-F238E27FC236}">
                <a16:creationId xmlns:a16="http://schemas.microsoft.com/office/drawing/2014/main" id="{9C696344-A6DE-352C-FF64-94AFCE284E2C}"/>
              </a:ext>
            </a:extLst>
          </p:cNvPr>
          <p:cNvGraphicFramePr>
            <a:graphicFrameLocks noGrp="1"/>
          </p:cNvGraphicFramePr>
          <p:nvPr>
            <p:ph sz="quarter" idx="13"/>
            <p:extLst>
              <p:ext uri="{D42A27DB-BD31-4B8C-83A1-F6EECF244321}">
                <p14:modId xmlns:p14="http://schemas.microsoft.com/office/powerpoint/2010/main" val="2728516009"/>
              </p:ext>
            </p:extLst>
          </p:nvPr>
        </p:nvGraphicFramePr>
        <p:xfrm>
          <a:off x="655638" y="1408114"/>
          <a:ext cx="10880726" cy="48196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ustDataLst>
      <p:tags r:id="rId1"/>
    </p:custDataLst>
    <p:extLst>
      <p:ext uri="{BB962C8B-B14F-4D97-AF65-F5344CB8AC3E}">
        <p14:creationId xmlns:p14="http://schemas.microsoft.com/office/powerpoint/2010/main" val="2539967675"/>
      </p:ext>
    </p:extLst>
  </p:cSld>
  <p:clrMapOvr>
    <a:masterClrMapping/>
  </p:clrMapOvr>
  <p:transition spd="slow"/>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B73110F-3F7F-446D-87F9-219F6D0DBF1D}"/>
              </a:ext>
            </a:extLst>
          </p:cNvPr>
          <p:cNvSpPr>
            <a:spLocks noGrp="1"/>
          </p:cNvSpPr>
          <p:nvPr>
            <p:ph type="title"/>
          </p:nvPr>
        </p:nvSpPr>
        <p:spPr/>
        <p:txBody>
          <a:bodyPr/>
          <a:lstStyle/>
          <a:p>
            <a:r>
              <a:rPr lang="en-US" dirty="0"/>
              <a:t>Git – Intermediate</a:t>
            </a:r>
            <a:br>
              <a:rPr lang="en-US"/>
            </a:br>
            <a:r>
              <a:rPr lang="en-US" sz="2400"/>
              <a:t>(45 minutes)</a:t>
            </a:r>
            <a:endParaRPr lang="en-US" dirty="0"/>
          </a:p>
        </p:txBody>
      </p:sp>
      <p:sp>
        <p:nvSpPr>
          <p:cNvPr id="9" name="Text Placeholder 8">
            <a:extLst>
              <a:ext uri="{FF2B5EF4-FFF2-40B4-BE49-F238E27FC236}">
                <a16:creationId xmlns:a16="http://schemas.microsoft.com/office/drawing/2014/main" id="{8A5A0421-2A84-4A4A-868E-9AF5B6DC72EB}"/>
              </a:ext>
            </a:extLst>
          </p:cNvPr>
          <p:cNvSpPr>
            <a:spLocks noGrp="1"/>
          </p:cNvSpPr>
          <p:nvPr>
            <p:ph type="body" sz="quarter" idx="10"/>
          </p:nvPr>
        </p:nvSpPr>
        <p:spPr/>
        <p:txBody>
          <a:bodyPr/>
          <a:lstStyle/>
          <a:p>
            <a:r>
              <a:rPr lang="en-US" dirty="0"/>
              <a:t>- Clone</a:t>
            </a:r>
          </a:p>
          <a:p>
            <a:r>
              <a:rPr lang="en-US" dirty="0"/>
              <a:t>- Push/Pull</a:t>
            </a:r>
          </a:p>
          <a:p>
            <a:r>
              <a:rPr lang="en-US" dirty="0"/>
              <a:t>- Branch</a:t>
            </a:r>
          </a:p>
          <a:p>
            <a:r>
              <a:rPr lang="en-US" dirty="0"/>
              <a:t>- Merging</a:t>
            </a:r>
          </a:p>
        </p:txBody>
      </p:sp>
      <p:sp>
        <p:nvSpPr>
          <p:cNvPr id="5" name="Picture Placeholder 4">
            <a:extLst>
              <a:ext uri="{FF2B5EF4-FFF2-40B4-BE49-F238E27FC236}">
                <a16:creationId xmlns:a16="http://schemas.microsoft.com/office/drawing/2014/main" id="{23F8A63D-3407-4A15-A99F-C4B59E100996}"/>
              </a:ext>
            </a:extLst>
          </p:cNvPr>
          <p:cNvSpPr>
            <a:spLocks noGrp="1"/>
          </p:cNvSpPr>
          <p:nvPr>
            <p:ph type="pic" sz="quarter" idx="15"/>
          </p:nvPr>
        </p:nvSpPr>
        <p:spPr/>
        <p:txBody>
          <a:bodyPr/>
          <a:lstStyle/>
          <a:p>
            <a:endParaRPr lang="en-IL"/>
          </a:p>
        </p:txBody>
      </p:sp>
      <p:pic>
        <p:nvPicPr>
          <p:cNvPr id="7" name="Lab" descr="A close up of a sign&#10;&#10;Description automatically generated">
            <a:extLst>
              <a:ext uri="{FF2B5EF4-FFF2-40B4-BE49-F238E27FC236}">
                <a16:creationId xmlns:a16="http://schemas.microsoft.com/office/drawing/2014/main" id="{76566A92-4C2E-4A75-AC88-04F49267A8C1}"/>
              </a:ext>
            </a:extLst>
          </p:cNvPr>
          <p:cNvPicPr>
            <a:picLocks noChangeAspect="1"/>
          </p:cNvPicPr>
          <p:nvPr>
            <p:custDataLst>
              <p:tags r:id="rId2"/>
            </p:custDataLst>
          </p:nvPr>
        </p:nvPicPr>
        <p:blipFill>
          <a:blip r:embed="rId5">
            <a:extLst>
              <a:ext uri="{28A0092B-C50C-407E-A947-70E740481C1C}">
                <a14:useLocalDpi xmlns:a14="http://schemas.microsoft.com/office/drawing/2010/main" val="0"/>
              </a:ext>
            </a:extLst>
          </a:blip>
          <a:stretch>
            <a:fillRect/>
          </a:stretch>
        </p:blipFill>
        <p:spPr>
          <a:xfrm>
            <a:off x="7479068" y="1006033"/>
            <a:ext cx="2567228" cy="4959305"/>
          </a:xfrm>
          <a:prstGeom prst="rect">
            <a:avLst/>
          </a:prstGeom>
        </p:spPr>
      </p:pic>
    </p:spTree>
    <p:custDataLst>
      <p:tags r:id="rId1"/>
    </p:custDataLst>
    <p:extLst>
      <p:ext uri="{BB962C8B-B14F-4D97-AF65-F5344CB8AC3E}">
        <p14:creationId xmlns:p14="http://schemas.microsoft.com/office/powerpoint/2010/main" val="3498628492"/>
      </p:ext>
    </p:extLst>
  </p:cSld>
  <p:clrMapOvr>
    <a:masterClrMapping/>
  </p:clrMapOvr>
  <p:transition spd="slow"/>
</p:sld>
</file>

<file path=ppt/tags/tag1.xml><?xml version="1.0" encoding="utf-8"?>
<p:tagLst xmlns:a="http://schemas.openxmlformats.org/drawingml/2006/main" xmlns:r="http://schemas.openxmlformats.org/officeDocument/2006/relationships" xmlns:p="http://schemas.openxmlformats.org/presentationml/2006/main">
  <p:tag name="MIO_NATIVESECTIONS_V2" val="﻿&lt;?xml version=&quot;1.0&quot; encoding=&quot;utf-8&quot;?&gt;&lt;ArrayOfNativeSection xmlns:xsi=&quot;http://www.w3.org/2001/XMLSchema-instance&quot; xmlns:xsd=&quot;http://www.w3.org/2001/XMLSchema&quot;&gt;&lt;NativeSection&gt;&lt;SectionId&gt;{5E650778-C8AC-4573-A306-08A0C1B81EE5}&lt;/SectionId&gt;&lt;Name&gt;WorkshopPLUS - Windows PowerShell: Tool Building&lt;/Name&gt;&lt;SlidesCount&gt;2&lt;/SlidesCount&gt;&lt;SlideGuids /&gt;&lt;/NativeSection&gt;&lt;NativeSection&gt;&lt;SectionId&gt;{4A87D3EC-2E8C-4697-81FA-94A6B89DA86C}&lt;/SectionId&gt;&lt;Name&gt;Git - Setup&lt;/Name&gt;&lt;SlidesCount&gt;15&lt;/SlidesCount&gt;&lt;SlideGuids /&gt;&lt;/NativeSection&gt;&lt;NativeSection&gt;&lt;SectionId&gt;{8DDB8A01-265F-413F-AD41-37B1A6C6853C}&lt;/SectionId&gt;&lt;Name&gt;Logging into a Git repository&lt;/Name&gt;&lt;SlidesCount&gt;14&lt;/SlidesCount&gt;&lt;SlideGuids /&gt;&lt;/NativeSection&gt;&lt;NativeSection&gt;&lt;SectionId&gt;{86357456-0A99-49FD-82C7-32A36B1F7EA1}&lt;/SectionId&gt;&lt;Name&gt;LAB: Git Introduction&lt;/Name&gt;&lt;SlidesCount&gt;2&lt;/SlidesCount&gt;&lt;SlideGuids /&gt;&lt;/NativeSection&gt;&lt;/ArrayOfNativeSection&gt;"/>
  <p:tag name="MIO_EKGUID" val="3c1ae33d-ca9d-4a21-8f34-a7da9ad83671"/>
  <p:tag name="MIO_UPDATE" val="True"/>
  <p:tag name="MIO_VERSION" val="02.03.2020 12:26:40"/>
  <p:tag name="MIO_DBID" val="12B0C59E-2253-4124-A5E9-470ADF4CB168"/>
  <p:tag name="MIO_LASTDOWNLOADED" val="02.03.2020 13:53:03"/>
  <p:tag name="MIO_OBJECTNAME" val="M07 Git Introduction"/>
  <p:tag name="MIO_LASTEDITORNAME" val="Devid Treuling"/>
</p:tagLst>
</file>

<file path=ppt/tags/tag2.xml><?xml version="1.0" encoding="utf-8"?>
<p:tagLst xmlns:a="http://schemas.openxmlformats.org/drawingml/2006/main" xmlns:r="http://schemas.openxmlformats.org/officeDocument/2006/relationships" xmlns:p="http://schemas.openxmlformats.org/presentationml/2006/main">
  <p:tag name="MIO_PRESI_FIRST_SLIDENUMBER" val="1"/>
  <p:tag name="MIO_FALLBACK_LAYOUT" val="13"/>
  <p:tag name="MIO_SHOW_DATE" val="False"/>
  <p:tag name="MIO_SHOW_FOOTER" val="False"/>
  <p:tag name="MIO_SHOW_PAGENUMBER" val="False"/>
  <p:tag name="MIO_AVOID_BLANK_LAYOUT" val="False"/>
  <p:tag name="MIO_CD_LAYOUT_VALID_AREA" val="False"/>
  <p:tag name="MIO_NUMBER_OF_VALID_LAYOUTS" val="36"/>
  <p:tag name="MIO_HDS" val="True"/>
  <p:tag name="MIO_SKIPVERSION" val="01.01.0001 00:00:00"/>
  <p:tag name="MIO_EKGUID" val="6effc138-af9f-443b-b131-e960561164b3"/>
  <p:tag name="MIO_UPDATE" val="True"/>
  <p:tag name="MIO_VERSION" val="30.09.2019 15:04:10"/>
  <p:tag name="MIO_DBID" val="12B0C59E-2253-4124-A5E9-470ADF4CB168"/>
  <p:tag name="MIO_LASTDOWNLOADED" val="24.10.2019 15:41:15"/>
  <p:tag name="MIO_OBJECTNAME" val="Dark Grey"/>
  <p:tag name="MIO_LASTEDITORNAME" val="Sinja Giese"/>
  <p:tag name="MIO_CDID" val="0abed30f-9490-41c0-b430-1d8e289568da"/>
</p:tagLst>
</file>

<file path=ppt/tags/tag3.xml><?xml version="1.0" encoding="utf-8"?>
<p:tagLst xmlns:a="http://schemas.openxmlformats.org/drawingml/2006/main" xmlns:r="http://schemas.openxmlformats.org/officeDocument/2006/relationships" xmlns:p="http://schemas.openxmlformats.org/presentationml/2006/main">
  <p:tag name="MIO_PRESI_FIRST_SLIDENUMBER" val="1"/>
  <p:tag name="MIO_FALLBACK_LAYOUT" val="7"/>
  <p:tag name="MIO_SHOW_DATE" val="False"/>
  <p:tag name="MIO_SHOW_FOOTER" val="False"/>
  <p:tag name="MIO_SHOW_PAGENUMBER" val="False"/>
  <p:tag name="MIO_AVOID_BLANK_LAYOUT" val="True"/>
  <p:tag name="MIO_CD_LAYOUT_VALID_AREA" val="False"/>
  <p:tag name="MIO_NUMBER_OF_VALID_LAYOUTS" val="27"/>
  <p:tag name="MIO_HDS" val="True"/>
  <p:tag name="MIO_SKIPVERSION" val="01.01.0001 00:00:00"/>
  <p:tag name="MIO_EKGUID" val="691c9cc5-9124-47ef-bfbe-995e28358156"/>
  <p:tag name="MIO_UPDATE" val="True"/>
  <p:tag name="MIO_VERSION" val="05.06.2019 16:52:35"/>
  <p:tag name="MIO_DBID" val="12B0C59E-2253-4124-A5E9-470ADF4CB168"/>
  <p:tag name="MIO_LASTDOWNLOADED" val="21.06.2019 12:11:06"/>
  <p:tag name="MIO_OBJECTNAME" val="Microsoft Office Theme"/>
  <p:tag name="MIO_LASTEDITORNAME" val="Sinja Giese"/>
  <p:tag name="MIO_CDID" val="0abed30f-9490-41c0-b430-1d8e289568da"/>
</p:tagLst>
</file>

<file path=ppt/tags/tag4.xml><?xml version="1.0" encoding="utf-8"?>
<p:tagLst xmlns:a="http://schemas.openxmlformats.org/drawingml/2006/main" xmlns:r="http://schemas.openxmlformats.org/officeDocument/2006/relationships" xmlns:p="http://schemas.openxmlformats.org/presentationml/2006/main">
  <p:tag name="MIO_FALLBACK_LAYOUT" val="14"/>
  <p:tag name="MIO_SHOW_DATE" val="False"/>
  <p:tag name="MIO_SHOW_FOOTER" val="False"/>
  <p:tag name="MIO_SHOW_PAGENUMBER" val="False"/>
  <p:tag name="MIO_AVOID_BLANK_LAYOUT" val="True"/>
  <p:tag name="MIO_CD_LAYOUT_VALID_AREA" val="False"/>
  <p:tag name="MIO_NUMBER_OF_VALID_LAYOUTS" val="44"/>
  <p:tag name="MIO_HDS" val="True"/>
  <p:tag name="MIO_SKIPVERSION" val="01.01.0001 00:00:00"/>
  <p:tag name="MIO_EKGUID" val="6effc138-af9f-443b-b131-e960561164b3"/>
  <p:tag name="MIO_UPDATE" val="True"/>
  <p:tag name="MIO_VERSION" val="06.12.2019 15:30:57"/>
  <p:tag name="MIO_DBID" val="12B0C59E-2253-4124-A5E9-470ADF4CB168"/>
  <p:tag name="MIO_LASTDOWNLOADED" val="06.12.2019 16:37:13"/>
  <p:tag name="MIO_OBJECTNAME" val="Dark Grey"/>
  <p:tag name="MIO_CDID" val="0abed30f-9490-41c0-b430-1d8e289568da"/>
</p:tagLst>
</file>

<file path=ppt/tags/tag5.xml><?xml version="1.0" encoding="utf-8"?>
<p:tagLst xmlns:a="http://schemas.openxmlformats.org/drawingml/2006/main" xmlns:r="http://schemas.openxmlformats.org/officeDocument/2006/relationships" xmlns:p="http://schemas.openxmlformats.org/presentationml/2006/main">
  <p:tag name="MIO_FALLBACK_LAYOUT" val="14"/>
  <p:tag name="MIO_SHOW_DATE" val="False"/>
  <p:tag name="MIO_SHOW_FOOTER" val="False"/>
  <p:tag name="MIO_SHOW_PAGENUMBER" val="False"/>
  <p:tag name="MIO_AVOID_BLANK_LAYOUT" val="False"/>
  <p:tag name="MIO_CD_LAYOUT_VALID_AREA" val="False"/>
  <p:tag name="MIO_NUMBER_OF_VALID_LAYOUTS" val="44"/>
  <p:tag name="MIO_HDS" val="True"/>
  <p:tag name="MIO_SKIPVERSION" val="01.01.0001 00:00:00"/>
  <p:tag name="MIO_EKGUID" val="23147f39-95e7-4bd7-a8b3-3f19a7a1395c"/>
  <p:tag name="MIO_UPDATE" val="True"/>
  <p:tag name="MIO_VERSION" val="09.01.2020 14:52:43"/>
  <p:tag name="MIO_DBID" val="12B0C59E-2253-4124-A5E9-470ADF4CB168"/>
  <p:tag name="MIO_LASTDOWNLOADED" val="27.02.2020 19:37:00"/>
  <p:tag name="MIO_OBJECTNAME" val="Light Grey"/>
  <p:tag name="MIO_CDID" val="0abed30f-9490-41c0-b430-1d8e289568da"/>
</p:tagLst>
</file>

<file path=ppt/tags/tag6.xml><?xml version="1.0" encoding="utf-8"?>
<p:tagLst xmlns:a="http://schemas.openxmlformats.org/drawingml/2006/main" xmlns:r="http://schemas.openxmlformats.org/officeDocument/2006/relationships" xmlns:p="http://schemas.openxmlformats.org/presentationml/2006/main">
  <p:tag name="MIO_GUID" val="f178a8ac-31a4-4946-8ca9-652cf6f10c20"/>
  <p:tag name="MIO_EKGUID" val="0fc23dc0-688a-46ef-842c-62bb0f964ebb"/>
  <p:tag name="MIO_UPDATE" val="True"/>
  <p:tag name="MIO_VERSION" val="02.03.2020 12:26:37"/>
  <p:tag name="MIO_DBID" val="12b0c59e-2253-4124-a5e9-470adf4cb168"/>
  <p:tag name="MIO_LASTDOWNLOADED" val="02.03.2020 12:52:57"/>
  <p:tag name="MIO_OBJECTNAME" val="Git – Introduction"/>
  <p:tag name="MIO_LASTEDITORNAME" val="Devid Treuling"/>
</p:tagLst>
</file>

<file path=ppt/tags/tag7.xml><?xml version="1.0" encoding="utf-8"?>
<p:tagLst xmlns:a="http://schemas.openxmlformats.org/drawingml/2006/main" xmlns:r="http://schemas.openxmlformats.org/officeDocument/2006/relationships" xmlns:p="http://schemas.openxmlformats.org/presentationml/2006/main">
  <p:tag name="MIO_GUID" val="0b6cca31-c5f4-414f-b654-eaf1c2af9196"/>
  <p:tag name="MIO_EKGUID" val="3c6fb971-6c4e-457f-919d-64f5a1b22eb3"/>
  <p:tag name="MIO_UPDATE" val="True"/>
  <p:tag name="MIO_VERSION" val="02.03.2020 12:26:37"/>
  <p:tag name="MIO_DBID" val="12b0c59e-2253-4124-a5e9-470adf4cb168"/>
  <p:tag name="MIO_LASTDOWNLOADED" val="02.03.2020 12:52:57"/>
  <p:tag name="MIO_OBJECTNAME" val="Slide 2"/>
  <p:tag name="MIO_LASTEDITORNAME" val="Devid Treuling"/>
</p:tagLst>
</file>

<file path=ppt/tags/tag8.xml><?xml version="1.0" encoding="utf-8"?>
<p:tagLst xmlns:a="http://schemas.openxmlformats.org/drawingml/2006/main" xmlns:r="http://schemas.openxmlformats.org/officeDocument/2006/relationships" xmlns:p="http://schemas.openxmlformats.org/presentationml/2006/main">
  <p:tag name="MIO_GUID" val="f17cb3b3-92af-4df8-8637-7853efc5e887"/>
  <p:tag name="MIO_EKGUID" val="2ee40cb9-732a-4353-9ff0-df2449afe211"/>
  <p:tag name="MIO_UPDATE" val="True"/>
  <p:tag name="MIO_VERSION" val="02.03.2020 12:26:37"/>
  <p:tag name="MIO_DBID" val="12b0c59e-2253-4124-a5e9-470adf4cb168"/>
  <p:tag name="MIO_LASTDOWNLOADED" val="02.03.2020 12:52:57"/>
  <p:tag name="MIO_OBJECTNAME" val="Git setup"/>
  <p:tag name="MIO_LASTEDITORNAME" val="Devid Treuling"/>
</p:tagLst>
</file>

<file path=ppt/tags/tag9.xml><?xml version="1.0" encoding="utf-8"?>
<p:tagLst xmlns:a="http://schemas.openxmlformats.org/drawingml/2006/main" xmlns:r="http://schemas.openxmlformats.org/officeDocument/2006/relationships" xmlns:p="http://schemas.openxmlformats.org/presentationml/2006/main">
  <p:tag name="MIO_GUID" val="6762758a-b3c7-4845-bab7-8a22d77a432e"/>
  <p:tag name="MIO_EKGUID" val="873df6b7-f1d3-4e98-bc9a-1ebdeb94ca10"/>
  <p:tag name="MIO_UPDATE" val="True"/>
  <p:tag name="MIO_VERSION" val="02.03.2020 12:26:37"/>
  <p:tag name="MIO_DBID" val="12b0c59e-2253-4124-a5e9-470adf4cb168"/>
  <p:tag name="MIO_LASTDOWNLOADED" val="02.03.2020 12:52:57"/>
  <p:tag name="MIO_OBJECTNAME" val="Scenario overview"/>
  <p:tag name="MIO_LASTEDITORNAME" val="Devid Treuling"/>
</p:tagLst>
</file>

<file path=ppt/tags/tag10.xml><?xml version="1.0" encoding="utf-8"?>
<p:tagLst xmlns:a="http://schemas.openxmlformats.org/drawingml/2006/main" xmlns:r="http://schemas.openxmlformats.org/officeDocument/2006/relationships" xmlns:p="http://schemas.openxmlformats.org/presentationml/2006/main">
  <p:tag name="MIO_GUID" val="ec83a6b9-b94d-4370-895f-75c3b2e0123d"/>
  <p:tag name="MIO_EKGUID" val="158063ea-c20b-493e-be3f-86027c0d63ba"/>
  <p:tag name="MIO_UPDATE" val="True"/>
  <p:tag name="MIO_VERSION" val="02.03.2020 12:26:37"/>
  <p:tag name="MIO_DBID" val="12b0c59e-2253-4124-a5e9-470adf4cb168"/>
  <p:tag name="MIO_LASTDOWNLOADED" val="02.03.2020 12:52:57"/>
  <p:tag name="MIO_OBJECTNAME" val="What is DevOps?"/>
  <p:tag name="MIO_LASTEDITORNAME" val="Devid Treuling"/>
</p:tagLst>
</file>

<file path=ppt/tags/tag11.xml><?xml version="1.0" encoding="utf-8"?>
<p:tagLst xmlns:a="http://schemas.openxmlformats.org/drawingml/2006/main" xmlns:r="http://schemas.openxmlformats.org/officeDocument/2006/relationships" xmlns:p="http://schemas.openxmlformats.org/presentationml/2006/main">
  <p:tag name="MIO_GUID" val="5691c28c-0dae-4d60-bd40-84fbbfb36e08"/>
  <p:tag name="MIO_EKGUID" val="8e6721c5-2ef3-4395-b3bd-3c104e133079"/>
  <p:tag name="MIO_UPDATE" val="True"/>
  <p:tag name="MIO_VERSION" val="02.03.2020 12:26:37"/>
  <p:tag name="MIO_DBID" val="12b0c59e-2253-4124-a5e9-470adf4cb168"/>
  <p:tag name="MIO_LASTDOWNLOADED" val="02.03.2020 12:52:57"/>
  <p:tag name="MIO_OBJECTNAME" val="DevOps – Deliver Faster, Smarter, and Continuously"/>
  <p:tag name="MIO_LASTEDITORNAME" val="Devid Treuling"/>
</p:tagLst>
</file>

<file path=ppt/tags/tag12.xml><?xml version="1.0" encoding="utf-8"?>
<p:tagLst xmlns:a="http://schemas.openxmlformats.org/drawingml/2006/main" xmlns:r="http://schemas.openxmlformats.org/officeDocument/2006/relationships" xmlns:p="http://schemas.openxmlformats.org/presentationml/2006/main">
  <p:tag name="MIO_GUID" val="6918d8f6-7de9-48bc-a6a8-395f70ccedcd"/>
  <p:tag name="MIO_EKGUID" val="d93ffc68-3e72-451b-a3ea-d7892de64561"/>
  <p:tag name="MIO_UPDATE" val="True"/>
  <p:tag name="MIO_VERSION" val="02.03.2020 12:26:37"/>
  <p:tag name="MIO_DBID" val="12b0c59e-2253-4124-a5e9-470adf4cb168"/>
  <p:tag name="MIO_LASTDOWNLOADED" val="02.03.2020 12:52:57"/>
  <p:tag name="MIO_OBJECTNAME" val="Introduction To Version / Source Control"/>
  <p:tag name="MIO_LASTEDITORNAME" val="Devid Treuling"/>
</p:tagLst>
</file>

<file path=ppt/tags/tag13.xml><?xml version="1.0" encoding="utf-8"?>
<p:tagLst xmlns:a="http://schemas.openxmlformats.org/drawingml/2006/main" xmlns:r="http://schemas.openxmlformats.org/officeDocument/2006/relationships" xmlns:p="http://schemas.openxmlformats.org/presentationml/2006/main">
  <p:tag name="MIO_GUID" val="d6ef626b-f0d4-4c8a-af82-588257a0e8c7"/>
  <p:tag name="MIO_EKGUID" val="7d37cc09-6c1b-49cf-9997-4327a0dd517e"/>
  <p:tag name="MIO_UPDATE" val="True"/>
  <p:tag name="MIO_VERSION" val="02.03.2020 12:26:37"/>
  <p:tag name="MIO_DBID" val="12b0c59e-2253-4124-a5e9-470adf4cb168"/>
  <p:tag name="MIO_LASTDOWNLOADED" val="02.03.2020 12:52:57"/>
  <p:tag name="MIO_OBJECTNAME" val="Types of Version Control"/>
  <p:tag name="MIO_LASTEDITORNAME" val="Devid Treuling"/>
</p:tagLst>
</file>

<file path=ppt/tags/tag14.xml><?xml version="1.0" encoding="utf-8"?>
<p:tagLst xmlns:a="http://schemas.openxmlformats.org/drawingml/2006/main" xmlns:r="http://schemas.openxmlformats.org/officeDocument/2006/relationships" xmlns:p="http://schemas.openxmlformats.org/presentationml/2006/main">
  <p:tag name="MIO_GUID" val="f21eaffa-3570-471b-be29-9c8096705655"/>
  <p:tag name="MIO_EKGUID" val="fe741325-07fd-4530-b0dd-0033557b1037"/>
  <p:tag name="MIO_UPDATE" val="True"/>
  <p:tag name="MIO_VERSION" val="02.03.2020 12:26:37"/>
  <p:tag name="MIO_DBID" val="12b0c59e-2253-4124-a5e9-470adf4cb168"/>
  <p:tag name="MIO_LASTDOWNLOADED" val="02.03.2020 12:52:58"/>
  <p:tag name="MIO_OBJECTNAME" val="CI/CD strategy"/>
  <p:tag name="MIO_LASTEDITORNAME" val="Devid Treuling"/>
</p:tagLst>
</file>

<file path=ppt/tags/tag15.xml><?xml version="1.0" encoding="utf-8"?>
<p:tagLst xmlns:a="http://schemas.openxmlformats.org/drawingml/2006/main" xmlns:r="http://schemas.openxmlformats.org/officeDocument/2006/relationships" xmlns:p="http://schemas.openxmlformats.org/presentationml/2006/main">
  <p:tag name="MIO_GUID" val="81b419a8-7ebd-4371-9c7c-bd6c41851d1e"/>
  <p:tag name="MIO_EKGUID" val="051dc339-8482-4083-bb5c-621d9c9af4b2"/>
  <p:tag name="MIO_UPDATE" val="True"/>
  <p:tag name="MIO_VERSION" val="02.03.2020 12:26:38"/>
  <p:tag name="MIO_DBID" val="12b0c59e-2253-4124-a5e9-470adf4cb168"/>
  <p:tag name="MIO_LASTDOWNLOADED" val="02.03.2020 12:52:58"/>
  <p:tag name="MIO_OBJECTNAME" val="Source Control Management"/>
  <p:tag name="MIO_LASTEDITORNAME" val="Devid Treuling"/>
</p:tagLst>
</file>

<file path=ppt/tags/tag16.xml><?xml version="1.0" encoding="utf-8"?>
<p:tagLst xmlns:a="http://schemas.openxmlformats.org/drawingml/2006/main" xmlns:r="http://schemas.openxmlformats.org/officeDocument/2006/relationships" xmlns:p="http://schemas.openxmlformats.org/presentationml/2006/main">
  <p:tag name="MIO_GUID" val="000f7ccc-0ff6-48e8-93d1-0f7273b03827"/>
  <p:tag name="MIO_EKGUID" val="2bd5da0e-2243-4725-a2ff-c00461dcf7b4"/>
  <p:tag name="MIO_UPDATE" val="True"/>
  <p:tag name="MIO_VERSION" val="02.03.2020 12:26:38"/>
  <p:tag name="MIO_DBID" val="12b0c59e-2253-4124-a5e9-470adf4cb168"/>
  <p:tag name="MIO_LASTDOWNLOADED" val="02.03.2020 12:52:58"/>
  <p:tag name="MIO_OBJECTNAME" val="What is Git?"/>
  <p:tag name="MIO_LASTEDITORNAME" val="Devid Treuling"/>
</p:tagLst>
</file>

<file path=ppt/tags/tag17.xml><?xml version="1.0" encoding="utf-8"?>
<p:tagLst xmlns:a="http://schemas.openxmlformats.org/drawingml/2006/main" xmlns:r="http://schemas.openxmlformats.org/officeDocument/2006/relationships" xmlns:p="http://schemas.openxmlformats.org/presentationml/2006/main">
  <p:tag name="MIO_GUID" val="122d93ac-99fa-4279-9546-20982c3e408d"/>
  <p:tag name="MIO_EKGUID" val="b7f5e9b5-3ccb-4f8d-9b7c-29492e840407"/>
  <p:tag name="MIO_UPDATE" val="True"/>
  <p:tag name="MIO_VERSION" val="02.03.2020 12:26:38"/>
  <p:tag name="MIO_DBID" val="12b0c59e-2253-4124-a5e9-470adf4cb168"/>
  <p:tag name="MIO_LASTDOWNLOADED" val="02.03.2020 12:52:58"/>
  <p:tag name="MIO_OBJECTNAME" val="Challenges of Git"/>
  <p:tag name="MIO_LASTEDITORNAME" val="Devid Treuling"/>
</p:tagLst>
</file>

<file path=ppt/tags/tag18.xml><?xml version="1.0" encoding="utf-8"?>
<p:tagLst xmlns:a="http://schemas.openxmlformats.org/drawingml/2006/main" xmlns:r="http://schemas.openxmlformats.org/officeDocument/2006/relationships" xmlns:p="http://schemas.openxmlformats.org/presentationml/2006/main">
  <p:tag name="MIO_GUID" val="379f6390-b33b-497e-a7f8-3b975d9dc22e"/>
  <p:tag name="MIO_EKGUID" val="044bb234-baf0-49e1-b4f8-d3e3a9b798f9"/>
  <p:tag name="MIO_UPDATE" val="True"/>
  <p:tag name="MIO_VERSION" val="02.03.2020 12:26:38"/>
  <p:tag name="MIO_DBID" val="12b0c59e-2253-4124-a5e9-470adf4cb168"/>
  <p:tag name="MIO_LASTDOWNLOADED" val="02.03.2020 12:52:58"/>
  <p:tag name="MIO_OBJECTNAME" val="Git Commits"/>
  <p:tag name="MIO_LASTEDITORNAME" val="Devid Treuling"/>
</p:tagLst>
</file>

<file path=ppt/tags/tag19.xml><?xml version="1.0" encoding="utf-8"?>
<p:tagLst xmlns:a="http://schemas.openxmlformats.org/drawingml/2006/main" xmlns:r="http://schemas.openxmlformats.org/officeDocument/2006/relationships" xmlns:p="http://schemas.openxmlformats.org/presentationml/2006/main">
  <p:tag name="MIO_GUID" val="faa98ae1-2291-4bef-bd19-33703a7fc314"/>
  <p:tag name="MIO_EKGUID" val="08ab2348-473f-4cb2-a62c-9ac7466f8d1d"/>
  <p:tag name="MIO_UPDATE" val="True"/>
  <p:tag name="MIO_VERSION" val="02.03.2020 12:26:38"/>
  <p:tag name="MIO_DBID" val="12b0c59e-2253-4124-a5e9-470adf4cb168"/>
  <p:tag name="MIO_LASTDOWNLOADED" val="02.03.2020 12:52:58"/>
  <p:tag name="MIO_OBJECTNAME" val="Git Setup"/>
  <p:tag name="MIO_LASTEDITORNAME" val="Devid Treuling"/>
</p:tagLst>
</file>

<file path=ppt/tags/tag20.xml><?xml version="1.0" encoding="utf-8"?>
<p:tagLst xmlns:a="http://schemas.openxmlformats.org/drawingml/2006/main" xmlns:r="http://schemas.openxmlformats.org/officeDocument/2006/relationships" xmlns:p="http://schemas.openxmlformats.org/presentationml/2006/main">
  <p:tag name="MIO_GUID" val="c36ed3bf-5962-4b81-9afe-7412b9681f89"/>
  <p:tag name="MIO_EKGUID" val="cf906a15-b067-48ef-96e3-4b1f3c347fe9"/>
  <p:tag name="MIO_UPDATE" val="True"/>
  <p:tag name="MIO_VERSION" val="02.03.2020 12:26:38"/>
  <p:tag name="MIO_DBID" val="12b0c59e-2253-4124-a5e9-470adf4cb168"/>
  <p:tag name="MIO_LASTDOWNLOADED" val="02.03.2020 12:52:58"/>
  <p:tag name="MIO_OBJECTNAME" val="Git Structure"/>
  <p:tag name="MIO_LASTEDITORNAME" val="Devid Treuling"/>
</p:tagLst>
</file>

<file path=ppt/tags/tag21.xml><?xml version="1.0" encoding="utf-8"?>
<p:tagLst xmlns:a="http://schemas.openxmlformats.org/drawingml/2006/main" xmlns:r="http://schemas.openxmlformats.org/officeDocument/2006/relationships" xmlns:p="http://schemas.openxmlformats.org/presentationml/2006/main">
  <p:tag name="MIO_GUID" val="661164fe-22e9-405f-abd7-42ee77fa19bd"/>
  <p:tag name="MIO_EKGUID" val="09347986-9a69-4c9c-81ef-4b77a80a3193"/>
  <p:tag name="MIO_UPDATE" val="True"/>
  <p:tag name="MIO_VERSION" val="02.03.2020 12:26:38"/>
  <p:tag name="MIO_DBID" val="12b0c59e-2253-4124-a5e9-470adf4cb168"/>
  <p:tag name="MIO_LASTDOWNLOADED" val="02.03.2020 12:52:58"/>
  <p:tag name="MIO_OBJECTNAME" val="Git Layers"/>
  <p:tag name="MIO_LASTEDITORNAME" val="Devid Treuling"/>
</p:tagLst>
</file>

<file path=ppt/tags/tag22.xml><?xml version="1.0" encoding="utf-8"?>
<p:tagLst xmlns:a="http://schemas.openxmlformats.org/drawingml/2006/main" xmlns:r="http://schemas.openxmlformats.org/officeDocument/2006/relationships" xmlns:p="http://schemas.openxmlformats.org/presentationml/2006/main">
  <p:tag name="MIO_GUID" val="1c3be0ac-6836-4a7a-8f97-adc2d49f5a85"/>
  <p:tag name="MIO_EKGUID" val="4ee49dee-ac80-4454-96c9-a63dc4001e1c"/>
  <p:tag name="MIO_UPDATE" val="True"/>
  <p:tag name="MIO_VERSION" val="02.03.2020 12:26:38"/>
  <p:tag name="MIO_DBID" val="12b0c59e-2253-4124-a5e9-470adf4cb168"/>
  <p:tag name="MIO_LASTDOWNLOADED" val="02.03.2020 12:52:58"/>
  <p:tag name="MIO_OBJECTNAME" val="Git Process"/>
  <p:tag name="MIO_LASTEDITORNAME" val="Devid Treuling"/>
</p:tagLst>
</file>

<file path=ppt/tags/tag23.xml><?xml version="1.0" encoding="utf-8"?>
<p:tagLst xmlns:a="http://schemas.openxmlformats.org/drawingml/2006/main" xmlns:r="http://schemas.openxmlformats.org/officeDocument/2006/relationships" xmlns:p="http://schemas.openxmlformats.org/presentationml/2006/main">
  <p:tag name="MIO_GUID" val="97a07a79-afab-4571-b5a2-7618ab2df160"/>
  <p:tag name="MIO_EKGUID" val="16f529d4-7a76-4662-8d43-bdd9762b53e2"/>
  <p:tag name="MIO_UPDATE" val="True"/>
  <p:tag name="MIO_VERSION" val="02.03.2020 12:26:38"/>
  <p:tag name="MIO_DBID" val="12b0c59e-2253-4124-a5e9-470adf4cb168"/>
  <p:tag name="MIO_LASTDOWNLOADED" val="02.03.2020 12:52:58"/>
  <p:tag name="MIO_OBJECTNAME" val="Logging into a Git Repository"/>
  <p:tag name="MIO_LASTEDITORNAME" val="Devid Treuling"/>
</p:tagLst>
</file>

<file path=ppt/tags/tag24.xml><?xml version="1.0" encoding="utf-8"?>
<p:tagLst xmlns:a="http://schemas.openxmlformats.org/drawingml/2006/main" xmlns:r="http://schemas.openxmlformats.org/officeDocument/2006/relationships" xmlns:p="http://schemas.openxmlformats.org/presentationml/2006/main">
  <p:tag name="MIO_GUID" val="c4c46dcb-be4f-4bc0-a5bc-e368d2927d76"/>
  <p:tag name="MIO_EKGUID" val="cb8ffa5f-1555-4407-ac3b-966cacc50819"/>
  <p:tag name="MIO_UPDATE" val="True"/>
  <p:tag name="MIO_VERSION" val="02.03.2020 12:26:38"/>
  <p:tag name="MIO_DBID" val="12b0c59e-2253-4124-a5e9-470adf4cb168"/>
  <p:tag name="MIO_LASTDOWNLOADED" val="02.03.2020 12:52:59"/>
  <p:tag name="MIO_OBJECTNAME" val="Repositories"/>
  <p:tag name="MIO_LASTEDITORNAME" val="Devid Treuling"/>
</p:tagLst>
</file>

<file path=ppt/tags/tag25.xml><?xml version="1.0" encoding="utf-8"?>
<p:tagLst xmlns:a="http://schemas.openxmlformats.org/drawingml/2006/main" xmlns:r="http://schemas.openxmlformats.org/officeDocument/2006/relationships" xmlns:p="http://schemas.openxmlformats.org/presentationml/2006/main">
  <p:tag name="MIO_GUID" val="10a46466-7038-4977-8bf9-9c495aafe56d"/>
  <p:tag name="MIO_EKGUID" val="e9cc27b6-59b8-40e9-adeb-b58e0e83b6ba"/>
  <p:tag name="MIO_UPDATE" val="True"/>
  <p:tag name="MIO_VERSION" val="02.03.2020 12:26:38"/>
  <p:tag name="MIO_DBID" val="12b0c59e-2253-4124-a5e9-470adf4cb168"/>
  <p:tag name="MIO_LASTDOWNLOADED" val="02.03.2020 12:52:59"/>
  <p:tag name="MIO_OBJECTNAME" val="Git vs. GitHub"/>
  <p:tag name="MIO_LASTEDITORNAME" val="Devid Treuling"/>
</p:tagLst>
</file>

<file path=ppt/tags/tag26.xml><?xml version="1.0" encoding="utf-8"?>
<p:tagLst xmlns:a="http://schemas.openxmlformats.org/drawingml/2006/main" xmlns:r="http://schemas.openxmlformats.org/officeDocument/2006/relationships" xmlns:p="http://schemas.openxmlformats.org/presentationml/2006/main">
  <p:tag name="MIO_GUID" val="fd04bcb5-0d5e-45cb-a5cc-6eb990113b5b"/>
  <p:tag name="MIO_EKGUID" val="8d24d0d6-f3db-4244-af35-0ed9773f7439"/>
  <p:tag name="MIO_UPDATE" val="True"/>
  <p:tag name="MIO_VERSION" val="02.03.2020 12:26:38"/>
  <p:tag name="MIO_DBID" val="12b0c59e-2253-4124-a5e9-470adf4cb168"/>
  <p:tag name="MIO_LASTDOWNLOADED" val="02.03.2020 12:52:59"/>
  <p:tag name="MIO_OBJECTNAME" val="Create Repository"/>
  <p:tag name="MIO_LASTEDITORNAME" val="Devid Treuling"/>
</p:tagLst>
</file>

<file path=ppt/tags/tag27.xml><?xml version="1.0" encoding="utf-8"?>
<p:tagLst xmlns:a="http://schemas.openxmlformats.org/drawingml/2006/main" xmlns:r="http://schemas.openxmlformats.org/officeDocument/2006/relationships" xmlns:p="http://schemas.openxmlformats.org/presentationml/2006/main">
  <p:tag name="MIO_GUID" val="e044238b-1f0a-4770-90c2-88ba40866e87"/>
  <p:tag name="MIO_EKGUID" val="5daa6a8d-20cc-44c4-b13d-9eb037bd50d6"/>
  <p:tag name="MIO_UPDATE" val="True"/>
  <p:tag name="MIO_VERSION" val="28.10.2019 19:57:30"/>
  <p:tag name="MIO_DBID" val="12B0C59E-2253-4124-A5E9-470ADF4CB168"/>
  <p:tag name="MIO_LASTDOWNLOADED" val="12.12.2019 15:21:37"/>
  <p:tag name="MIO_OBJECTNAME" val="Code Box"/>
  <p:tag name="MIO_LASTEDITORNAME" val="Devid Treuling"/>
</p:tagLst>
</file>

<file path=ppt/tags/tag28.xml><?xml version="1.0" encoding="utf-8"?>
<p:tagLst xmlns:a="http://schemas.openxmlformats.org/drawingml/2006/main" xmlns:r="http://schemas.openxmlformats.org/officeDocument/2006/relationships" xmlns:p="http://schemas.openxmlformats.org/presentationml/2006/main">
  <p:tag name="MIO_GUID" val="e044238b-1f0a-4770-90c2-88ba40866e87"/>
  <p:tag name="MIO_EKGUID" val="5daa6a8d-20cc-44c4-b13d-9eb037bd50d6"/>
  <p:tag name="MIO_UPDATE" val="True"/>
  <p:tag name="MIO_VERSION" val="28.10.2019 19:57:30"/>
  <p:tag name="MIO_DBID" val="12B0C59E-2253-4124-A5E9-470ADF4CB168"/>
  <p:tag name="MIO_LASTDOWNLOADED" val="12.12.2019 15:21:37"/>
  <p:tag name="MIO_OBJECTNAME" val="Code Box"/>
  <p:tag name="MIO_LASTEDITORNAME" val="Devid Treuling"/>
</p:tagLst>
</file>

<file path=ppt/tags/tag29.xml><?xml version="1.0" encoding="utf-8"?>
<p:tagLst xmlns:a="http://schemas.openxmlformats.org/drawingml/2006/main" xmlns:r="http://schemas.openxmlformats.org/officeDocument/2006/relationships" xmlns:p="http://schemas.openxmlformats.org/presentationml/2006/main">
  <p:tag name="MIO_GUID" val="cd1a84bc-9937-4a28-b77d-d18027304a8d"/>
  <p:tag name="MIO_EKGUID" val="a3c39ff2-540d-40d1-a923-10ac0eca11a3"/>
  <p:tag name="MIO_UPDATE" val="True"/>
  <p:tag name="MIO_VERSION" val="02.03.2020 12:26:38"/>
  <p:tag name="MIO_DBID" val="12b0c59e-2253-4124-a5e9-470adf4cb168"/>
  <p:tag name="MIO_LASTDOWNLOADED" val="02.03.2020 12:52:59"/>
  <p:tag name="MIO_OBJECTNAME" val="Workspace / Staging Area"/>
  <p:tag name="MIO_LASTEDITORNAME" val="Devid Treuling"/>
</p:tagLst>
</file>

<file path=ppt/tags/tag30.xml><?xml version="1.0" encoding="utf-8"?>
<p:tagLst xmlns:a="http://schemas.openxmlformats.org/drawingml/2006/main" xmlns:r="http://schemas.openxmlformats.org/officeDocument/2006/relationships" xmlns:p="http://schemas.openxmlformats.org/presentationml/2006/main">
  <p:tag name="MIO_GUID" val="73421a3e-22d9-492d-adc4-80d595e1fa71"/>
  <p:tag name="MIO_EKGUID" val="99c6370b-6862-4860-a16a-b527d266f394"/>
  <p:tag name="MIO_UPDATE" val="True"/>
  <p:tag name="MIO_VERSION" val="02.03.2020 12:26:38"/>
  <p:tag name="MIO_DBID" val="12b0c59e-2253-4124-a5e9-470adf4cb168"/>
  <p:tag name="MIO_LASTDOWNLOADED" val="02.03.2020 12:52:59"/>
  <p:tag name="MIO_OBJECTNAME" val="Adding Content to Staging Area"/>
  <p:tag name="MIO_LASTEDITORNAME" val="Devid Treuling"/>
</p:tagLst>
</file>

<file path=ppt/tags/tag31.xml><?xml version="1.0" encoding="utf-8"?>
<p:tagLst xmlns:a="http://schemas.openxmlformats.org/drawingml/2006/main" xmlns:r="http://schemas.openxmlformats.org/officeDocument/2006/relationships" xmlns:p="http://schemas.openxmlformats.org/presentationml/2006/main">
  <p:tag name="MIO_GUID" val="e044238b-1f0a-4770-90c2-88ba40866e87"/>
  <p:tag name="MIO_EKGUID" val="5daa6a8d-20cc-44c4-b13d-9eb037bd50d6"/>
  <p:tag name="MIO_UPDATE" val="True"/>
  <p:tag name="MIO_VERSION" val="28.10.2019 19:57:30"/>
  <p:tag name="MIO_DBID" val="12B0C59E-2253-4124-A5E9-470ADF4CB168"/>
  <p:tag name="MIO_LASTDOWNLOADED" val="12.12.2019 15:21:37"/>
  <p:tag name="MIO_OBJECTNAME" val="Code Box"/>
  <p:tag name="MIO_LASTEDITORNAME" val="Devid Treuling"/>
</p:tagLst>
</file>

<file path=ppt/tags/tag32.xml><?xml version="1.0" encoding="utf-8"?>
<p:tagLst xmlns:a="http://schemas.openxmlformats.org/drawingml/2006/main" xmlns:r="http://schemas.openxmlformats.org/officeDocument/2006/relationships" xmlns:p="http://schemas.openxmlformats.org/presentationml/2006/main">
  <p:tag name="MIO_GUID" val="4d35412f-308b-4d3d-8f9c-7e9c565bac42"/>
  <p:tag name="MIO_EKGUID" val="43a2e526-fe24-40aa-8744-6bff7bdee794"/>
  <p:tag name="MIO_UPDATE" val="True"/>
  <p:tag name="MIO_VERSION" val="02.03.2020 12:26:39"/>
  <p:tag name="MIO_DBID" val="12b0c59e-2253-4124-a5e9-470adf4cb168"/>
  <p:tag name="MIO_LASTDOWNLOADED" val="02.03.2020 12:52:59"/>
  <p:tag name="MIO_OBJECTNAME" val="Removing Staging Area Content"/>
  <p:tag name="MIO_LASTEDITORNAME" val="Devid Treuling"/>
</p:tagLst>
</file>

<file path=ppt/tags/tag33.xml><?xml version="1.0" encoding="utf-8"?>
<p:tagLst xmlns:a="http://schemas.openxmlformats.org/drawingml/2006/main" xmlns:r="http://schemas.openxmlformats.org/officeDocument/2006/relationships" xmlns:p="http://schemas.openxmlformats.org/presentationml/2006/main">
  <p:tag name="MIO_GUID" val="e044238b-1f0a-4770-90c2-88ba40866e87"/>
  <p:tag name="MIO_EKGUID" val="5daa6a8d-20cc-44c4-b13d-9eb037bd50d6"/>
  <p:tag name="MIO_UPDATE" val="True"/>
  <p:tag name="MIO_VERSION" val="28.10.2019 19:57:30"/>
  <p:tag name="MIO_DBID" val="12B0C59E-2253-4124-A5E9-470ADF4CB168"/>
  <p:tag name="MIO_LASTDOWNLOADED" val="12.12.2019 15:21:37"/>
  <p:tag name="MIO_OBJECTNAME" val="Code Box"/>
  <p:tag name="MIO_LASTEDITORNAME" val="Devid Treuling"/>
</p:tagLst>
</file>

<file path=ppt/tags/tag34.xml><?xml version="1.0" encoding="utf-8"?>
<p:tagLst xmlns:a="http://schemas.openxmlformats.org/drawingml/2006/main" xmlns:r="http://schemas.openxmlformats.org/officeDocument/2006/relationships" xmlns:p="http://schemas.openxmlformats.org/presentationml/2006/main">
  <p:tag name="MIO_GUID" val="3fa21913-02c3-42c6-a287-143624826874"/>
  <p:tag name="MIO_EKGUID" val="4a63256b-3476-4a28-9850-9dfababac41d"/>
  <p:tag name="MIO_UPDATE" val="True"/>
  <p:tag name="MIO_VERSION" val="02.03.2020 12:26:39"/>
  <p:tag name="MIO_DBID" val="12b0c59e-2253-4124-a5e9-470adf4cb168"/>
  <p:tag name="MIO_LASTDOWNLOADED" val="02.03.2020 12:52:59"/>
  <p:tag name="MIO_OBJECTNAME" val="Commit"/>
  <p:tag name="MIO_LASTEDITORNAME" val="Devid Treuling"/>
</p:tagLst>
</file>

<file path=ppt/tags/tag35.xml><?xml version="1.0" encoding="utf-8"?>
<p:tagLst xmlns:a="http://schemas.openxmlformats.org/drawingml/2006/main" xmlns:r="http://schemas.openxmlformats.org/officeDocument/2006/relationships" xmlns:p="http://schemas.openxmlformats.org/presentationml/2006/main">
  <p:tag name="MIO_GUID" val="5c0707e4-f3cc-475d-b45c-5afa1d8ce584"/>
  <p:tag name="MIO_EKGUID" val="01e2cafe-0f30-45bb-b278-82c1e29802d2"/>
  <p:tag name="MIO_UPDATE" val="True"/>
  <p:tag name="MIO_VERSION" val="02.03.2020 12:26:39"/>
  <p:tag name="MIO_DBID" val="12b0c59e-2253-4124-a5e9-470adf4cb168"/>
  <p:tag name="MIO_LASTDOWNLOADED" val="02.03.2020 12:52:59"/>
  <p:tag name="MIO_OBJECTNAME" val="Commit - Under the Hood"/>
  <p:tag name="MIO_LASTEDITORNAME" val="Devid Treuling"/>
</p:tagLst>
</file>

<file path=ppt/tags/tag36.xml><?xml version="1.0" encoding="utf-8"?>
<p:tagLst xmlns:a="http://schemas.openxmlformats.org/drawingml/2006/main" xmlns:r="http://schemas.openxmlformats.org/officeDocument/2006/relationships" xmlns:p="http://schemas.openxmlformats.org/presentationml/2006/main">
  <p:tag name="MIO_GUID" val="f047c8e2-1f72-49c9-a81c-fabdebef71c9"/>
  <p:tag name="MIO_EKGUID" val="e4e63baf-84f1-490c-87b9-5b1ce3c2a30a"/>
  <p:tag name="MIO_UPDATE" val="True"/>
  <p:tag name="MIO_VERSION" val="02.03.2020 12:26:39"/>
  <p:tag name="MIO_DBID" val="12b0c59e-2253-4124-a5e9-470adf4cb168"/>
  <p:tag name="MIO_LASTDOWNLOADED" val="02.03.2020 12:52:59"/>
  <p:tag name="MIO_OBJECTNAME" val="Committing Changes"/>
  <p:tag name="MIO_LASTEDITORNAME" val="Devid Treuling"/>
</p:tagLst>
</file>

<file path=ppt/tags/tag37.xml><?xml version="1.0" encoding="utf-8"?>
<p:tagLst xmlns:a="http://schemas.openxmlformats.org/drawingml/2006/main" xmlns:r="http://schemas.openxmlformats.org/officeDocument/2006/relationships" xmlns:p="http://schemas.openxmlformats.org/presentationml/2006/main">
  <p:tag name="MIO_GUID" val="e044238b-1f0a-4770-90c2-88ba40866e87"/>
  <p:tag name="MIO_EKGUID" val="5daa6a8d-20cc-44c4-b13d-9eb037bd50d6"/>
  <p:tag name="MIO_UPDATE" val="True"/>
  <p:tag name="MIO_VERSION" val="28.10.2019 19:57:30"/>
  <p:tag name="MIO_DBID" val="12B0C59E-2253-4124-A5E9-470ADF4CB168"/>
  <p:tag name="MIO_LASTDOWNLOADED" val="12.12.2019 15:21:37"/>
  <p:tag name="MIO_OBJECTNAME" val="Code Box"/>
  <p:tag name="MIO_LASTEDITORNAME" val="Devid Treuling"/>
</p:tagLst>
</file>

<file path=ppt/tags/tag38.xml><?xml version="1.0" encoding="utf-8"?>
<p:tagLst xmlns:a="http://schemas.openxmlformats.org/drawingml/2006/main" xmlns:r="http://schemas.openxmlformats.org/officeDocument/2006/relationships" xmlns:p="http://schemas.openxmlformats.org/presentationml/2006/main">
  <p:tag name="MIO_GUID" val="e044238b-1f0a-4770-90c2-88ba40866e87"/>
  <p:tag name="MIO_EKGUID" val="5daa6a8d-20cc-44c4-b13d-9eb037bd50d6"/>
  <p:tag name="MIO_UPDATE" val="True"/>
  <p:tag name="MIO_VERSION" val="28.10.2019 19:57:30"/>
  <p:tag name="MIO_DBID" val="12B0C59E-2253-4124-A5E9-470ADF4CB168"/>
  <p:tag name="MIO_LASTDOWNLOADED" val="12.12.2019 15:21:37"/>
  <p:tag name="MIO_OBJECTNAME" val="Code Box"/>
  <p:tag name="MIO_LASTEDITORNAME" val="Devid Treuling"/>
</p:tagLst>
</file>

<file path=ppt/tags/tag39.xml><?xml version="1.0" encoding="utf-8"?>
<p:tagLst xmlns:a="http://schemas.openxmlformats.org/drawingml/2006/main" xmlns:r="http://schemas.openxmlformats.org/officeDocument/2006/relationships" xmlns:p="http://schemas.openxmlformats.org/presentationml/2006/main">
  <p:tag name="MIO_GUID" val="1366395d-d52b-443b-b0d5-9eb2f6999f76"/>
  <p:tag name="MIO_EKGUID" val="4147e6a8-c625-490c-b005-873373eef196"/>
  <p:tag name="MIO_UPDATE" val="True"/>
  <p:tag name="MIO_VERSION" val="02.03.2020 12:26:39"/>
  <p:tag name="MIO_DBID" val="12b0c59e-2253-4124-a5e9-470adf4cb168"/>
  <p:tag name="MIO_LASTDOWNLOADED" val="02.03.2020 12:52:59"/>
  <p:tag name="MIO_OBJECTNAME" val="Viewing History"/>
  <p:tag name="MIO_LASTEDITORNAME" val="Devid Treuling"/>
</p:tagLst>
</file>

<file path=ppt/tags/tag40.xml><?xml version="1.0" encoding="utf-8"?>
<p:tagLst xmlns:a="http://schemas.openxmlformats.org/drawingml/2006/main" xmlns:r="http://schemas.openxmlformats.org/officeDocument/2006/relationships" xmlns:p="http://schemas.openxmlformats.org/presentationml/2006/main">
  <p:tag name="MIO_GUID" val="e044238b-1f0a-4770-90c2-88ba40866e87"/>
  <p:tag name="MIO_EKGUID" val="5daa6a8d-20cc-44c4-b13d-9eb037bd50d6"/>
  <p:tag name="MIO_UPDATE" val="True"/>
  <p:tag name="MIO_VERSION" val="28.10.2019 19:57:30"/>
  <p:tag name="MIO_DBID" val="12B0C59E-2253-4124-A5E9-470ADF4CB168"/>
  <p:tag name="MIO_LASTDOWNLOADED" val="12.12.2019 15:21:37"/>
  <p:tag name="MIO_OBJECTNAME" val="Code Box"/>
  <p:tag name="MIO_LASTEDITORNAME" val="Devid Treuling"/>
</p:tagLst>
</file>

<file path=ppt/tags/tag41.xml><?xml version="1.0" encoding="utf-8"?>
<p:tagLst xmlns:a="http://schemas.openxmlformats.org/drawingml/2006/main" xmlns:r="http://schemas.openxmlformats.org/officeDocument/2006/relationships" xmlns:p="http://schemas.openxmlformats.org/presentationml/2006/main">
  <p:tag name="MIO_GUID" val="108e5755-5de8-47c4-8346-035985de3e34"/>
  <p:tag name="MIO_EKGUID" val="8680109b-29d5-41f6-886a-514840fc7c81"/>
  <p:tag name="MIO_UPDATE" val="True"/>
  <p:tag name="MIO_VERSION" val="02.03.2020 12:26:39"/>
  <p:tag name="MIO_DBID" val="12b0c59e-2253-4124-a5e9-470adf4cb168"/>
  <p:tag name="MIO_LASTDOWNLOADED" val="02.03.2020 12:53:00"/>
  <p:tag name="MIO_OBJECTNAME" val="History Options"/>
  <p:tag name="MIO_LASTEDITORNAME" val="Devid Treuling"/>
</p:tagLst>
</file>

<file path=ppt/tags/tag42.xml><?xml version="1.0" encoding="utf-8"?>
<p:tagLst xmlns:a="http://schemas.openxmlformats.org/drawingml/2006/main" xmlns:r="http://schemas.openxmlformats.org/officeDocument/2006/relationships" xmlns:p="http://schemas.openxmlformats.org/presentationml/2006/main">
  <p:tag name="MIO_GUID" val="e044238b-1f0a-4770-90c2-88ba40866e87"/>
  <p:tag name="MIO_EKGUID" val="5daa6a8d-20cc-44c4-b13d-9eb037bd50d6"/>
  <p:tag name="MIO_UPDATE" val="True"/>
  <p:tag name="MIO_VERSION" val="28.10.2019 19:57:30"/>
  <p:tag name="MIO_DBID" val="12B0C59E-2253-4124-A5E9-470ADF4CB168"/>
  <p:tag name="MIO_LASTDOWNLOADED" val="12.12.2019 15:21:37"/>
  <p:tag name="MIO_OBJECTNAME" val="Code Box"/>
  <p:tag name="MIO_LASTEDITORNAME" val="Devid Treuling"/>
</p:tagLst>
</file>

<file path=ppt/tags/tag43.xml><?xml version="1.0" encoding="utf-8"?>
<p:tagLst xmlns:a="http://schemas.openxmlformats.org/drawingml/2006/main" xmlns:r="http://schemas.openxmlformats.org/officeDocument/2006/relationships" xmlns:p="http://schemas.openxmlformats.org/presentationml/2006/main">
  <p:tag name="MIO_GUID" val="31a6b9c6-0417-48c6-983b-cf7b578fe3cb"/>
  <p:tag name="MIO_EKGUID" val="54862664-83ad-4c4b-8858-d42310b19adc"/>
  <p:tag name="MIO_UPDATE" val="True"/>
  <p:tag name="MIO_VERSION" val="02.03.2020 12:26:39"/>
  <p:tag name="MIO_DBID" val="12b0c59e-2253-4124-a5e9-470adf4cb168"/>
  <p:tag name="MIO_LASTDOWNLOADED" val="02.03.2020 12:53:00"/>
  <p:tag name="MIO_OBJECTNAME" val="History Options Cont."/>
  <p:tag name="MIO_LASTEDITORNAME" val="Devid Treuling"/>
</p:tagLst>
</file>

<file path=ppt/tags/tag44.xml><?xml version="1.0" encoding="utf-8"?>
<p:tagLst xmlns:a="http://schemas.openxmlformats.org/drawingml/2006/main" xmlns:r="http://schemas.openxmlformats.org/officeDocument/2006/relationships" xmlns:p="http://schemas.openxmlformats.org/presentationml/2006/main">
  <p:tag name="MIO_GUID" val="00adf8b6-932b-4200-a1bc-c3f07f8f4d64"/>
  <p:tag name="MIO_EKGUID" val="00351b76-bdd0-47b8-b007-ab92bbabf12f"/>
  <p:tag name="MIO_UPDATE" val="True"/>
  <p:tag name="MIO_VERSION" val="02.03.2020 12:26:39"/>
  <p:tag name="MIO_DBID" val="12b0c59e-2253-4124-a5e9-470adf4cb168"/>
  <p:tag name="MIO_LASTDOWNLOADED" val="02.03.2020 12:53:00"/>
  <p:tag name="MIO_OBJECTNAME" val="Demonstration"/>
  <p:tag name="MIO_LASTEDITORNAME" val="Devid Treuling"/>
</p:tagLst>
</file>

<file path=ppt/tags/tag45.xml><?xml version="1.0" encoding="utf-8"?>
<p:tagLst xmlns:a="http://schemas.openxmlformats.org/drawingml/2006/main" xmlns:r="http://schemas.openxmlformats.org/officeDocument/2006/relationships" xmlns:p="http://schemas.openxmlformats.org/presentationml/2006/main">
  <p:tag name="MIO_GUID" val="3d691062-d990-47a0-a1fe-65771148233d"/>
  <p:tag name="MIO_EKGUID" val="7153c7f6-722c-4817-8b94-b82c1da0e9ca"/>
  <p:tag name="MIO_UPDATE" val="True"/>
  <p:tag name="MIO_VERSION" val="27.09.2019 20:52:19"/>
  <p:tag name="MIO_DBID" val="12B0C59E-2253-4124-A5E9-470ADF4CB168"/>
  <p:tag name="MIO_LASTDOWNLOADED" val="09.12.2019 18:52:32"/>
  <p:tag name="MIO_OBJECTNAME" val="EDU19_HigherEdComputerLab_007"/>
  <p:tag name="MIO_LASTEDITORNAME" val="Devid Treuling"/>
</p:tagLst>
</file>

<file path=ppt/tags/tag46.xml><?xml version="1.0" encoding="utf-8"?>
<p:tagLst xmlns:a="http://schemas.openxmlformats.org/drawingml/2006/main" xmlns:r="http://schemas.openxmlformats.org/officeDocument/2006/relationships" xmlns:p="http://schemas.openxmlformats.org/presentationml/2006/main">
  <p:tag name="MIO_GUID" val="e5936d9c-b546-443b-afcc-e10e11a5dae6"/>
  <p:tag name="MIO_EKGUID" val="ce7f5387-80d3-4b02-b28c-7e47638c7fa2"/>
  <p:tag name="MIO_UPDATE" val="True"/>
  <p:tag name="MIO_VERSION" val="02.03.2020 12:26:39"/>
  <p:tag name="MIO_DBID" val="12b0c59e-2253-4124-a5e9-470adf4cb168"/>
  <p:tag name="MIO_LASTDOWNLOADED" val="02.03.2020 12:53:00"/>
  <p:tag name="MIO_OBJECTNAME" val="Git – Introduction(30 minutes)"/>
  <p:tag name="MIO_LASTEDITORNAME" val="Devid Treuling"/>
</p:tagLst>
</file>

<file path=ppt/tags/tag47.xml><?xml version="1.0" encoding="utf-8"?>
<p:tagLst xmlns:a="http://schemas.openxmlformats.org/drawingml/2006/main" xmlns:r="http://schemas.openxmlformats.org/officeDocument/2006/relationships" xmlns:p="http://schemas.openxmlformats.org/presentationml/2006/main">
  <p:tag name="MIO_EKGUID" val="170dc400-483e-4562-80b5-bb9a3cab0c5d"/>
  <p:tag name="MIO_GUID" val="0229fb4d-e62b-4219-8a73-f5cc3f9e6df4"/>
  <p:tag name="MIO_UPDATE" val="True"/>
  <p:tag name="MIO_DBID" val="12B0C59E-2253-4124-A5E9-470ADF4CB168"/>
  <p:tag name="MIO_LASTDOWNLOADED" val="28.08.2019 16:32:58"/>
  <p:tag name="MIO_OBJECTNAME" val="Lab"/>
  <p:tag name="MIO_LASTEDITORNAME" val="Devid Treuling"/>
</p:tagLst>
</file>

<file path=ppt/tags/tag48.xml><?xml version="1.0" encoding="utf-8"?>
<p:tagLst xmlns:a="http://schemas.openxmlformats.org/drawingml/2006/main" xmlns:r="http://schemas.openxmlformats.org/officeDocument/2006/relationships" xmlns:p="http://schemas.openxmlformats.org/presentationml/2006/main">
  <p:tag name="MIO_GUID" val="a1559c80-ee06-4546-b854-ff4b9ea9926b"/>
  <p:tag name="MIO_EKGUID" val="f482819b-8b34-4946-a2ab-40a924a4d5b4"/>
  <p:tag name="MIO_UPDATE" val="True"/>
  <p:tag name="MIO_VERSION" val="02.03.2020 12:26:40"/>
  <p:tag name="MIO_DBID" val="12b0c59e-2253-4124-a5e9-470adf4cb168"/>
  <p:tag name="MIO_LASTDOWNLOADED" val="02.03.2020 12:53:00"/>
  <p:tag name="MIO_OBJECTNAME" val="Slide 33"/>
  <p:tag name="MIO_LASTEDITORNAME" val="Devid Treuling"/>
</p:tagLst>
</file>

<file path=ppt/tags/tag49.xml><?xml version="1.0" encoding="utf-8"?>
<p:tagLst xmlns:a="http://schemas.openxmlformats.org/drawingml/2006/main" xmlns:r="http://schemas.openxmlformats.org/officeDocument/2006/relationships" xmlns:p="http://schemas.openxmlformats.org/presentationml/2006/main">
  <p:tag name="MIO_GUID" val="379f6390-b33b-497e-a7f8-3b975d9dc22e"/>
  <p:tag name="MIO_EKGUID" val="044bb234-baf0-49e1-b4f8-d3e3a9b798f9"/>
  <p:tag name="MIO_UPDATE" val="True"/>
  <p:tag name="MIO_VERSION" val="02.03.2020 12:26:38"/>
  <p:tag name="MIO_DBID" val="12b0c59e-2253-4124-a5e9-470adf4cb168"/>
  <p:tag name="MIO_LASTDOWNLOADED" val="02.03.2020 12:52:58"/>
  <p:tag name="MIO_OBJECTNAME" val="Git Commits"/>
  <p:tag name="MIO_LASTEDITORNAME" val="Devid Treuling"/>
</p:tagLst>
</file>

<file path=ppt/tags/tag50.xml><?xml version="1.0" encoding="utf-8"?>
<p:tagLst xmlns:a="http://schemas.openxmlformats.org/drawingml/2006/main" xmlns:r="http://schemas.openxmlformats.org/officeDocument/2006/relationships" xmlns:p="http://schemas.openxmlformats.org/presentationml/2006/main">
  <p:tag name="MIO_GUID" val="379f6390-b33b-497e-a7f8-3b975d9dc22e"/>
  <p:tag name="MIO_EKGUID" val="044bb234-baf0-49e1-b4f8-d3e3a9b798f9"/>
  <p:tag name="MIO_UPDATE" val="True"/>
  <p:tag name="MIO_VERSION" val="02.03.2020 12:26:38"/>
  <p:tag name="MIO_DBID" val="12b0c59e-2253-4124-a5e9-470adf4cb168"/>
  <p:tag name="MIO_LASTDOWNLOADED" val="02.03.2020 12:52:58"/>
  <p:tag name="MIO_OBJECTNAME" val="Git Commits"/>
  <p:tag name="MIO_LASTEDITORNAME" val="Devid Treuling"/>
</p:tagLst>
</file>

<file path=ppt/tags/tag51.xml><?xml version="1.0" encoding="utf-8"?>
<p:tagLst xmlns:a="http://schemas.openxmlformats.org/drawingml/2006/main" xmlns:r="http://schemas.openxmlformats.org/officeDocument/2006/relationships" xmlns:p="http://schemas.openxmlformats.org/presentationml/2006/main">
  <p:tag name="MIO_GUID" val="379f6390-b33b-497e-a7f8-3b975d9dc22e"/>
  <p:tag name="MIO_EKGUID" val="044bb234-baf0-49e1-b4f8-d3e3a9b798f9"/>
  <p:tag name="MIO_UPDATE" val="True"/>
  <p:tag name="MIO_VERSION" val="02.03.2020 12:26:38"/>
  <p:tag name="MIO_DBID" val="12b0c59e-2253-4124-a5e9-470adf4cb168"/>
  <p:tag name="MIO_LASTDOWNLOADED" val="02.03.2020 12:52:58"/>
  <p:tag name="MIO_OBJECTNAME" val="Git Commits"/>
  <p:tag name="MIO_LASTEDITORNAME" val="Devid Treuling"/>
</p:tagLst>
</file>

<file path=ppt/tags/tag52.xml><?xml version="1.0" encoding="utf-8"?>
<p:tagLst xmlns:a="http://schemas.openxmlformats.org/drawingml/2006/main" xmlns:r="http://schemas.openxmlformats.org/officeDocument/2006/relationships" xmlns:p="http://schemas.openxmlformats.org/presentationml/2006/main">
  <p:tag name="MIO_GUID" val="379f6390-b33b-497e-a7f8-3b975d9dc22e"/>
  <p:tag name="MIO_EKGUID" val="044bb234-baf0-49e1-b4f8-d3e3a9b798f9"/>
  <p:tag name="MIO_UPDATE" val="True"/>
  <p:tag name="MIO_VERSION" val="02.03.2020 12:26:38"/>
  <p:tag name="MIO_DBID" val="12b0c59e-2253-4124-a5e9-470adf4cb168"/>
  <p:tag name="MIO_LASTDOWNLOADED" val="02.03.2020 12:52:58"/>
  <p:tag name="MIO_OBJECTNAME" val="Git Commits"/>
  <p:tag name="MIO_LASTEDITORNAME" val="Devid Treuling"/>
</p:tagLst>
</file>

<file path=ppt/tags/tag53.xml><?xml version="1.0" encoding="utf-8"?>
<p:tagLst xmlns:a="http://schemas.openxmlformats.org/drawingml/2006/main" xmlns:r="http://schemas.openxmlformats.org/officeDocument/2006/relationships" xmlns:p="http://schemas.openxmlformats.org/presentationml/2006/main">
  <p:tag name="MIO_GUID" val="379f6390-b33b-497e-a7f8-3b975d9dc22e"/>
  <p:tag name="MIO_EKGUID" val="044bb234-baf0-49e1-b4f8-d3e3a9b798f9"/>
  <p:tag name="MIO_UPDATE" val="True"/>
  <p:tag name="MIO_VERSION" val="02.03.2020 12:26:38"/>
  <p:tag name="MIO_DBID" val="12b0c59e-2253-4124-a5e9-470adf4cb168"/>
  <p:tag name="MIO_LASTDOWNLOADED" val="02.03.2020 12:52:58"/>
  <p:tag name="MIO_OBJECTNAME" val="Git Commits"/>
  <p:tag name="MIO_LASTEDITORNAME" val="Devid Treuling"/>
</p:tagLst>
</file>

<file path=ppt/tags/tag54.xml><?xml version="1.0" encoding="utf-8"?>
<p:tagLst xmlns:a="http://schemas.openxmlformats.org/drawingml/2006/main" xmlns:r="http://schemas.openxmlformats.org/officeDocument/2006/relationships" xmlns:p="http://schemas.openxmlformats.org/presentationml/2006/main">
  <p:tag name="MIO_GUID" val="379f6390-b33b-497e-a7f8-3b975d9dc22e"/>
  <p:tag name="MIO_EKGUID" val="044bb234-baf0-49e1-b4f8-d3e3a9b798f9"/>
  <p:tag name="MIO_UPDATE" val="True"/>
  <p:tag name="MIO_VERSION" val="02.03.2020 12:26:38"/>
  <p:tag name="MIO_DBID" val="12b0c59e-2253-4124-a5e9-470adf4cb168"/>
  <p:tag name="MIO_LASTDOWNLOADED" val="02.03.2020 12:52:58"/>
  <p:tag name="MIO_OBJECTNAME" val="Git Commits"/>
  <p:tag name="MIO_LASTEDITORNAME" val="Devid Treuling"/>
</p:tagLst>
</file>

<file path=ppt/tags/tag55.xml><?xml version="1.0" encoding="utf-8"?>
<p:tagLst xmlns:a="http://schemas.openxmlformats.org/drawingml/2006/main" xmlns:r="http://schemas.openxmlformats.org/officeDocument/2006/relationships" xmlns:p="http://schemas.openxmlformats.org/presentationml/2006/main">
  <p:tag name="MIO_GUID" val="379f6390-b33b-497e-a7f8-3b975d9dc22e"/>
  <p:tag name="MIO_EKGUID" val="044bb234-baf0-49e1-b4f8-d3e3a9b798f9"/>
  <p:tag name="MIO_UPDATE" val="True"/>
  <p:tag name="MIO_VERSION" val="02.03.2020 12:26:38"/>
  <p:tag name="MIO_DBID" val="12b0c59e-2253-4124-a5e9-470adf4cb168"/>
  <p:tag name="MIO_LASTDOWNLOADED" val="02.03.2020 12:52:58"/>
  <p:tag name="MIO_OBJECTNAME" val="Git Commits"/>
  <p:tag name="MIO_LASTEDITORNAME" val="Devid Treuling"/>
</p:tagLst>
</file>

<file path=ppt/tags/tag56.xml><?xml version="1.0" encoding="utf-8"?>
<p:tagLst xmlns:a="http://schemas.openxmlformats.org/drawingml/2006/main" xmlns:r="http://schemas.openxmlformats.org/officeDocument/2006/relationships" xmlns:p="http://schemas.openxmlformats.org/presentationml/2006/main">
  <p:tag name="MIO_GUID" val="379f6390-b33b-497e-a7f8-3b975d9dc22e"/>
  <p:tag name="MIO_EKGUID" val="044bb234-baf0-49e1-b4f8-d3e3a9b798f9"/>
  <p:tag name="MIO_UPDATE" val="True"/>
  <p:tag name="MIO_VERSION" val="02.03.2020 12:26:38"/>
  <p:tag name="MIO_DBID" val="12b0c59e-2253-4124-a5e9-470adf4cb168"/>
  <p:tag name="MIO_LASTDOWNLOADED" val="02.03.2020 12:52:58"/>
  <p:tag name="MIO_OBJECTNAME" val="Git Commits"/>
  <p:tag name="MIO_LASTEDITORNAME" val="Devid Treuling"/>
</p:tagLst>
</file>

<file path=ppt/tags/tag57.xml><?xml version="1.0" encoding="utf-8"?>
<p:tagLst xmlns:a="http://schemas.openxmlformats.org/drawingml/2006/main" xmlns:r="http://schemas.openxmlformats.org/officeDocument/2006/relationships" xmlns:p="http://schemas.openxmlformats.org/presentationml/2006/main">
  <p:tag name="MIO_GUID" val="4443ae8d-e6b7-45c2-8392-f4a90c648b52"/>
  <p:tag name="MIO_EKGUID" val="e592d55a-79b4-4d87-a704-11208cb9bd59"/>
  <p:tag name="MIO_UPDATE" val="True"/>
  <p:tag name="MIO_VERSION" val="02.03.2020 12:26:10"/>
  <p:tag name="MIO_DBID" val="12b0c59e-2253-4124-a5e9-470adf4cb168"/>
  <p:tag name="MIO_LASTDOWNLOADED" val="02.03.2020 12:53:36"/>
  <p:tag name="MIO_OBJECTNAME" val="Branching – why needed"/>
  <p:tag name="MIO_LASTEDITORNAME" val="Devid Treuling"/>
</p:tagLst>
</file>

<file path=ppt/tags/tag58.xml><?xml version="1.0" encoding="utf-8"?>
<p:tagLst xmlns:a="http://schemas.openxmlformats.org/drawingml/2006/main" xmlns:r="http://schemas.openxmlformats.org/officeDocument/2006/relationships" xmlns:p="http://schemas.openxmlformats.org/presentationml/2006/main">
  <p:tag name="MIO_GUID" val="2a3c530e-2044-476e-8b06-89c91a1d34c9"/>
  <p:tag name="MIO_EKGUID" val="1a4252b4-ecc6-41ad-af7f-8593ba1e4ecd"/>
  <p:tag name="MIO_UPDATE" val="True"/>
  <p:tag name="MIO_VERSION" val="02.03.2020 12:26:10"/>
  <p:tag name="MIO_DBID" val="12b0c59e-2253-4124-a5e9-470adf4cb168"/>
  <p:tag name="MIO_LASTDOWNLOADED" val="02.03.2020 12:53:36"/>
  <p:tag name="MIO_OBJECTNAME" val="Branching – solution"/>
  <p:tag name="MIO_LASTEDITORNAME" val="Devid Treuling"/>
</p:tagLst>
</file>

<file path=ppt/tags/tag59.xml><?xml version="1.0" encoding="utf-8"?>
<p:tagLst xmlns:a="http://schemas.openxmlformats.org/drawingml/2006/main" xmlns:r="http://schemas.openxmlformats.org/officeDocument/2006/relationships" xmlns:p="http://schemas.openxmlformats.org/presentationml/2006/main">
  <p:tag name="MIO_GUID" val="ec5580d1-ebb8-4a76-b83e-82dc3b2c8452"/>
  <p:tag name="MIO_EKGUID" val="7cf256ee-4db7-4b37-a8dd-03d761b716fa"/>
  <p:tag name="MIO_UPDATE" val="True"/>
  <p:tag name="MIO_VERSION" val="02.03.2020 12:26:10"/>
  <p:tag name="MIO_DBID" val="12b0c59e-2253-4124-a5e9-470adf4cb168"/>
  <p:tag name="MIO_LASTDOWNLOADED" val="02.03.2020 12:53:36"/>
  <p:tag name="MIO_OBJECTNAME" val="Branching – merging cont."/>
  <p:tag name="MIO_LASTEDITORNAME" val="Devid Treuling"/>
</p:tagLst>
</file>

<file path=ppt/tags/tag60.xml><?xml version="1.0" encoding="utf-8"?>
<p:tagLst xmlns:a="http://schemas.openxmlformats.org/drawingml/2006/main" xmlns:r="http://schemas.openxmlformats.org/officeDocument/2006/relationships" xmlns:p="http://schemas.openxmlformats.org/presentationml/2006/main">
  <p:tag name="MIO_GUID" val="379f6390-b33b-497e-a7f8-3b975d9dc22e"/>
  <p:tag name="MIO_EKGUID" val="044bb234-baf0-49e1-b4f8-d3e3a9b798f9"/>
  <p:tag name="MIO_UPDATE" val="True"/>
  <p:tag name="MIO_VERSION" val="02.03.2020 12:26:38"/>
  <p:tag name="MIO_DBID" val="12b0c59e-2253-4124-a5e9-470adf4cb168"/>
  <p:tag name="MIO_LASTDOWNLOADED" val="02.03.2020 12:52:58"/>
  <p:tag name="MIO_OBJECTNAME" val="Git Commits"/>
  <p:tag name="MIO_LASTEDITORNAME" val="Devid Treuling"/>
</p:tagLst>
</file>

<file path=ppt/tags/tag61.xml><?xml version="1.0" encoding="utf-8"?>
<p:tagLst xmlns:a="http://schemas.openxmlformats.org/drawingml/2006/main" xmlns:r="http://schemas.openxmlformats.org/officeDocument/2006/relationships" xmlns:p="http://schemas.openxmlformats.org/presentationml/2006/main">
  <p:tag name="MIO_GUID" val="379f6390-b33b-497e-a7f8-3b975d9dc22e"/>
  <p:tag name="MIO_EKGUID" val="044bb234-baf0-49e1-b4f8-d3e3a9b798f9"/>
  <p:tag name="MIO_UPDATE" val="True"/>
  <p:tag name="MIO_VERSION" val="02.03.2020 12:26:38"/>
  <p:tag name="MIO_DBID" val="12b0c59e-2253-4124-a5e9-470adf4cb168"/>
  <p:tag name="MIO_LASTDOWNLOADED" val="02.03.2020 12:52:58"/>
  <p:tag name="MIO_OBJECTNAME" val="Git Commits"/>
  <p:tag name="MIO_LASTEDITORNAME" val="Devid Treuling"/>
</p:tagLst>
</file>

<file path=ppt/tags/tag62.xml><?xml version="1.0" encoding="utf-8"?>
<p:tagLst xmlns:a="http://schemas.openxmlformats.org/drawingml/2006/main" xmlns:r="http://schemas.openxmlformats.org/officeDocument/2006/relationships" xmlns:p="http://schemas.openxmlformats.org/presentationml/2006/main">
  <p:tag name="MIO_GUID" val="379f6390-b33b-497e-a7f8-3b975d9dc22e"/>
  <p:tag name="MIO_EKGUID" val="044bb234-baf0-49e1-b4f8-d3e3a9b798f9"/>
  <p:tag name="MIO_UPDATE" val="True"/>
  <p:tag name="MIO_VERSION" val="02.03.2020 12:26:38"/>
  <p:tag name="MIO_DBID" val="12b0c59e-2253-4124-a5e9-470adf4cb168"/>
  <p:tag name="MIO_LASTDOWNLOADED" val="02.03.2020 12:52:58"/>
  <p:tag name="MIO_OBJECTNAME" val="Git Commits"/>
  <p:tag name="MIO_LASTEDITORNAME" val="Devid Treuling"/>
</p:tagLst>
</file>

<file path=ppt/tags/tag63.xml><?xml version="1.0" encoding="utf-8"?>
<p:tagLst xmlns:a="http://schemas.openxmlformats.org/drawingml/2006/main" xmlns:r="http://schemas.openxmlformats.org/officeDocument/2006/relationships" xmlns:p="http://schemas.openxmlformats.org/presentationml/2006/main">
  <p:tag name="MIO_GUID" val="379f6390-b33b-497e-a7f8-3b975d9dc22e"/>
  <p:tag name="MIO_EKGUID" val="044bb234-baf0-49e1-b4f8-d3e3a9b798f9"/>
  <p:tag name="MIO_UPDATE" val="True"/>
  <p:tag name="MIO_VERSION" val="02.03.2020 12:26:38"/>
  <p:tag name="MIO_DBID" val="12b0c59e-2253-4124-a5e9-470adf4cb168"/>
  <p:tag name="MIO_LASTDOWNLOADED" val="02.03.2020 12:52:58"/>
  <p:tag name="MIO_OBJECTNAME" val="Git Commits"/>
  <p:tag name="MIO_LASTEDITORNAME" val="Devid Treuling"/>
</p:tagLst>
</file>

<file path=ppt/tags/tag64.xml><?xml version="1.0" encoding="utf-8"?>
<p:tagLst xmlns:a="http://schemas.openxmlformats.org/drawingml/2006/main" xmlns:r="http://schemas.openxmlformats.org/officeDocument/2006/relationships" xmlns:p="http://schemas.openxmlformats.org/presentationml/2006/main">
  <p:tag name="MIO_GUID" val="379f6390-b33b-497e-a7f8-3b975d9dc22e"/>
  <p:tag name="MIO_EKGUID" val="044bb234-baf0-49e1-b4f8-d3e3a9b798f9"/>
  <p:tag name="MIO_UPDATE" val="True"/>
  <p:tag name="MIO_VERSION" val="02.03.2020 12:26:38"/>
  <p:tag name="MIO_DBID" val="12b0c59e-2253-4124-a5e9-470adf4cb168"/>
  <p:tag name="MIO_LASTDOWNLOADED" val="02.03.2020 12:52:58"/>
  <p:tag name="MIO_OBJECTNAME" val="Git Commits"/>
  <p:tag name="MIO_LASTEDITORNAME" val="Devid Treuling"/>
</p:tagLst>
</file>

<file path=ppt/tags/tag65.xml><?xml version="1.0" encoding="utf-8"?>
<p:tagLst xmlns:a="http://schemas.openxmlformats.org/drawingml/2006/main" xmlns:r="http://schemas.openxmlformats.org/officeDocument/2006/relationships" xmlns:p="http://schemas.openxmlformats.org/presentationml/2006/main">
  <p:tag name="MIO_GUID" val="379f6390-b33b-497e-a7f8-3b975d9dc22e"/>
  <p:tag name="MIO_EKGUID" val="044bb234-baf0-49e1-b4f8-d3e3a9b798f9"/>
  <p:tag name="MIO_UPDATE" val="True"/>
  <p:tag name="MIO_VERSION" val="02.03.2020 12:26:38"/>
  <p:tag name="MIO_DBID" val="12b0c59e-2253-4124-a5e9-470adf4cb168"/>
  <p:tag name="MIO_LASTDOWNLOADED" val="02.03.2020 12:52:58"/>
  <p:tag name="MIO_OBJECTNAME" val="Git Commits"/>
  <p:tag name="MIO_LASTEDITORNAME" val="Devid Treuling"/>
</p:tagLst>
</file>

<file path=ppt/tags/tag66.xml><?xml version="1.0" encoding="utf-8"?>
<p:tagLst xmlns:a="http://schemas.openxmlformats.org/drawingml/2006/main" xmlns:r="http://schemas.openxmlformats.org/officeDocument/2006/relationships" xmlns:p="http://schemas.openxmlformats.org/presentationml/2006/main">
  <p:tag name="MIO_GUID" val="379f6390-b33b-497e-a7f8-3b975d9dc22e"/>
  <p:tag name="MIO_EKGUID" val="044bb234-baf0-49e1-b4f8-d3e3a9b798f9"/>
  <p:tag name="MIO_UPDATE" val="True"/>
  <p:tag name="MIO_VERSION" val="02.03.2020 12:26:38"/>
  <p:tag name="MIO_DBID" val="12b0c59e-2253-4124-a5e9-470adf4cb168"/>
  <p:tag name="MIO_LASTDOWNLOADED" val="02.03.2020 12:52:58"/>
  <p:tag name="MIO_OBJECTNAME" val="Git Commits"/>
  <p:tag name="MIO_LASTEDITORNAME" val="Devid Treuling"/>
</p:tagLst>
</file>

<file path=ppt/tags/tag67.xml><?xml version="1.0" encoding="utf-8"?>
<p:tagLst xmlns:a="http://schemas.openxmlformats.org/drawingml/2006/main" xmlns:r="http://schemas.openxmlformats.org/officeDocument/2006/relationships" xmlns:p="http://schemas.openxmlformats.org/presentationml/2006/main">
  <p:tag name="MIO_GUID" val="379f6390-b33b-497e-a7f8-3b975d9dc22e"/>
  <p:tag name="MIO_EKGUID" val="044bb234-baf0-49e1-b4f8-d3e3a9b798f9"/>
  <p:tag name="MIO_UPDATE" val="True"/>
  <p:tag name="MIO_VERSION" val="02.03.2020 12:26:38"/>
  <p:tag name="MIO_DBID" val="12b0c59e-2253-4124-a5e9-470adf4cb168"/>
  <p:tag name="MIO_LASTDOWNLOADED" val="02.03.2020 12:52:58"/>
  <p:tag name="MIO_OBJECTNAME" val="Git Commits"/>
  <p:tag name="MIO_LASTEDITORNAME" val="Devid Treuling"/>
</p:tagLst>
</file>

<file path=ppt/tags/tag68.xml><?xml version="1.0" encoding="utf-8"?>
<p:tagLst xmlns:a="http://schemas.openxmlformats.org/drawingml/2006/main" xmlns:r="http://schemas.openxmlformats.org/officeDocument/2006/relationships" xmlns:p="http://schemas.openxmlformats.org/presentationml/2006/main">
  <p:tag name="MIO_GUID" val="e5936d9c-b546-443b-afcc-e10e11a5dae6"/>
  <p:tag name="MIO_EKGUID" val="d908193c-dd5f-47d3-a963-2ec6cd485858"/>
  <p:tag name="MIO_UPDATE" val="True"/>
  <p:tag name="MIO_VERSION" val="02.03.2020 12:26:11"/>
  <p:tag name="MIO_DBID" val="12b0c59e-2253-4124-a5e9-470adf4cb168"/>
  <p:tag name="MIO_LASTDOWNLOADED" val="02.03.2020 12:53:37"/>
  <p:tag name="MIO_OBJECTNAME" val="Git – Intermediate(30 minutes)"/>
  <p:tag name="MIO_LASTEDITORNAME" val="Devid Treuling"/>
</p:tagLst>
</file>

<file path=ppt/tags/tag69.xml><?xml version="1.0" encoding="utf-8"?>
<p:tagLst xmlns:a="http://schemas.openxmlformats.org/drawingml/2006/main" xmlns:r="http://schemas.openxmlformats.org/officeDocument/2006/relationships" xmlns:p="http://schemas.openxmlformats.org/presentationml/2006/main">
  <p:tag name="MIO_EKGUID" val="170dc400-483e-4562-80b5-bb9a3cab0c5d"/>
  <p:tag name="MIO_GUID" val="0229fb4d-e62b-4219-8a73-f5cc3f9e6df4"/>
  <p:tag name="MIO_UPDATE" val="True"/>
  <p:tag name="MIO_VERSION" val="28.08.2019 14:31:22"/>
  <p:tag name="MIO_DBID" val="12B0C59E-2253-4124-A5E9-470ADF4CB168"/>
  <p:tag name="MIO_LASTDOWNLOADED" val="28.08.2019 16:32:58"/>
  <p:tag name="MIO_OBJECTNAME" val="Lab"/>
  <p:tag name="MIO_LASTEDITORNAME" val="Devid Treuling"/>
</p:tagLst>
</file>

<file path=ppt/theme/theme1.xml><?xml version="1.0" encoding="utf-8"?>
<a:theme xmlns:a="http://schemas.openxmlformats.org/drawingml/2006/main" name="Light Grey">
  <a:themeElements>
    <a:clrScheme name="Dark Grey">
      <a:dk1>
        <a:srgbClr val="000000"/>
      </a:dk1>
      <a:lt1>
        <a:srgbClr val="FFFFFF"/>
      </a:lt1>
      <a:dk2>
        <a:srgbClr val="414241"/>
      </a:dk2>
      <a:lt2>
        <a:srgbClr val="E6E6E6"/>
      </a:lt2>
      <a:accent1>
        <a:srgbClr val="0078D4"/>
      </a:accent1>
      <a:accent2>
        <a:srgbClr val="243A5E"/>
      </a:accent2>
      <a:accent3>
        <a:srgbClr val="D83B01"/>
      </a:accent3>
      <a:accent4>
        <a:srgbClr val="107C10"/>
      </a:accent4>
      <a:accent5>
        <a:srgbClr val="8661C5"/>
      </a:accent5>
      <a:accent6>
        <a:srgbClr val="D2D2D2"/>
      </a:accent6>
      <a:hlink>
        <a:srgbClr val="737373"/>
      </a:hlink>
      <a:folHlink>
        <a:srgbClr val="0078D4"/>
      </a:folHlink>
    </a:clrScheme>
    <a:fontScheme name="Microsoft">
      <a:majorFont>
        <a:latin typeface="Segoe UI Semibold"/>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55448" tIns="155448" rIns="155448" bIns="155448"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a:gradFill>
              <a:gsLst>
                <a:gs pos="2917">
                  <a:schemeClr val="tx1"/>
                </a:gs>
                <a:gs pos="30000">
                  <a:schemeClr val="tx1"/>
                </a:gs>
              </a:gsLst>
              <a:lin ang="5400000" scaled="0"/>
            </a:gradFill>
          </a:defRPr>
        </a:defPPr>
      </a:lstStyle>
    </a:txDef>
  </a:objectDefaults>
  <a:extraClrSchemeLst/>
  <a:custClrLst>
    <a:custClr name="White ">
      <a:srgbClr val="FFFFFF"/>
    </a:custClr>
    <a:custClr name="White ">
      <a:srgbClr val="FFFFFF"/>
    </a:custClr>
    <a:custClr name="White ">
      <a:srgbClr val="FFFFFF"/>
    </a:custClr>
    <a:custClr name="Rich Black">
      <a:srgbClr val="000000"/>
    </a:custClr>
    <a:custClr name="Rich Black">
      <a:srgbClr val="000000"/>
    </a:custClr>
    <a:custClr name="Rich Black">
      <a:srgbClr val="000000"/>
    </a:custClr>
    <a:custClr name="White ">
      <a:srgbClr val="FFFFFF"/>
    </a:custClr>
    <a:custClr name="White ">
      <a:srgbClr val="FFFFFF"/>
    </a:custClr>
    <a:custClr name="White ">
      <a:srgbClr val="FFFFFF"/>
    </a:custClr>
    <a:custClr name="White ">
      <a:srgbClr val="FFFFFF"/>
    </a:custClr>
    <a:custClr name="Orange">
      <a:srgbClr val="FF9349"/>
    </a:custClr>
    <a:custClr name="Yellow">
      <a:srgbClr val="FEF000"/>
    </a:custClr>
    <a:custClr name="Green">
      <a:srgbClr val="9BF00B"/>
    </a:custClr>
    <a:custClr name="Teal">
      <a:srgbClr val="30E5D0"/>
    </a:custClr>
    <a:custClr name="Aqua">
      <a:srgbClr val="50E6FF"/>
    </a:custClr>
    <a:custClr name="Lavender">
      <a:srgbClr val="D59DFF"/>
    </a:custClr>
    <a:custClr name="White ">
      <a:srgbClr val="FFFFFF"/>
    </a:custClr>
    <a:custClr name="White ">
      <a:srgbClr val="FFFFFF"/>
    </a:custClr>
    <a:custClr name="White ">
      <a:srgbClr val="FFFFFF"/>
    </a:custClr>
    <a:custClr name="White ">
      <a:srgbClr val="FFFFFF"/>
    </a:custClr>
    <a:custClr name="Red">
      <a:srgbClr val="D83B01"/>
    </a:custClr>
    <a:custClr name="Gold">
      <a:srgbClr val="FFB900"/>
    </a:custClr>
    <a:custClr name="Dark Green">
      <a:srgbClr val="107C10"/>
    </a:custClr>
    <a:custClr name="Dark Teal">
      <a:srgbClr val="008575"/>
    </a:custClr>
    <a:custClr name="Blue">
      <a:srgbClr val="0078D4"/>
    </a:custClr>
    <a:custClr name="Purple">
      <a:srgbClr val="8661C5"/>
    </a:custClr>
    <a:custClr name="White ">
      <a:srgbClr val="FFFFFF"/>
    </a:custClr>
    <a:custClr name="White ">
      <a:srgbClr val="FFFFFF"/>
    </a:custClr>
    <a:custClr name="White ">
      <a:srgbClr val="FFFFFF"/>
    </a:custClr>
    <a:custClr name="White ">
      <a:srgbClr val="FFFFFF"/>
    </a:custClr>
    <a:custClr name="Dark Red">
      <a:srgbClr val="6B2929"/>
    </a:custClr>
    <a:custClr name="Dark Yellow">
      <a:srgbClr val="6A4B16"/>
    </a:custClr>
    <a:custClr name="Dark Green">
      <a:srgbClr val="054B16"/>
    </a:custClr>
    <a:custClr name="Dark Teal">
      <a:srgbClr val="274B47"/>
    </a:custClr>
    <a:custClr name="Blue-grey">
      <a:srgbClr val="243A5E"/>
    </a:custClr>
    <a:custClr name="Dark Purple">
      <a:srgbClr val="3B2E58"/>
    </a:custClr>
    <a:custClr name="White ">
      <a:srgbClr val="FFFFFF"/>
    </a:custClr>
    <a:custClr name="White ">
      <a:srgbClr val="FFFFFF"/>
    </a:custClr>
    <a:custClr name="White ">
      <a:srgbClr val="FFFFFF"/>
    </a:custClr>
    <a:custClr name="White ">
      <a:srgbClr val="FFFFFF"/>
    </a:custClr>
    <a:custClr name="Light Grey">
      <a:srgbClr val="F2F2F2"/>
    </a:custClr>
    <a:custClr name="Light Grey">
      <a:srgbClr val="E6E6E6"/>
    </a:custClr>
    <a:custClr name="Grey">
      <a:srgbClr val="D2D2D2"/>
    </a:custClr>
    <a:custClr name="Grey">
      <a:srgbClr val="737373"/>
    </a:custClr>
    <a:custClr name="Dark Gray">
      <a:srgbClr val="505050"/>
    </a:custClr>
    <a:custClr name="Dark Gray">
      <a:srgbClr val="2F2F2F"/>
    </a:custClr>
    <a:custClr name="White ">
      <a:srgbClr val="FFFFFF"/>
    </a:custClr>
    <a:custClr name="White ">
      <a:srgbClr val="FFFFFF"/>
    </a:custClr>
    <a:custClr name="White ">
      <a:srgbClr val="FFFFFF"/>
    </a:custClr>
    <a:custClr name="White ">
      <a:srgbClr val="FFFFFF"/>
    </a:custClr>
  </a:custClrLst>
  <a:extLst>
    <a:ext uri="{05A4C25C-085E-4340-85A3-A5531E510DB2}">
      <thm15:themeFamily xmlns:thm15="http://schemas.microsoft.com/office/thememl/2012/main" name="Default Theme.pptx" id="{867CC9CB-F73F-4ACD-AE78-6D3F313B22BF}" vid="{BEC7D606-3AAB-4491-94AF-9E21D5FE87F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MediaServiceKeyPoints xmlns="cea7764e-6bf9-427d-be15-e74097e0a61c" xsi:nil="true"/>
    <Sign_x002d_off_x0020_status xmlns="cea7764e-6bf9-427d-be15-e74097e0a61c" xsi:nil="true"/>
    <Title_x0020_URL xmlns="cea7764e-6bf9-427d-be15-e74097e0a61c">
      <Url>https://sirona.visualstudio.com/_workitems/edit/41659</Url>
      <Description>https://sirona.visualstudio.com/_workitems/edit/41659</Description>
    </Title_x0020_URL>
    <Mail_x0020_Sent xmlns="cea7764e-6bf9-427d-be15-e74097e0a61c">false</Mail_x0020_Sent>
    <_Flow_SignoffStatus xmlns="cea7764e-6bf9-427d-be15-e74097e0a61c" xsi:nil="true"/>
    <Comments xmlns="cea7764e-6bf9-427d-be15-e74097e0a61c" xsi:nil="true"/>
    <Lead_x0020_Signoff xmlns="cea7764e-6bf9-427d-be15-e74097e0a61c">false</Lead_x0020_Signoff>
    <Title_x0020_ID xmlns="cea7764e-6bf9-427d-be15-e74097e0a61c">41659</Title_x0020_ID>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39A62E282DDA434E979CD3E03185182E" ma:contentTypeVersion="22" ma:contentTypeDescription="Create a new document." ma:contentTypeScope="" ma:versionID="411f8dbfa59cee283d63b31959e752b1">
  <xsd:schema xmlns:xsd="http://www.w3.org/2001/XMLSchema" xmlns:xs="http://www.w3.org/2001/XMLSchema" xmlns:p="http://schemas.microsoft.com/office/2006/metadata/properties" xmlns:ns1="http://schemas.microsoft.com/sharepoint/v3" xmlns:ns2="cea7764e-6bf9-427d-be15-e74097e0a61c" xmlns:ns3="fb9ea31f-0ab8-44ff-80d1-5777f6d9d945" targetNamespace="http://schemas.microsoft.com/office/2006/metadata/properties" ma:root="true" ma:fieldsID="492dae4bbc73fa3e5f26ae1920f661a0" ns1:_="" ns2:_="" ns3:_="">
    <xsd:import namespace="http://schemas.microsoft.com/sharepoint/v3"/>
    <xsd:import namespace="cea7764e-6bf9-427d-be15-e74097e0a61c"/>
    <xsd:import namespace="fb9ea31f-0ab8-44ff-80d1-5777f6d9d945"/>
    <xsd:element name="properties">
      <xsd:complexType>
        <xsd:sequence>
          <xsd:element name="documentManagement">
            <xsd:complexType>
              <xsd:all>
                <xsd:element ref="ns2:Title_x0020_ID" minOccurs="0"/>
                <xsd:element ref="ns2:Title_x0020_URL" minOccurs="0"/>
                <xsd:element ref="ns2:Comments" minOccurs="0"/>
                <xsd:element ref="ns2:Sign_x002d_off_x0020_status" minOccurs="0"/>
                <xsd:element ref="ns2:Mail_x0020_Sent" minOccurs="0"/>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AutoTags" minOccurs="0"/>
                <xsd:element ref="ns2:MediaServiceGenerationTime" minOccurs="0"/>
                <xsd:element ref="ns2:MediaServiceEventHashCode" minOccurs="0"/>
                <xsd:element ref="ns2:MediaServiceOCR" minOccurs="0"/>
                <xsd:element ref="ns1:_ip_UnifiedCompliancePolicyProperties" minOccurs="0"/>
                <xsd:element ref="ns1:_ip_UnifiedCompliancePolicyUIAction" minOccurs="0"/>
                <xsd:element ref="ns2:_Flow_SignoffStatus" minOccurs="0"/>
                <xsd:element ref="ns2:MediaServiceDateTaken" minOccurs="0"/>
                <xsd:element ref="ns2:Lead_x0020_Signoff"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3" nillable="true" ma:displayName="Unified Compliance Policy Properties" ma:hidden="true" ma:internalName="_ip_UnifiedCompliancePolicyProperties" ma:readOnly="false">
      <xsd:simpleType>
        <xsd:restriction base="dms:Note"/>
      </xsd:simpleType>
    </xsd:element>
    <xsd:element name="_ip_UnifiedCompliancePolicyUIAction" ma:index="24"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cea7764e-6bf9-427d-be15-e74097e0a61c" elementFormDefault="qualified">
    <xsd:import namespace="http://schemas.microsoft.com/office/2006/documentManagement/types"/>
    <xsd:import namespace="http://schemas.microsoft.com/office/infopath/2007/PartnerControls"/>
    <xsd:element name="Title_x0020_ID" ma:index="2" nillable="true" ma:displayName="Title ID" ma:internalName="Title_x0020_ID" ma:readOnly="false">
      <xsd:simpleType>
        <xsd:restriction base="dms:Number"/>
      </xsd:simpleType>
    </xsd:element>
    <xsd:element name="Title_x0020_URL" ma:index="3" nillable="true" ma:displayName="Title URL" ma:format="Hyperlink" ma:internalName="Title_x0020_URL"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Comments" ma:index="4" nillable="true" ma:displayName="Comments" ma:internalName="Comments" ma:readOnly="false">
      <xsd:simpleType>
        <xsd:restriction base="dms:Note">
          <xsd:maxLength value="255"/>
        </xsd:restriction>
      </xsd:simpleType>
    </xsd:element>
    <xsd:element name="Sign_x002d_off_x0020_status" ma:index="5" nillable="true" ma:displayName="Sign-off status" ma:format="Dropdown" ma:internalName="Sign_x002d_off_x0020_status" ma:readOnly="false">
      <xsd:simpleType>
        <xsd:restriction base="dms:Choice">
          <xsd:enumeration value="Approve"/>
          <xsd:enumeration value="Approved with Comments"/>
          <xsd:enumeration value="Rejected with Comments"/>
        </xsd:restriction>
      </xsd:simpleType>
    </xsd:element>
    <xsd:element name="Mail_x0020_Sent" ma:index="6" nillable="true" ma:displayName="Mail Sent" ma:default="0" ma:internalName="Mail_x0020_Sent" ma:readOnly="false">
      <xsd:simpleType>
        <xsd:restriction base="dms:Boolean"/>
      </xsd:simpleType>
    </xsd:element>
    <xsd:element name="MediaServiceMetadata" ma:index="13" nillable="true" ma:displayName="MediaServiceMetadata" ma:hidden="true" ma:internalName="MediaServiceMetadata" ma:readOnly="true">
      <xsd:simpleType>
        <xsd:restriction base="dms:Note"/>
      </xsd:simpleType>
    </xsd:element>
    <xsd:element name="MediaServiceFastMetadata" ma:index="14" nillable="true" ma:displayName="MediaServiceFastMetadata" ma:hidden="true" ma:internalName="MediaServiceFastMetadata" ma:readOnly="true">
      <xsd:simpleType>
        <xsd:restriction base="dms:Note"/>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hidden="true" ma:internalName="MediaServiceKeyPoints" ma:readOnly="true">
      <xsd:simpleType>
        <xsd:restriction base="dms:Note"/>
      </xsd:simpleType>
    </xsd:element>
    <xsd:element name="MediaServiceAutoTags" ma:index="19" nillable="true" ma:displayName="Tags" ma:hidden="true" ma:internalName="MediaServiceAutoTags" ma:readOnly="true">
      <xsd:simpleType>
        <xsd:restriction base="dms:Text"/>
      </xsd:simpleType>
    </xsd:element>
    <xsd:element name="MediaServiceGenerationTime" ma:index="20" nillable="true" ma:displayName="MediaServiceGenerationTime" ma:hidden="true" ma:internalName="MediaServiceGenerationTime" ma:readOnly="true">
      <xsd:simpleType>
        <xsd:restriction base="dms:Text"/>
      </xsd:simpleType>
    </xsd:element>
    <xsd:element name="MediaServiceEventHashCode" ma:index="21" nillable="true" ma:displayName="MediaServiceEventHashCode" ma:hidden="true" ma:internalName="MediaServiceEventHashCode" ma:readOnly="true">
      <xsd:simpleType>
        <xsd:restriction base="dms:Text"/>
      </xsd:simpleType>
    </xsd:element>
    <xsd:element name="MediaServiceOCR" ma:index="22" nillable="true" ma:displayName="Extracted Text" ma:hidden="true" ma:internalName="MediaServiceOCR" ma:readOnly="true">
      <xsd:simpleType>
        <xsd:restriction base="dms:Note"/>
      </xsd:simpleType>
    </xsd:element>
    <xsd:element name="_Flow_SignoffStatus" ma:index="25" nillable="true" ma:displayName="Sign-off status" ma:hidden="true" ma:internalName="Sign_x002d_off_x0020_status0" ma:readOnly="false">
      <xsd:simpleType>
        <xsd:restriction base="dms:Text"/>
      </xsd:simpleType>
    </xsd:element>
    <xsd:element name="MediaServiceDateTaken" ma:index="26" nillable="true" ma:displayName="MediaServiceDateTaken" ma:hidden="true" ma:internalName="MediaServiceDateTaken" ma:readOnly="true">
      <xsd:simpleType>
        <xsd:restriction base="dms:Text"/>
      </xsd:simpleType>
    </xsd:element>
    <xsd:element name="Lead_x0020_Signoff" ma:index="27" nillable="true" ma:displayName="Lead Signoff" ma:default="0" ma:internalName="Lead_x0020_Signoff">
      <xsd:simpleType>
        <xsd:restriction base="dms:Boolean"/>
      </xsd:simpleType>
    </xsd:element>
    <xsd:element name="MediaServiceLocation" ma:index="28"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b9ea31f-0ab8-44ff-80d1-5777f6d9d945" elementFormDefault="qualified">
    <xsd:import namespace="http://schemas.microsoft.com/office/2006/documentManagement/types"/>
    <xsd:import namespace="http://schemas.microsoft.com/office/infopath/2007/PartnerControls"/>
    <xsd:element name="SharedWithUsers" ma:index="17"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hidden="true" ma:internalName="SharedWithDetail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990F116-B58F-4255-B05B-DA3808E0E5C6}">
  <ds:schemaRefs>
    <ds:schemaRef ds:uri="http://schemas.microsoft.com/office/2006/metadata/properties"/>
    <ds:schemaRef ds:uri="http://schemas.microsoft.com/office/infopath/2007/PartnerControls"/>
    <ds:schemaRef ds:uri="http://schemas.microsoft.com/sharepoint/v3"/>
    <ds:schemaRef ds:uri="fa9ac045-4823-4e55-900e-1aa609c35a06"/>
    <ds:schemaRef ds:uri="cea7764e-6bf9-427d-be15-e74097e0a61c"/>
  </ds:schemaRefs>
</ds:datastoreItem>
</file>

<file path=customXml/itemProps2.xml><?xml version="1.0" encoding="utf-8"?>
<ds:datastoreItem xmlns:ds="http://schemas.openxmlformats.org/officeDocument/2006/customXml" ds:itemID="{519B1441-A210-4012-A138-D348AD963C0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cea7764e-6bf9-427d-be15-e74097e0a61c"/>
    <ds:schemaRef ds:uri="fb9ea31f-0ab8-44ff-80d1-5777f6d9d94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758FDAC0-319D-4A54-8D8E-1D42CB1F8004}">
  <ds:schemaRefs>
    <ds:schemaRef ds:uri="http://schemas.microsoft.com/sharepoint/v3/contenttype/forms"/>
  </ds:schemaRefs>
</ds:datastoreItem>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otalTime>510</TotalTime>
  <Words>3593</Words>
  <Application>Microsoft Office PowerPoint</Application>
  <PresentationFormat>Widescreen</PresentationFormat>
  <Paragraphs>467</Paragraphs>
  <Slides>55</Slides>
  <Notes>26</Notes>
  <HiddenSlides>3</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55</vt:i4>
      </vt:variant>
    </vt:vector>
  </HeadingPairs>
  <TitlesOfParts>
    <vt:vector size="65" baseType="lpstr">
      <vt:lpstr>Arial</vt:lpstr>
      <vt:lpstr>Calibri</vt:lpstr>
      <vt:lpstr>Comic Sans MS</vt:lpstr>
      <vt:lpstr>Consolas</vt:lpstr>
      <vt:lpstr>Lucida Console</vt:lpstr>
      <vt:lpstr>Segoe UI</vt:lpstr>
      <vt:lpstr>Segoe UI Light</vt:lpstr>
      <vt:lpstr>Segoe UI Semibold</vt:lpstr>
      <vt:lpstr>Wingdings</vt:lpstr>
      <vt:lpstr>Light Grey</vt:lpstr>
      <vt:lpstr>Git – Introduction</vt:lpstr>
      <vt:lpstr>PowerPoint Presentation</vt:lpstr>
      <vt:lpstr>Git setup</vt:lpstr>
      <vt:lpstr>Scenario overview</vt:lpstr>
      <vt:lpstr>What is DevOps?</vt:lpstr>
      <vt:lpstr>DevOps – Deliver Faster, Smarter, and Continuously </vt:lpstr>
      <vt:lpstr>Introduction To Version / Source Control</vt:lpstr>
      <vt:lpstr>Types of Version Control</vt:lpstr>
      <vt:lpstr>CI/CD strategy</vt:lpstr>
      <vt:lpstr>Source Control Management </vt:lpstr>
      <vt:lpstr>What is Git?</vt:lpstr>
      <vt:lpstr>Challenges of Git</vt:lpstr>
      <vt:lpstr>Git Commits</vt:lpstr>
      <vt:lpstr>Git Setup</vt:lpstr>
      <vt:lpstr>Git Structure</vt:lpstr>
      <vt:lpstr>Git Layers</vt:lpstr>
      <vt:lpstr>Git Process</vt:lpstr>
      <vt:lpstr>PowerPoint Presentation</vt:lpstr>
      <vt:lpstr>Logging into a Git Repository</vt:lpstr>
      <vt:lpstr>Repositories</vt:lpstr>
      <vt:lpstr>Git vs. GitHub</vt:lpstr>
      <vt:lpstr>Create Repository</vt:lpstr>
      <vt:lpstr>Workspace / Staging Area</vt:lpstr>
      <vt:lpstr>Adding Content to Staging Area</vt:lpstr>
      <vt:lpstr>Removing Staging Area Content</vt:lpstr>
      <vt:lpstr>Commit</vt:lpstr>
      <vt:lpstr>Commit - Under the Hood</vt:lpstr>
      <vt:lpstr>Committing Changes</vt:lpstr>
      <vt:lpstr>Viewing History</vt:lpstr>
      <vt:lpstr>History Options</vt:lpstr>
      <vt:lpstr>History Options Cont.</vt:lpstr>
      <vt:lpstr>Demonstration</vt:lpstr>
      <vt:lpstr>Git – Introduction (45 minutes)</vt:lpstr>
      <vt:lpstr>PowerPoint Presentation</vt:lpstr>
      <vt:lpstr>Why use version control?</vt:lpstr>
      <vt:lpstr>Git architecture</vt:lpstr>
      <vt:lpstr>git init: Initialize a repository</vt:lpstr>
      <vt:lpstr>.gitignore: Ignore files</vt:lpstr>
      <vt:lpstr>git add: Add changes</vt:lpstr>
      <vt:lpstr>git commit: Commit changes to memory</vt:lpstr>
      <vt:lpstr>git status: Get the current status</vt:lpstr>
      <vt:lpstr>git branch: Create an alternate timeline</vt:lpstr>
      <vt:lpstr>Branching – why needed </vt:lpstr>
      <vt:lpstr>Branching – solution </vt:lpstr>
      <vt:lpstr>Branching – merging cont.</vt:lpstr>
      <vt:lpstr>HEAD: An introduction</vt:lpstr>
      <vt:lpstr>PowerPoint Presentation</vt:lpstr>
      <vt:lpstr>git checkout: Go to an alternate timeline</vt:lpstr>
      <vt:lpstr>git switch: Go to an alternate timeline</vt:lpstr>
      <vt:lpstr>DETACHED HEAD: An explanation </vt:lpstr>
      <vt:lpstr>The difference between switch and checkout </vt:lpstr>
      <vt:lpstr>The difference between switch and checkout </vt:lpstr>
      <vt:lpstr>git merge: Combine two timelines</vt:lpstr>
      <vt:lpstr>CONFLICT: How to fix merge conflicts</vt:lpstr>
      <vt:lpstr>Git – Intermediate (45 minutes)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Git Introduction</dc:title>
  <dc:creator>Devid Treuling</dc:creator>
  <cp:lastModifiedBy>Gadi Lev-Ari</cp:lastModifiedBy>
  <cp:revision>49</cp:revision>
  <dcterms:created xsi:type="dcterms:W3CDTF">2019-12-16T16:07:11Z</dcterms:created>
  <dcterms:modified xsi:type="dcterms:W3CDTF">2025-07-05T10:01:28Z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2aa342-8706-4288-bd11-ebb85995028c_Enabled">
    <vt:lpwstr>True</vt:lpwstr>
  </property>
  <property fmtid="{D5CDD505-2E9C-101B-9397-08002B2CF9AE}" pid="3" name="MSIP_Label_f42aa342-8706-4288-bd11-ebb85995028c_SiteId">
    <vt:lpwstr>72f988bf-86f1-41af-91ab-2d7cd011db47</vt:lpwstr>
  </property>
  <property fmtid="{D5CDD505-2E9C-101B-9397-08002B2CF9AE}" pid="4" name="MSIP_Label_f42aa342-8706-4288-bd11-ebb85995028c_Owner">
    <vt:lpwstr>devidt@microsoft.com</vt:lpwstr>
  </property>
  <property fmtid="{D5CDD505-2E9C-101B-9397-08002B2CF9AE}" pid="5" name="MSIP_Label_f42aa342-8706-4288-bd11-ebb85995028c_SetDate">
    <vt:lpwstr>2019-12-16T16:10:56.2541824Z</vt:lpwstr>
  </property>
  <property fmtid="{D5CDD505-2E9C-101B-9397-08002B2CF9AE}" pid="6" name="MSIP_Label_f42aa342-8706-4288-bd11-ebb85995028c_Name">
    <vt:lpwstr>General</vt:lpwstr>
  </property>
  <property fmtid="{D5CDD505-2E9C-101B-9397-08002B2CF9AE}" pid="7" name="MSIP_Label_f42aa342-8706-4288-bd11-ebb85995028c_Application">
    <vt:lpwstr>Microsoft Azure Information Protection</vt:lpwstr>
  </property>
  <property fmtid="{D5CDD505-2E9C-101B-9397-08002B2CF9AE}" pid="8" name="MSIP_Label_f42aa342-8706-4288-bd11-ebb85995028c_ActionId">
    <vt:lpwstr>b3b6dc2e-4089-4c6e-bcdb-947401663326</vt:lpwstr>
  </property>
  <property fmtid="{D5CDD505-2E9C-101B-9397-08002B2CF9AE}" pid="9" name="MSIP_Label_f42aa342-8706-4288-bd11-ebb85995028c_Extended_MSFT_Method">
    <vt:lpwstr>Automatic</vt:lpwstr>
  </property>
  <property fmtid="{D5CDD505-2E9C-101B-9397-08002B2CF9AE}" pid="10" name="Sensitivity">
    <vt:lpwstr>General</vt:lpwstr>
  </property>
  <property fmtid="{D5CDD505-2E9C-101B-9397-08002B2CF9AE}" pid="11" name="ContentTypeId">
    <vt:lpwstr>0x01010039A62E282DDA434E979CD3E03185182E</vt:lpwstr>
  </property>
</Properties>
</file>