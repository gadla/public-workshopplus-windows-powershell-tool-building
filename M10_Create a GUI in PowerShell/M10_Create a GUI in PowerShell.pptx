
<file path=[Content_Types].xml><?xml version="1.0" encoding="utf-8"?>
<Types xmlns="http://schemas.openxmlformats.org/package/2006/content-types">
  <Default Extension="bin"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media/image2.bin" ContentType="image/png"/>
  <Override PartName="/ppt/media/image3.bin" ContentType="image/png"/>
  <Override PartName="/ppt/theme/theme2.xml" ContentType="application/vnd.openxmlformats-officedocument.theme+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notesSlides/notesSlide4.xml" ContentType="application/vnd.openxmlformats-officedocument.presentationml.notesSlide+xml"/>
  <Override PartName="/ppt/tags/tag10.xml" ContentType="application/vnd.openxmlformats-officedocument.presentationml.tags+xml"/>
  <Override PartName="/ppt/notesSlides/notesSlide5.xml" ContentType="application/vnd.openxmlformats-officedocument.presentationml.notesSlide+xml"/>
  <Override PartName="/ppt/media/image5.bin" ContentType="image/svg+xml"/>
  <Override PartName="/ppt/media/image7.bin" ContentType="image/svg+xml"/>
  <Override PartName="/ppt/media/image9.bin" ContentType="image/svg+xml"/>
  <Override PartName="/ppt/media/image11.bin" ContentType="image/svg+xml"/>
  <Override PartName="/ppt/tags/tag11.xml" ContentType="application/vnd.openxmlformats-officedocument.presentationml.tags+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media/image13.bin" ContentType="image/svg+xml"/>
  <Override PartName="/ppt/media/image15.bin" ContentType="image/svg+xml"/>
  <Override PartName="/ppt/media/image17.bin" ContentType="image/svg+xml"/>
  <Override PartName="/ppt/media/image19.bin" ContentType="image/svg+xml"/>
  <Override PartName="/ppt/tags/tag12.xml" ContentType="application/vnd.openxmlformats-officedocument.presentationml.tags+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media/image22.bin" ContentType="image/svg+xml"/>
  <Override PartName="/ppt/media/image24.bin" ContentType="image/svg+xml"/>
  <Override PartName="/ppt/media/image26.bin" ContentType="image/svg+xml"/>
  <Override PartName="/ppt/tags/tag13.xml" ContentType="application/vnd.openxmlformats-officedocument.presentationml.tags+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14.xml" ContentType="application/vnd.openxmlformats-officedocument.presentationml.tags+xml"/>
  <Override PartName="/ppt/tags/tag15.xml" ContentType="application/vnd.openxmlformats-officedocument.presentationml.tags+xml"/>
  <Override PartName="/ppt/notesSlides/notesSlide9.xml" ContentType="application/vnd.openxmlformats-officedocument.presentationml.notesSlide+xml"/>
  <Override PartName="/ppt/media/image27.bin" ContentType="image/jpeg"/>
  <Override PartName="/ppt/tags/tag16.xml" ContentType="application/vnd.openxmlformats-officedocument.presentationml.tags+xml"/>
  <Override PartName="/ppt/notesSlides/notesSlide10.xml" ContentType="application/vnd.openxmlformats-officedocument.presentationml.notesSlide+xml"/>
  <Override PartName="/ppt/media/image28.bin" ContentType="image/png"/>
  <Override PartName="/ppt/tags/tag17.xml" ContentType="application/vnd.openxmlformats-officedocument.presentationml.tags+xml"/>
  <Override PartName="/ppt/notesSlides/notesSlide11.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12.xml" ContentType="application/vnd.openxmlformats-officedocument.presentationml.notesSlide+xml"/>
  <Override PartName="/ppt/media/image31.bin" ContentType="image/jpeg"/>
  <Override PartName="/ppt/tags/tag20.xml" ContentType="application/vnd.openxmlformats-officedocument.presentationml.tags+xml"/>
  <Override PartName="/ppt/notesSlides/notesSlide13.xml" ContentType="application/vnd.openxmlformats-officedocument.presentationml.notesSlide+xml"/>
  <Override PartName="/ppt/media/image32.bin" ContentType="image/jpeg"/>
  <Override PartName="/ppt/tags/tag21.xml" ContentType="application/vnd.openxmlformats-officedocument.presentationml.tags+xml"/>
  <Override PartName="/ppt/notesSlides/notesSlide1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22.xml" ContentType="application/vnd.openxmlformats-officedocument.presentationml.tags+xml"/>
  <Override PartName="/ppt/notesSlides/notesSlide1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media/image34.bin" ContentType="image/svg+xml"/>
  <Override PartName="/ppt/media/image36.bin" ContentType="image/svg+xml"/>
  <Override PartName="/ppt/media/image38.bin" ContentType="image/svg+xml"/>
  <Override PartName="/ppt/media/image40.bin" ContentType="image/svg+xml"/>
  <Override PartName="/ppt/tags/tag23.xml" ContentType="application/vnd.openxmlformats-officedocument.presentationml.tags+xml"/>
  <Override PartName="/ppt/notesSlides/notesSlide16.xml" ContentType="application/vnd.openxmlformats-officedocument.presentationml.notesSlide+xml"/>
  <Override PartName="/ppt/media/image41.bin" ContentType="image/png"/>
  <Override PartName="/ppt/tags/tag24.xml" ContentType="application/vnd.openxmlformats-officedocument.presentationml.tags+xml"/>
  <Override PartName="/ppt/notesSlides/notesSlide17.xml" ContentType="application/vnd.openxmlformats-officedocument.presentationml.notesSlide+xml"/>
  <Override PartName="/ppt/tags/tag25.xml" ContentType="application/vnd.openxmlformats-officedocument.presentationml.tags+xml"/>
  <Override PartName="/ppt/notesSlides/notesSlide18.xml" ContentType="application/vnd.openxmlformats-officedocument.presentationml.notesSlide+xml"/>
  <Override PartName="/ppt/tags/tag26.xml" ContentType="application/vnd.openxmlformats-officedocument.presentationml.tags+xml"/>
  <Override PartName="/ppt/notesSlides/notesSlide19.xml" ContentType="application/vnd.openxmlformats-officedocument.presentationml.notesSlide+xml"/>
  <Override PartName="/ppt/media/image45.bin" ContentType="image/png"/>
  <Override PartName="/ppt/tags/tag27.xml" ContentType="application/vnd.openxmlformats-officedocument.presentationml.tags+xml"/>
  <Override PartName="/ppt/notesSlides/notesSlide20.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21.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22.xml" ContentType="application/vnd.openxmlformats-officedocument.presentationml.notesSlide+xml"/>
  <Override PartName="/ppt/tags/tag32.xml" ContentType="application/vnd.openxmlformats-officedocument.presentationml.tags+xml"/>
  <Override PartName="/ppt/notesSlides/notesSlide23.xml" ContentType="application/vnd.openxmlformats-officedocument.presentationml.notesSlide+xml"/>
  <Override PartName="/ppt/media/image46.bin" ContentType="image/jpeg"/>
  <Override PartName="/ppt/tags/tag33.xml" ContentType="application/vnd.openxmlformats-officedocument.presentationml.tags+xml"/>
  <Override PartName="/ppt/notesSlides/notesSlide24.xml" ContentType="application/vnd.openxmlformats-officedocument.presentationml.notesSlide+xml"/>
  <Override PartName="/ppt/media/image47.bin" ContentType="image/png"/>
  <Override PartName="/ppt/media/image48.bin" ContentType="image/png"/>
  <Override PartName="/ppt/tags/tag34.xml" ContentType="application/vnd.openxmlformats-officedocument.presentationml.tags+xml"/>
  <Override PartName="/ppt/notesSlides/notesSlide25.xml" ContentType="application/vnd.openxmlformats-officedocument.presentationml.notesSlide+xml"/>
  <Override PartName="/ppt/media/image49.bin" ContentType="image/png"/>
  <Override PartName="/ppt/tags/tag35.xml" ContentType="application/vnd.openxmlformats-officedocument.presentationml.tags+xml"/>
  <Override PartName="/ppt/notesSlides/notesSlide26.xml" ContentType="application/vnd.openxmlformats-officedocument.presentationml.notesSlide+xml"/>
  <Override PartName="/ppt/media/image50.bin" ContentType="image/png"/>
  <Override PartName="/ppt/media/image51.bin" ContentType="image/png"/>
  <Override PartName="/ppt/media/image52.bin" ContentType="image/png"/>
  <Override PartName="/ppt/media/image53.bin" ContentType="image/png"/>
  <Override PartName="/ppt/media/image54.bin" ContentType="image/png"/>
  <Override PartName="/ppt/embeddings/oleObject1.bin" ContentType="application/vnd.openxmlformats-officedocument.oleObject"/>
  <Override PartName="/ppt/media/image55.bin" ContentType="image/x-wmf"/>
  <Override PartName="/ppt/tags/tag36.xml" ContentType="application/vnd.openxmlformats-officedocument.presentationml.tags+xml"/>
  <Override PartName="/ppt/notesSlides/notesSlide27.xml" ContentType="application/vnd.openxmlformats-officedocument.presentationml.notesSlide+xml"/>
  <Override PartName="/ppt/media/image56.bin" ContentType="image/png"/>
  <Override PartName="/ppt/media/image57.bin" ContentType="image/png"/>
  <Override PartName="/ppt/media/image58.bin" ContentType="image/png"/>
  <Override PartName="/ppt/media/image59.bin" ContentType="image/png"/>
  <Override PartName="/ppt/media/image60.bin" ContentType="image/png"/>
  <Override PartName="/ppt/tags/tag37.xml" ContentType="application/vnd.openxmlformats-officedocument.presentationml.tags+xml"/>
  <Override PartName="/ppt/tags/tag38.xml" ContentType="application/vnd.openxmlformats-officedocument.presentationml.tags+xml"/>
  <Override PartName="/ppt/notesSlides/notesSlide28.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notesSlides/notesSlide29.xml" ContentType="application/vnd.openxmlformats-officedocument.presentationml.notesSlide+xml"/>
  <Override PartName="/ppt/tags/tag41.xml" ContentType="application/vnd.openxmlformats-officedocument.presentationml.tags+xml"/>
  <Override PartName="/ppt/notesSlides/notesSlide30.xml" ContentType="application/vnd.openxmlformats-officedocument.presentationml.notesSlide+xml"/>
  <Override PartName="/ppt/media/image61.bin" ContentType="image/jpeg"/>
  <Override PartName="/ppt/tags/tag42.xml" ContentType="application/vnd.openxmlformats-officedocument.presentationml.tags+xml"/>
  <Override PartName="/ppt/notesSlides/notesSlide3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43.xml" ContentType="application/vnd.openxmlformats-officedocument.presentationml.tags+xml"/>
  <Override PartName="/ppt/notesSlides/notesSlide3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44.xml" ContentType="application/vnd.openxmlformats-officedocument.presentationml.tags+xml"/>
  <Override PartName="/ppt/notesSlides/notesSlide33.xml" ContentType="application/vnd.openxmlformats-officedocument.presentationml.notesSlide+xml"/>
  <Override PartName="/ppt/media/image62.bin" ContentType="image/png"/>
  <Override PartName="/ppt/tags/tag45.xml" ContentType="application/vnd.openxmlformats-officedocument.presentationml.tags+xml"/>
  <Override PartName="/ppt/tags/tag46.xml" ContentType="application/vnd.openxmlformats-officedocument.presentationml.tags+xml"/>
  <Override PartName="/ppt/notesSlides/notesSlide34.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notesSlides/notesSlide35.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notesSlides/notesSlide36.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notesSlides/notesSlide37.xml" ContentType="application/vnd.openxmlformats-officedocument.presentationml.notesSlide+xml"/>
  <Override PartName="/ppt/tags/tag53.xml" ContentType="application/vnd.openxmlformats-officedocument.presentationml.tags+xml"/>
  <Override PartName="/ppt/notesSlides/notesSlide38.xml" ContentType="application/vnd.openxmlformats-officedocument.presentationml.notesSlide+xml"/>
  <Override PartName="/ppt/media/image63.bin" ContentType="image/jpeg"/>
  <Override PartName="/ppt/tags/tag54.xml" ContentType="application/vnd.openxmlformats-officedocument.presentationml.tags+xml"/>
  <Override PartName="/ppt/tags/tag55.xml" ContentType="application/vnd.openxmlformats-officedocument.presentationml.tags+xml"/>
  <Override PartName="/ppt/notesSlides/notesSlide39.xml" ContentType="application/vnd.openxmlformats-officedocument.presentationml.notesSlide+xml"/>
  <Override PartName="/ppt/media/image65.bin" ContentType="image/svg+xml"/>
  <Override PartName="/ppt/media/image67.bin" ContentType="image/svg+xml"/>
  <Override PartName="/ppt/media/image69.bin" ContentType="image/svg+xml"/>
  <Override PartName="/ppt/media/image71.bin" ContentType="image/svg+xml"/>
  <Override PartName="/ppt/media/image73.bin" ContentType="image/svg+xml"/>
  <Override PartName="/ppt/tags/tag56.xml" ContentType="application/vnd.openxmlformats-officedocument.presentationml.tags+xml"/>
  <Override PartName="/ppt/tags/tag57.xml" ContentType="application/vnd.openxmlformats-officedocument.presentationml.tags+xml"/>
  <Override PartName="/ppt/notesSlides/notesSlide40.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notesSlides/notesSlide41.xml" ContentType="application/vnd.openxmlformats-officedocument.presentationml.notesSlide+xml"/>
  <Override PartName="/ppt/media/image74.bin" ContentType="image/png"/>
  <Override PartName="/ppt/tags/tag60.xml" ContentType="application/vnd.openxmlformats-officedocument.presentationml.tags+xml"/>
  <Override PartName="/ppt/tags/tag61.xml" ContentType="application/vnd.openxmlformats-officedocument.presentationml.tags+xml"/>
  <Override PartName="/ppt/notesSlides/notesSlide42.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notesSlides/notesSlide43.xml" ContentType="application/vnd.openxmlformats-officedocument.presentationml.notesSlide+xml"/>
  <Override PartName="/ppt/media/image75.bin" ContentType="image/png"/>
  <Override PartName="/ppt/media/image76.bin" ContentType="image/png"/>
  <Override PartName="/ppt/tags/tag64.xml" ContentType="application/vnd.openxmlformats-officedocument.presentationml.tags+xml"/>
  <Override PartName="/ppt/tags/tag65.xml" ContentType="application/vnd.openxmlformats-officedocument.presentationml.tags+xml"/>
  <Override PartName="/ppt/notesSlides/notesSlide44.xml" ContentType="application/vnd.openxmlformats-officedocument.presentationml.notesSlide+xml"/>
  <Override PartName="/ppt/tags/tag66.xml" ContentType="application/vnd.openxmlformats-officedocument.presentationml.tags+xml"/>
  <Override PartName="/ppt/notesSlides/notesSlide45.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tags/tag67.xml" ContentType="application/vnd.openxmlformats-officedocument.presentationml.tags+xml"/>
  <Override PartName="/ppt/tags/tag68.xml" ContentType="application/vnd.openxmlformats-officedocument.presentationml.tags+xml"/>
  <Override PartName="/ppt/notesSlides/notesSlide46.xml" ContentType="application/vnd.openxmlformats-officedocument.presentationml.notesSlide+xml"/>
  <Override PartName="/ppt/media/image77.bin" ContentType="image/png"/>
  <Override PartName="/ppt/tags/tag69.xml" ContentType="application/vnd.openxmlformats-officedocument.presentationml.tags+xml"/>
  <Override PartName="/ppt/tags/tag70.xml" ContentType="application/vnd.openxmlformats-officedocument.presentationml.tags+xml"/>
  <Override PartName="/ppt/notesSlides/notesSlide47.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notesSlides/notesSlide48.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notesSlides/notesSlide49.xml" ContentType="application/vnd.openxmlformats-officedocument.presentationml.notesSlide+xml"/>
  <Override PartName="/ppt/tags/tag75.xml" ContentType="application/vnd.openxmlformats-officedocument.presentationml.tags+xml"/>
  <Override PartName="/ppt/notesSlides/notesSlide50.xml" ContentType="application/vnd.openxmlformats-officedocument.presentationml.notesSlide+xml"/>
  <Override PartName="/ppt/tags/tag76.xml" ContentType="application/vnd.openxmlformats-officedocument.presentationml.tags+xml"/>
  <Override PartName="/ppt/notesSlides/notesSlide51.xml" ContentType="application/vnd.openxmlformats-officedocument.presentationml.notesSlide+xml"/>
  <Override PartName="/ppt/media/image78.bin" ContentType="image/png"/>
  <Override PartName="/ppt/media/image79.bin" ContentType="image/jpeg"/>
  <Override PartName="/ppt/media/image81.bin" ContentType="image/svg+xml"/>
  <Override PartName="/ppt/tags/tag77.xml" ContentType="application/vnd.openxmlformats-officedocument.presentationml.tags+xml"/>
  <Override PartName="/ppt/notesSlides/notesSlide5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media/image83.bin" ContentType="image/svg+xml"/>
  <Override PartName="/ppt/media/image85.bin" ContentType="image/svg+xml"/>
  <Override PartName="/ppt/media/image87.bin" ContentType="image/svg+xml"/>
  <Override PartName="/ppt/tags/tag78.xml" ContentType="application/vnd.openxmlformats-officedocument.presentationml.tags+xml"/>
  <Override PartName="/ppt/tags/tag79.xml" ContentType="application/vnd.openxmlformats-officedocument.presentationml.tags+xml"/>
  <Override PartName="/ppt/notesSlides/notesSlide53.xml" ContentType="application/vnd.openxmlformats-officedocument.presentationml.notesSlide+xml"/>
  <Override PartName="/ppt/tags/tag80.xml" ContentType="application/vnd.openxmlformats-officedocument.presentationml.tags+xml"/>
  <Override PartName="/ppt/notesSlides/notesSlide54.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notesSlides/notesSlide55.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notesSlides/notesSlide56.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notesSlides/notesSlide57.xml" ContentType="application/vnd.openxmlformats-officedocument.presentationml.notesSlide+xml"/>
  <Override PartName="/ppt/media/image88.bin" ContentType="image/png"/>
  <Override PartName="/ppt/tags/tag87.xml" ContentType="application/vnd.openxmlformats-officedocument.presentationml.tags+xml"/>
  <Override PartName="/ppt/notesSlides/notesSlide5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3"/>
  </p:sldMasterIdLst>
  <p:notesMasterIdLst>
    <p:notesMasterId r:id="rId72"/>
  </p:notesMasterIdLst>
  <p:sldIdLst>
    <p:sldId id="256" r:id="rId14"/>
    <p:sldId id="257" r:id="rId15"/>
    <p:sldId id="258" r:id="rId16"/>
    <p:sldId id="259" r:id="rId17"/>
    <p:sldId id="260" r:id="rId18"/>
    <p:sldId id="261" r:id="rId19"/>
    <p:sldId id="320" r:id="rId20"/>
    <p:sldId id="319" r:id="rId21"/>
    <p:sldId id="321" r:id="rId22"/>
    <p:sldId id="262" r:id="rId23"/>
    <p:sldId id="263" r:id="rId24"/>
    <p:sldId id="264" r:id="rId25"/>
    <p:sldId id="265" r:id="rId26"/>
    <p:sldId id="266" r:id="rId27"/>
    <p:sldId id="267" r:id="rId28"/>
    <p:sldId id="268" r:id="rId29"/>
    <p:sldId id="269" r:id="rId30"/>
    <p:sldId id="270" r:id="rId31"/>
    <p:sldId id="271" r:id="rId32"/>
    <p:sldId id="272" r:id="rId33"/>
    <p:sldId id="273" r:id="rId34"/>
    <p:sldId id="274" r:id="rId35"/>
    <p:sldId id="275" r:id="rId36"/>
    <p:sldId id="276" r:id="rId37"/>
    <p:sldId id="277" r:id="rId38"/>
    <p:sldId id="279" r:id="rId39"/>
    <p:sldId id="281" r:id="rId40"/>
    <p:sldId id="282" r:id="rId41"/>
    <p:sldId id="283" r:id="rId42"/>
    <p:sldId id="284" r:id="rId43"/>
    <p:sldId id="285" r:id="rId44"/>
    <p:sldId id="286" r:id="rId45"/>
    <p:sldId id="287" r:id="rId46"/>
    <p:sldId id="288" r:id="rId47"/>
    <p:sldId id="289" r:id="rId48"/>
    <p:sldId id="322" r:id="rId49"/>
    <p:sldId id="291"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6" r:id="rId69"/>
    <p:sldId id="317" r:id="rId70"/>
    <p:sldId id="318" r:id="rId71"/>
  </p:sldIdLst>
  <p:sldSz cx="12192000" cy="6858000"/>
  <p:notesSz cx="6858000" cy="9144000"/>
  <p:custDataLst>
    <p:tags r:id="rId7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orkshoppLUS - Windows PowerShell: Tool Building" id="{76457832-FE9F-4484-96F1-3A79F5F1BD44}">
          <p14:sldIdLst>
            <p14:sldId id="256"/>
            <p14:sldId id="257"/>
            <p14:sldId id="258"/>
          </p14:sldIdLst>
        </p14:section>
        <p14:section name="Windows Presentation Framework Introduction" id="{9344E5D5-73E2-42C3-AD3D-BE77B2EF0E21}">
          <p14:sldIdLst>
            <p14:sldId id="259"/>
            <p14:sldId id="260"/>
            <p14:sldId id="261"/>
            <p14:sldId id="320"/>
            <p14:sldId id="319"/>
            <p14:sldId id="321"/>
            <p14:sldId id="262"/>
            <p14:sldId id="263"/>
            <p14:sldId id="264"/>
          </p14:sldIdLst>
        </p14:section>
        <p14:section name="Introduction to Visual Studio" id="{11C138CB-6755-45EE-81E8-C4A63B798C05}">
          <p14:sldIdLst>
            <p14:sldId id="265"/>
            <p14:sldId id="266"/>
            <p14:sldId id="267"/>
            <p14:sldId id="268"/>
            <p14:sldId id="269"/>
            <p14:sldId id="270"/>
            <p14:sldId id="271"/>
            <p14:sldId id="272"/>
            <p14:sldId id="273"/>
            <p14:sldId id="274"/>
          </p14:sldIdLst>
        </p14:section>
        <p14:section name="Graphical User Interface Design" id="{79C85452-472E-4756-B4CD-CDE891C91F75}">
          <p14:sldIdLst>
            <p14:sldId id="275"/>
            <p14:sldId id="276"/>
            <p14:sldId id="277"/>
            <p14:sldId id="279"/>
            <p14:sldId id="281"/>
            <p14:sldId id="282"/>
            <p14:sldId id="283"/>
          </p14:sldIdLst>
        </p14:section>
        <p14:section name="Your first GUI" id="{B46C13D4-1F8E-47B8-BBC2-5A39CAD22BE6}">
          <p14:sldIdLst>
            <p14:sldId id="284"/>
            <p14:sldId id="285"/>
            <p14:sldId id="286"/>
            <p14:sldId id="287"/>
            <p14:sldId id="288"/>
            <p14:sldId id="289"/>
            <p14:sldId id="322"/>
            <p14:sldId id="291"/>
          </p14:sldIdLst>
        </p14:section>
        <p14:section name="Code Behind a Form" id="{406BDCCF-1BEF-4B3E-A70A-2E77C55ED611}">
          <p14:sldIdLst>
            <p14:sldId id="297"/>
            <p14:sldId id="298"/>
            <p14:sldId id="299"/>
            <p14:sldId id="300"/>
            <p14:sldId id="301"/>
            <p14:sldId id="302"/>
            <p14:sldId id="303"/>
            <p14:sldId id="304"/>
            <p14:sldId id="305"/>
            <p14:sldId id="306"/>
            <p14:sldId id="307"/>
            <p14:sldId id="308"/>
          </p14:sldIdLst>
        </p14:section>
        <p14:section name="Advanced Techniques" id="{8EF8E9EC-1FCF-4D7B-85AD-4D23D03D314D}">
          <p14:sldIdLst>
            <p14:sldId id="309"/>
            <p14:sldId id="310"/>
            <p14:sldId id="311"/>
            <p14:sldId id="312"/>
            <p14:sldId id="313"/>
            <p14:sldId id="314"/>
            <p14:sldId id="316"/>
          </p14:sldIdLst>
        </p14:section>
        <p14:section name="Lab: PowerShell Graphical User Interfaces" id="{E08F81B2-EE4F-4ED6-8900-B6AA612CDEEB}">
          <p14:sldIdLst>
            <p14:sldId id="317"/>
            <p14:sldId id="318"/>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ory Thacher" initials="KT" lastIdx="56" clrIdx="0">
    <p:extLst>
      <p:ext uri="{19B8F6BF-5375-455C-9EA6-DF929625EA0E}">
        <p15:presenceInfo xmlns:p15="http://schemas.microsoft.com/office/powerpoint/2012/main" userId="S::korythac@microsoft.com::995eb0f2-f21c-467c-a947-4f8fc26d0f2e" providerId="AD"/>
      </p:ext>
    </p:extLst>
  </p:cmAuthor>
  <p:cmAuthor id="2" name="Devid Treuling" initials="DT" lastIdx="12" clrIdx="1">
    <p:extLst>
      <p:ext uri="{19B8F6BF-5375-455C-9EA6-DF929625EA0E}">
        <p15:presenceInfo xmlns:p15="http://schemas.microsoft.com/office/powerpoint/2012/main" userId="S::devidt@microsoft.com::59319ebe-00e0-4bed-b2ef-326bd7e50483" providerId="AD"/>
      </p:ext>
    </p:extLst>
  </p:cmAuthor>
  <p:cmAuthor id="3" name="Martijn van Geffen" initials="MvG" lastIdx="4" clrIdx="2">
    <p:extLst>
      <p:ext uri="{19B8F6BF-5375-455C-9EA6-DF929625EA0E}">
        <p15:presenceInfo xmlns:p15="http://schemas.microsoft.com/office/powerpoint/2012/main" userId="S::mavangef@microsoft.com::0d8ea57d-840a-4839-b208-007caa94e8f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99EE3E-F221-43B8-8E6C-7ED97CEF6A2F}" v="443" dt="2020-02-27T18:56:00.621"/>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0" autoAdjust="0"/>
    <p:restoredTop sz="76424" autoAdjust="0"/>
  </p:normalViewPr>
  <p:slideViewPr>
    <p:cSldViewPr>
      <p:cViewPr varScale="1">
        <p:scale>
          <a:sx n="76" d="100"/>
          <a:sy n="76" d="100"/>
        </p:scale>
        <p:origin x="1950" y="29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3.xml"/><Relationship Id="rId21" Type="http://schemas.openxmlformats.org/officeDocument/2006/relationships/slide" Target="slides/slide8.xml"/><Relationship Id="rId42" Type="http://schemas.openxmlformats.org/officeDocument/2006/relationships/slide" Target="slides/slide29.xml"/><Relationship Id="rId47" Type="http://schemas.openxmlformats.org/officeDocument/2006/relationships/slide" Target="slides/slide34.xml"/><Relationship Id="rId63" Type="http://schemas.openxmlformats.org/officeDocument/2006/relationships/slide" Target="slides/slide50.xml"/><Relationship Id="rId68" Type="http://schemas.openxmlformats.org/officeDocument/2006/relationships/slide" Target="slides/slide55.xml"/><Relationship Id="rId16" Type="http://schemas.openxmlformats.org/officeDocument/2006/relationships/slide" Target="slides/slide3.xml"/><Relationship Id="rId11" Type="http://schemas.openxmlformats.org/officeDocument/2006/relationships/customXml" Target="../customXml/item11.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slide" Target="slides/slide40.xml"/><Relationship Id="rId58" Type="http://schemas.openxmlformats.org/officeDocument/2006/relationships/slide" Target="slides/slide45.xml"/><Relationship Id="rId66" Type="http://schemas.openxmlformats.org/officeDocument/2006/relationships/slide" Target="slides/slide53.xml"/><Relationship Id="rId74" Type="http://schemas.openxmlformats.org/officeDocument/2006/relationships/commentAuthors" Target="commentAuthors.xml"/><Relationship Id="rId79" Type="http://schemas.microsoft.com/office/2015/10/relationships/revisionInfo" Target="revisionInfo.xml"/><Relationship Id="rId5" Type="http://schemas.openxmlformats.org/officeDocument/2006/relationships/customXml" Target="../customXml/item5.xml"/><Relationship Id="rId61" Type="http://schemas.openxmlformats.org/officeDocument/2006/relationships/slide" Target="slides/slide48.xml"/><Relationship Id="rId19" Type="http://schemas.openxmlformats.org/officeDocument/2006/relationships/slide" Target="slides/slide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slide" Target="slides/slide43.xml"/><Relationship Id="rId64" Type="http://schemas.openxmlformats.org/officeDocument/2006/relationships/slide" Target="slides/slide51.xml"/><Relationship Id="rId69" Type="http://schemas.openxmlformats.org/officeDocument/2006/relationships/slide" Target="slides/slide56.xml"/><Relationship Id="rId77" Type="http://schemas.openxmlformats.org/officeDocument/2006/relationships/theme" Target="theme/theme1.xml"/><Relationship Id="rId8" Type="http://schemas.openxmlformats.org/officeDocument/2006/relationships/customXml" Target="../customXml/item8.xml"/><Relationship Id="rId51" Type="http://schemas.openxmlformats.org/officeDocument/2006/relationships/slide" Target="slides/slide38.xml"/><Relationship Id="rId72"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openxmlformats.org/officeDocument/2006/relationships/slide" Target="slides/slide46.xml"/><Relationship Id="rId67" Type="http://schemas.openxmlformats.org/officeDocument/2006/relationships/slide" Target="slides/slide54.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slide" Target="slides/slide41.xml"/><Relationship Id="rId62" Type="http://schemas.openxmlformats.org/officeDocument/2006/relationships/slide" Target="slides/slide49.xml"/><Relationship Id="rId70" Type="http://schemas.openxmlformats.org/officeDocument/2006/relationships/slide" Target="slides/slide57.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slide" Target="slides/slide44.xml"/><Relationship Id="rId10" Type="http://schemas.openxmlformats.org/officeDocument/2006/relationships/customXml" Target="../customXml/item10.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openxmlformats.org/officeDocument/2006/relationships/slide" Target="slides/slide47.xml"/><Relationship Id="rId65" Type="http://schemas.openxmlformats.org/officeDocument/2006/relationships/slide" Target="slides/slide52.xml"/><Relationship Id="rId73" Type="http://schemas.openxmlformats.org/officeDocument/2006/relationships/tags" Target="tags/tag1.xml"/><Relationship Id="rId78"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slideMaster" Target="slideMasters/slideMaster1.xml"/><Relationship Id="rId18" Type="http://schemas.openxmlformats.org/officeDocument/2006/relationships/slide" Target="slides/slide5.xml"/><Relationship Id="rId39" Type="http://schemas.openxmlformats.org/officeDocument/2006/relationships/slide" Target="slides/slide26.xml"/><Relationship Id="rId34" Type="http://schemas.openxmlformats.org/officeDocument/2006/relationships/slide" Target="slides/slide21.xml"/><Relationship Id="rId50" Type="http://schemas.openxmlformats.org/officeDocument/2006/relationships/slide" Target="slides/slide37.xml"/><Relationship Id="rId55" Type="http://schemas.openxmlformats.org/officeDocument/2006/relationships/slide" Target="slides/slide42.xml"/><Relationship Id="rId76" Type="http://schemas.openxmlformats.org/officeDocument/2006/relationships/viewProps" Target="viewProps.xml"/><Relationship Id="rId7" Type="http://schemas.openxmlformats.org/officeDocument/2006/relationships/customXml" Target="../customXml/item7.xml"/><Relationship Id="rId71" Type="http://schemas.openxmlformats.org/officeDocument/2006/relationships/slide" Target="slides/slide58.xml"/><Relationship Id="rId2" Type="http://schemas.openxmlformats.org/officeDocument/2006/relationships/customXml" Target="../customXml/item2.xml"/><Relationship Id="rId29" Type="http://schemas.openxmlformats.org/officeDocument/2006/relationships/slide" Target="slides/slide16.xml"/></Relationships>
</file>

<file path=ppt/diagrams/_rels/data1.xml.rels><?xml version="1.0" encoding="UTF-8" standalone="yes"?>
<Relationships xmlns="http://schemas.openxmlformats.org/package/2006/relationships"><Relationship Id="rId8" Type="http://schemas.openxmlformats.org/officeDocument/2006/relationships/image" Target="../media/image19.bin"/><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bin"/><Relationship Id="rId1" Type="http://schemas.openxmlformats.org/officeDocument/2006/relationships/image" Target="../media/image12.png"/><Relationship Id="rId6" Type="http://schemas.openxmlformats.org/officeDocument/2006/relationships/image" Target="../media/image17.bin"/><Relationship Id="rId5" Type="http://schemas.openxmlformats.org/officeDocument/2006/relationships/image" Target="../media/image16.png"/><Relationship Id="rId4" Type="http://schemas.openxmlformats.org/officeDocument/2006/relationships/image" Target="../media/image15.bin"/></Relationships>
</file>

<file path=ppt/diagrams/_rels/data2.xml.rels><?xml version="1.0" encoding="UTF-8" standalone="yes"?>
<Relationships xmlns="http://schemas.openxmlformats.org/package/2006/relationships"><Relationship Id="rId8" Type="http://schemas.openxmlformats.org/officeDocument/2006/relationships/image" Target="../media/image5.bin"/><Relationship Id="rId3" Type="http://schemas.openxmlformats.org/officeDocument/2006/relationships/image" Target="../media/image23.png"/><Relationship Id="rId7" Type="http://schemas.openxmlformats.org/officeDocument/2006/relationships/image" Target="../media/image4.png"/><Relationship Id="rId2" Type="http://schemas.openxmlformats.org/officeDocument/2006/relationships/image" Target="../media/image22.bin"/><Relationship Id="rId1" Type="http://schemas.openxmlformats.org/officeDocument/2006/relationships/image" Target="../media/image21.png"/><Relationship Id="rId6" Type="http://schemas.openxmlformats.org/officeDocument/2006/relationships/image" Target="../media/image26.bin"/><Relationship Id="rId5" Type="http://schemas.openxmlformats.org/officeDocument/2006/relationships/image" Target="../media/image25.png"/><Relationship Id="rId4" Type="http://schemas.openxmlformats.org/officeDocument/2006/relationships/image" Target="../media/image24.bin"/></Relationships>
</file>

<file path=ppt/diagrams/_rels/data3.xml.rels><?xml version="1.0" encoding="UTF-8" standalone="yes"?>
<Relationships xmlns="http://schemas.openxmlformats.org/package/2006/relationships"><Relationship Id="rId8" Type="http://schemas.openxmlformats.org/officeDocument/2006/relationships/image" Target="../media/image5.bin"/><Relationship Id="rId3" Type="http://schemas.openxmlformats.org/officeDocument/2006/relationships/image" Target="../media/image23.png"/><Relationship Id="rId7" Type="http://schemas.openxmlformats.org/officeDocument/2006/relationships/image" Target="../media/image4.png"/><Relationship Id="rId2" Type="http://schemas.openxmlformats.org/officeDocument/2006/relationships/image" Target="../media/image22.bin"/><Relationship Id="rId1" Type="http://schemas.openxmlformats.org/officeDocument/2006/relationships/image" Target="../media/image21.png"/><Relationship Id="rId6" Type="http://schemas.openxmlformats.org/officeDocument/2006/relationships/image" Target="../media/image26.bin"/><Relationship Id="rId5" Type="http://schemas.openxmlformats.org/officeDocument/2006/relationships/image" Target="../media/image25.png"/><Relationship Id="rId4" Type="http://schemas.openxmlformats.org/officeDocument/2006/relationships/image" Target="../media/image24.bin"/></Relationships>
</file>

<file path=ppt/diagrams/_rels/data4.xml.rels><?xml version="1.0" encoding="UTF-8" standalone="yes"?>
<Relationships xmlns="http://schemas.openxmlformats.org/package/2006/relationships"><Relationship Id="rId8" Type="http://schemas.openxmlformats.org/officeDocument/2006/relationships/image" Target="../media/image5.bin"/><Relationship Id="rId3" Type="http://schemas.openxmlformats.org/officeDocument/2006/relationships/image" Target="../media/image23.png"/><Relationship Id="rId7" Type="http://schemas.openxmlformats.org/officeDocument/2006/relationships/image" Target="../media/image4.png"/><Relationship Id="rId2" Type="http://schemas.openxmlformats.org/officeDocument/2006/relationships/image" Target="../media/image22.bin"/><Relationship Id="rId1" Type="http://schemas.openxmlformats.org/officeDocument/2006/relationships/image" Target="../media/image21.png"/><Relationship Id="rId6" Type="http://schemas.openxmlformats.org/officeDocument/2006/relationships/image" Target="../media/image26.bin"/><Relationship Id="rId5" Type="http://schemas.openxmlformats.org/officeDocument/2006/relationships/image" Target="../media/image25.png"/><Relationship Id="rId4" Type="http://schemas.openxmlformats.org/officeDocument/2006/relationships/image" Target="../media/image24.bin"/></Relationships>
</file>

<file path=ppt/diagrams/_rels/data5.xml.rels><?xml version="1.0" encoding="UTF-8" standalone="yes"?>
<Relationships xmlns="http://schemas.openxmlformats.org/package/2006/relationships"><Relationship Id="rId8" Type="http://schemas.openxmlformats.org/officeDocument/2006/relationships/image" Target="../media/image40.bin"/><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bin"/><Relationship Id="rId1" Type="http://schemas.openxmlformats.org/officeDocument/2006/relationships/image" Target="../media/image33.png"/><Relationship Id="rId6" Type="http://schemas.openxmlformats.org/officeDocument/2006/relationships/image" Target="../media/image38.bin"/><Relationship Id="rId5" Type="http://schemas.openxmlformats.org/officeDocument/2006/relationships/image" Target="../media/image37.png"/><Relationship Id="rId4" Type="http://schemas.openxmlformats.org/officeDocument/2006/relationships/image" Target="../media/image36.bin"/></Relationships>
</file>

<file path=ppt/diagrams/_rels/data9.xml.rels><?xml version="1.0" encoding="UTF-8" standalone="yes"?>
<Relationships xmlns="http://schemas.openxmlformats.org/package/2006/relationships"><Relationship Id="rId8" Type="http://schemas.openxmlformats.org/officeDocument/2006/relationships/image" Target="../media/image87.bin"/><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image" Target="../media/image5.bin"/><Relationship Id="rId1" Type="http://schemas.openxmlformats.org/officeDocument/2006/relationships/image" Target="../media/image4.png"/><Relationship Id="rId6" Type="http://schemas.openxmlformats.org/officeDocument/2006/relationships/image" Target="../media/image85.bin"/><Relationship Id="rId5" Type="http://schemas.openxmlformats.org/officeDocument/2006/relationships/image" Target="../media/image84.png"/><Relationship Id="rId4" Type="http://schemas.openxmlformats.org/officeDocument/2006/relationships/image" Target="../media/image83.bin"/></Relationships>
</file>

<file path=ppt/diagrams/_rels/drawing1.xml.rels><?xml version="1.0" encoding="UTF-8" standalone="yes"?>
<Relationships xmlns="http://schemas.openxmlformats.org/package/2006/relationships"><Relationship Id="rId8" Type="http://schemas.openxmlformats.org/officeDocument/2006/relationships/image" Target="../media/image19.bin"/><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bin"/><Relationship Id="rId1" Type="http://schemas.openxmlformats.org/officeDocument/2006/relationships/image" Target="../media/image12.png"/><Relationship Id="rId6" Type="http://schemas.openxmlformats.org/officeDocument/2006/relationships/image" Target="../media/image17.bin"/><Relationship Id="rId5" Type="http://schemas.openxmlformats.org/officeDocument/2006/relationships/image" Target="../media/image16.png"/><Relationship Id="rId4" Type="http://schemas.openxmlformats.org/officeDocument/2006/relationships/image" Target="../media/image15.bin"/></Relationships>
</file>

<file path=ppt/diagrams/_rels/drawing2.xml.rels><?xml version="1.0" encoding="UTF-8" standalone="yes"?>
<Relationships xmlns="http://schemas.openxmlformats.org/package/2006/relationships"><Relationship Id="rId8" Type="http://schemas.openxmlformats.org/officeDocument/2006/relationships/image" Target="../media/image5.bin"/><Relationship Id="rId3" Type="http://schemas.openxmlformats.org/officeDocument/2006/relationships/image" Target="../media/image23.png"/><Relationship Id="rId7" Type="http://schemas.openxmlformats.org/officeDocument/2006/relationships/image" Target="../media/image4.png"/><Relationship Id="rId2" Type="http://schemas.openxmlformats.org/officeDocument/2006/relationships/image" Target="../media/image22.bin"/><Relationship Id="rId1" Type="http://schemas.openxmlformats.org/officeDocument/2006/relationships/image" Target="../media/image21.png"/><Relationship Id="rId6" Type="http://schemas.openxmlformats.org/officeDocument/2006/relationships/image" Target="../media/image26.bin"/><Relationship Id="rId5" Type="http://schemas.openxmlformats.org/officeDocument/2006/relationships/image" Target="../media/image25.png"/><Relationship Id="rId4" Type="http://schemas.openxmlformats.org/officeDocument/2006/relationships/image" Target="../media/image24.bin"/></Relationships>
</file>

<file path=ppt/diagrams/_rels/drawing3.xml.rels><?xml version="1.0" encoding="UTF-8" standalone="yes"?>
<Relationships xmlns="http://schemas.openxmlformats.org/package/2006/relationships"><Relationship Id="rId8" Type="http://schemas.openxmlformats.org/officeDocument/2006/relationships/image" Target="../media/image5.bin"/><Relationship Id="rId3" Type="http://schemas.openxmlformats.org/officeDocument/2006/relationships/image" Target="../media/image23.png"/><Relationship Id="rId7" Type="http://schemas.openxmlformats.org/officeDocument/2006/relationships/image" Target="../media/image4.png"/><Relationship Id="rId2" Type="http://schemas.openxmlformats.org/officeDocument/2006/relationships/image" Target="../media/image22.bin"/><Relationship Id="rId1" Type="http://schemas.openxmlformats.org/officeDocument/2006/relationships/image" Target="../media/image21.png"/><Relationship Id="rId6" Type="http://schemas.openxmlformats.org/officeDocument/2006/relationships/image" Target="../media/image26.bin"/><Relationship Id="rId5" Type="http://schemas.openxmlformats.org/officeDocument/2006/relationships/image" Target="../media/image25.png"/><Relationship Id="rId4" Type="http://schemas.openxmlformats.org/officeDocument/2006/relationships/image" Target="../media/image24.bin"/></Relationships>
</file>

<file path=ppt/diagrams/_rels/drawing4.xml.rels><?xml version="1.0" encoding="UTF-8" standalone="yes"?>
<Relationships xmlns="http://schemas.openxmlformats.org/package/2006/relationships"><Relationship Id="rId8" Type="http://schemas.openxmlformats.org/officeDocument/2006/relationships/image" Target="../media/image5.bin"/><Relationship Id="rId3" Type="http://schemas.openxmlformats.org/officeDocument/2006/relationships/image" Target="../media/image23.png"/><Relationship Id="rId7" Type="http://schemas.openxmlformats.org/officeDocument/2006/relationships/image" Target="../media/image4.png"/><Relationship Id="rId2" Type="http://schemas.openxmlformats.org/officeDocument/2006/relationships/image" Target="../media/image22.bin"/><Relationship Id="rId1" Type="http://schemas.openxmlformats.org/officeDocument/2006/relationships/image" Target="../media/image21.png"/><Relationship Id="rId6" Type="http://schemas.openxmlformats.org/officeDocument/2006/relationships/image" Target="../media/image26.bin"/><Relationship Id="rId5" Type="http://schemas.openxmlformats.org/officeDocument/2006/relationships/image" Target="../media/image25.png"/><Relationship Id="rId4" Type="http://schemas.openxmlformats.org/officeDocument/2006/relationships/image" Target="../media/image24.bin"/></Relationships>
</file>

<file path=ppt/diagrams/_rels/drawing5.xml.rels><?xml version="1.0" encoding="UTF-8" standalone="yes"?>
<Relationships xmlns="http://schemas.openxmlformats.org/package/2006/relationships"><Relationship Id="rId8" Type="http://schemas.openxmlformats.org/officeDocument/2006/relationships/image" Target="../media/image40.bin"/><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bin"/><Relationship Id="rId1" Type="http://schemas.openxmlformats.org/officeDocument/2006/relationships/image" Target="../media/image33.png"/><Relationship Id="rId6" Type="http://schemas.openxmlformats.org/officeDocument/2006/relationships/image" Target="../media/image38.bin"/><Relationship Id="rId5" Type="http://schemas.openxmlformats.org/officeDocument/2006/relationships/image" Target="../media/image37.png"/><Relationship Id="rId4" Type="http://schemas.openxmlformats.org/officeDocument/2006/relationships/image" Target="../media/image36.bin"/></Relationships>
</file>

<file path=ppt/diagrams/_rels/drawing9.xml.rels><?xml version="1.0" encoding="UTF-8" standalone="yes"?>
<Relationships xmlns="http://schemas.openxmlformats.org/package/2006/relationships"><Relationship Id="rId8" Type="http://schemas.openxmlformats.org/officeDocument/2006/relationships/image" Target="../media/image87.bin"/><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image" Target="../media/image5.bin"/><Relationship Id="rId1" Type="http://schemas.openxmlformats.org/officeDocument/2006/relationships/image" Target="../media/image4.png"/><Relationship Id="rId6" Type="http://schemas.openxmlformats.org/officeDocument/2006/relationships/image" Target="../media/image85.bin"/><Relationship Id="rId5" Type="http://schemas.openxmlformats.org/officeDocument/2006/relationships/image" Target="../media/image84.png"/><Relationship Id="rId4" Type="http://schemas.openxmlformats.org/officeDocument/2006/relationships/image" Target="../media/image83.bin"/></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7DD5C3-B261-4FE9-95C9-ECA5A08DEFD5}"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FB48F4D2-4D8E-47E7-92AC-D90D4B8C4D2F}">
      <dgm:prSet/>
      <dgm:spPr/>
      <dgm:t>
        <a:bodyPr/>
        <a:lstStyle/>
        <a:p>
          <a:pPr>
            <a:lnSpc>
              <a:spcPct val="100000"/>
            </a:lnSpc>
          </a:pPr>
          <a:r>
            <a:rPr lang="en-US" dirty="0"/>
            <a:t>Turn your tool into something more user friendly</a:t>
          </a:r>
        </a:p>
      </dgm:t>
    </dgm:pt>
    <dgm:pt modelId="{521C1DAB-7064-40A0-A058-B3B7FDAA54BB}" type="parTrans" cxnId="{8242E013-598F-4AE6-B8CF-24F114672639}">
      <dgm:prSet/>
      <dgm:spPr/>
      <dgm:t>
        <a:bodyPr/>
        <a:lstStyle/>
        <a:p>
          <a:endParaRPr lang="en-US"/>
        </a:p>
      </dgm:t>
    </dgm:pt>
    <dgm:pt modelId="{7A8B9D53-4D0A-42C6-B2B9-9BCD885E3F56}" type="sibTrans" cxnId="{8242E013-598F-4AE6-B8CF-24F114672639}">
      <dgm:prSet/>
      <dgm:spPr/>
      <dgm:t>
        <a:bodyPr/>
        <a:lstStyle/>
        <a:p>
          <a:endParaRPr lang="en-US"/>
        </a:p>
      </dgm:t>
    </dgm:pt>
    <dgm:pt modelId="{9A567883-47A1-42EC-9E56-3EE0DC365782}">
      <dgm:prSet/>
      <dgm:spPr/>
      <dgm:t>
        <a:bodyPr/>
        <a:lstStyle/>
        <a:p>
          <a:pPr>
            <a:lnSpc>
              <a:spcPct val="100000"/>
            </a:lnSpc>
          </a:pPr>
          <a:r>
            <a:rPr lang="en-US" dirty="0"/>
            <a:t>Gather input from a user with tools such as:</a:t>
          </a:r>
        </a:p>
      </dgm:t>
    </dgm:pt>
    <dgm:pt modelId="{A1F785A3-D91F-4553-96CE-68BE51199E1A}" type="parTrans" cxnId="{90A6DB97-E20D-4DDC-B358-4C54EDEBFAE8}">
      <dgm:prSet/>
      <dgm:spPr/>
      <dgm:t>
        <a:bodyPr/>
        <a:lstStyle/>
        <a:p>
          <a:endParaRPr lang="en-US"/>
        </a:p>
      </dgm:t>
    </dgm:pt>
    <dgm:pt modelId="{6283738A-CB9C-4D51-BD0E-06600C0D1279}" type="sibTrans" cxnId="{90A6DB97-E20D-4DDC-B358-4C54EDEBFAE8}">
      <dgm:prSet/>
      <dgm:spPr/>
      <dgm:t>
        <a:bodyPr/>
        <a:lstStyle/>
        <a:p>
          <a:endParaRPr lang="en-US"/>
        </a:p>
      </dgm:t>
    </dgm:pt>
    <dgm:pt modelId="{7F7F5321-765E-479B-93F3-911743A7E1F8}">
      <dgm:prSet custT="1"/>
      <dgm:spPr/>
      <dgm:t>
        <a:bodyPr/>
        <a:lstStyle/>
        <a:p>
          <a:pPr>
            <a:lnSpc>
              <a:spcPct val="100000"/>
            </a:lnSpc>
          </a:pPr>
          <a:r>
            <a:rPr lang="en-US" sz="1800" dirty="0"/>
            <a:t>- Text boxes		- Date pickers</a:t>
          </a:r>
        </a:p>
      </dgm:t>
    </dgm:pt>
    <dgm:pt modelId="{B2A3D769-75B2-43B1-B96E-B5EAC4581AB6}" type="parTrans" cxnId="{5A7031CE-1F85-4956-A11E-245C529572CA}">
      <dgm:prSet/>
      <dgm:spPr/>
      <dgm:t>
        <a:bodyPr/>
        <a:lstStyle/>
        <a:p>
          <a:endParaRPr lang="en-US"/>
        </a:p>
      </dgm:t>
    </dgm:pt>
    <dgm:pt modelId="{DBD44AA9-F594-4733-B38C-35298D7BE249}" type="sibTrans" cxnId="{5A7031CE-1F85-4956-A11E-245C529572CA}">
      <dgm:prSet/>
      <dgm:spPr/>
      <dgm:t>
        <a:bodyPr/>
        <a:lstStyle/>
        <a:p>
          <a:endParaRPr lang="en-US"/>
        </a:p>
      </dgm:t>
    </dgm:pt>
    <dgm:pt modelId="{3CF2C717-21AD-4EB7-BEAD-C10848D3D7DD}">
      <dgm:prSet custT="1"/>
      <dgm:spPr/>
      <dgm:t>
        <a:bodyPr/>
        <a:lstStyle/>
        <a:p>
          <a:pPr>
            <a:lnSpc>
              <a:spcPct val="100000"/>
            </a:lnSpc>
          </a:pPr>
          <a:r>
            <a:rPr lang="en-US" sz="1800" dirty="0"/>
            <a:t>- Submit Buttons</a:t>
          </a:r>
        </a:p>
      </dgm:t>
    </dgm:pt>
    <dgm:pt modelId="{7B0EC3FC-281A-4CCE-A7B5-1C48362D6A61}" type="parTrans" cxnId="{DF0E9B2A-5B64-41F6-B255-D18FB110DB1D}">
      <dgm:prSet/>
      <dgm:spPr/>
      <dgm:t>
        <a:bodyPr/>
        <a:lstStyle/>
        <a:p>
          <a:endParaRPr lang="en-US"/>
        </a:p>
      </dgm:t>
    </dgm:pt>
    <dgm:pt modelId="{C31EA938-A27B-48C3-BD8C-CEB70B1F075A}" type="sibTrans" cxnId="{DF0E9B2A-5B64-41F6-B255-D18FB110DB1D}">
      <dgm:prSet/>
      <dgm:spPr/>
      <dgm:t>
        <a:bodyPr/>
        <a:lstStyle/>
        <a:p>
          <a:endParaRPr lang="en-US"/>
        </a:p>
      </dgm:t>
    </dgm:pt>
    <dgm:pt modelId="{2E184855-642E-4980-8BCE-A681025D00BA}">
      <dgm:prSet/>
      <dgm:spPr/>
      <dgm:t>
        <a:bodyPr/>
        <a:lstStyle/>
        <a:p>
          <a:pPr>
            <a:lnSpc>
              <a:spcPct val="100000"/>
            </a:lnSpc>
          </a:pPr>
          <a:r>
            <a:rPr lang="en-US"/>
            <a:t>Display large, interactive data sets for output</a:t>
          </a:r>
        </a:p>
      </dgm:t>
    </dgm:pt>
    <dgm:pt modelId="{C0487D1E-3FE6-4500-A604-3DEFF1C34984}" type="parTrans" cxnId="{E0B1DE22-6E67-42D1-B017-B7708115110C}">
      <dgm:prSet/>
      <dgm:spPr/>
      <dgm:t>
        <a:bodyPr/>
        <a:lstStyle/>
        <a:p>
          <a:endParaRPr lang="en-US"/>
        </a:p>
      </dgm:t>
    </dgm:pt>
    <dgm:pt modelId="{DB27B367-D738-4DA7-AD25-30FEEB85B13D}" type="sibTrans" cxnId="{E0B1DE22-6E67-42D1-B017-B7708115110C}">
      <dgm:prSet/>
      <dgm:spPr/>
      <dgm:t>
        <a:bodyPr/>
        <a:lstStyle/>
        <a:p>
          <a:endParaRPr lang="en-US"/>
        </a:p>
      </dgm:t>
    </dgm:pt>
    <dgm:pt modelId="{742B2DE4-DA85-468E-B59E-FB89A00F91E0}">
      <dgm:prSet custT="1"/>
      <dgm:spPr/>
      <dgm:t>
        <a:bodyPr/>
        <a:lstStyle/>
        <a:p>
          <a:pPr marL="174625" indent="-174625">
            <a:lnSpc>
              <a:spcPct val="100000"/>
            </a:lnSpc>
          </a:pPr>
          <a:r>
            <a:rPr lang="en-US" sz="1800" dirty="0"/>
            <a:t>- GUI can even adapt to screen resolutions and touch screens</a:t>
          </a:r>
          <a:br>
            <a:rPr lang="en-US" sz="1500" dirty="0"/>
          </a:br>
          <a:endParaRPr lang="en-US" sz="1500" dirty="0"/>
        </a:p>
      </dgm:t>
    </dgm:pt>
    <dgm:pt modelId="{12414433-8F39-4159-8BFD-DB21D7279682}" type="parTrans" cxnId="{4D03D1C5-DE69-47BB-9731-F5119B1E7AF6}">
      <dgm:prSet/>
      <dgm:spPr/>
      <dgm:t>
        <a:bodyPr/>
        <a:lstStyle/>
        <a:p>
          <a:endParaRPr lang="en-US"/>
        </a:p>
      </dgm:t>
    </dgm:pt>
    <dgm:pt modelId="{A08547B0-1A2F-4AB0-8E73-2C6F0A84FC60}" type="sibTrans" cxnId="{4D03D1C5-DE69-47BB-9731-F5119B1E7AF6}">
      <dgm:prSet/>
      <dgm:spPr/>
      <dgm:t>
        <a:bodyPr/>
        <a:lstStyle/>
        <a:p>
          <a:endParaRPr lang="en-US"/>
        </a:p>
      </dgm:t>
    </dgm:pt>
    <dgm:pt modelId="{329973C1-E4E4-42AC-960B-B5DCFCB0ECC9}">
      <dgm:prSet/>
      <dgm:spPr/>
      <dgm:t>
        <a:bodyPr/>
        <a:lstStyle/>
        <a:p>
          <a:pPr>
            <a:lnSpc>
              <a:spcPct val="100000"/>
            </a:lnSpc>
          </a:pPr>
          <a:r>
            <a:rPr lang="en-US"/>
            <a:t>WPF data binding is a feature that allows us to show live data changes in the GUI</a:t>
          </a:r>
        </a:p>
      </dgm:t>
    </dgm:pt>
    <dgm:pt modelId="{504B6ED5-4E22-426E-B57E-70734FE95493}" type="parTrans" cxnId="{81C22F7F-B1F1-44EB-953B-4CA6210D1787}">
      <dgm:prSet/>
      <dgm:spPr/>
      <dgm:t>
        <a:bodyPr/>
        <a:lstStyle/>
        <a:p>
          <a:endParaRPr lang="en-US"/>
        </a:p>
      </dgm:t>
    </dgm:pt>
    <dgm:pt modelId="{F6CC6E9F-7FF0-470E-AC43-11695A3EC00E}" type="sibTrans" cxnId="{81C22F7F-B1F1-44EB-953B-4CA6210D1787}">
      <dgm:prSet/>
      <dgm:spPr/>
      <dgm:t>
        <a:bodyPr/>
        <a:lstStyle/>
        <a:p>
          <a:endParaRPr lang="en-US"/>
        </a:p>
      </dgm:t>
    </dgm:pt>
    <dgm:pt modelId="{96BA9FA2-F95F-42CE-9D33-10577E38C038}" type="pres">
      <dgm:prSet presAssocID="{937DD5C3-B261-4FE9-95C9-ECA5A08DEFD5}" presName="root" presStyleCnt="0">
        <dgm:presLayoutVars>
          <dgm:dir/>
          <dgm:resizeHandles val="exact"/>
        </dgm:presLayoutVars>
      </dgm:prSet>
      <dgm:spPr/>
    </dgm:pt>
    <dgm:pt modelId="{3F5C5BCC-E8B3-4592-B4CB-71E79539F3D8}" type="pres">
      <dgm:prSet presAssocID="{FB48F4D2-4D8E-47E7-92AC-D90D4B8C4D2F}" presName="compNode" presStyleCnt="0"/>
      <dgm:spPr/>
    </dgm:pt>
    <dgm:pt modelId="{7A6F187D-77D9-48B6-9200-ECC0DFBF8EA6}" type="pres">
      <dgm:prSet presAssocID="{FB48F4D2-4D8E-47E7-92AC-D90D4B8C4D2F}" presName="bgRect" presStyleLbl="bgShp" presStyleIdx="0" presStyleCnt="4"/>
      <dgm:spPr/>
    </dgm:pt>
    <dgm:pt modelId="{B4B6A167-59E7-4662-AEB0-642BAA4409F6}" type="pres">
      <dgm:prSet presAssocID="{FB48F4D2-4D8E-47E7-92AC-D90D4B8C4D2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ghtbulb"/>
        </a:ext>
      </dgm:extLst>
    </dgm:pt>
    <dgm:pt modelId="{5ACD78E8-DC9F-4600-8752-0B5A6F9D1711}" type="pres">
      <dgm:prSet presAssocID="{FB48F4D2-4D8E-47E7-92AC-D90D4B8C4D2F}" presName="spaceRect" presStyleCnt="0"/>
      <dgm:spPr/>
    </dgm:pt>
    <dgm:pt modelId="{6C50DF0B-7CFC-4B95-AF19-5C6F8265011C}" type="pres">
      <dgm:prSet presAssocID="{FB48F4D2-4D8E-47E7-92AC-D90D4B8C4D2F}" presName="parTx" presStyleLbl="revTx" presStyleIdx="0" presStyleCnt="6">
        <dgm:presLayoutVars>
          <dgm:chMax val="0"/>
          <dgm:chPref val="0"/>
        </dgm:presLayoutVars>
      </dgm:prSet>
      <dgm:spPr/>
    </dgm:pt>
    <dgm:pt modelId="{AA24C8DA-C908-463E-8786-64F3E1B4683D}" type="pres">
      <dgm:prSet presAssocID="{7A8B9D53-4D0A-42C6-B2B9-9BCD885E3F56}" presName="sibTrans" presStyleCnt="0"/>
      <dgm:spPr/>
    </dgm:pt>
    <dgm:pt modelId="{F2A930CF-16DC-4703-A977-98B5738CF7D2}" type="pres">
      <dgm:prSet presAssocID="{9A567883-47A1-42EC-9E56-3EE0DC365782}" presName="compNode" presStyleCnt="0"/>
      <dgm:spPr/>
    </dgm:pt>
    <dgm:pt modelId="{D2FCEDE9-DBDD-4CB8-97F1-E42747B69001}" type="pres">
      <dgm:prSet presAssocID="{9A567883-47A1-42EC-9E56-3EE0DC365782}" presName="bgRect" presStyleLbl="bgShp" presStyleIdx="1" presStyleCnt="4"/>
      <dgm:spPr/>
    </dgm:pt>
    <dgm:pt modelId="{5C195E63-87BB-46C1-9DBD-CEBE259810C0}" type="pres">
      <dgm:prSet presAssocID="{9A567883-47A1-42EC-9E56-3EE0DC36578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455AEC69-466D-4391-98F4-D6ADB5C747D7}" type="pres">
      <dgm:prSet presAssocID="{9A567883-47A1-42EC-9E56-3EE0DC365782}" presName="spaceRect" presStyleCnt="0"/>
      <dgm:spPr/>
    </dgm:pt>
    <dgm:pt modelId="{DEEE21AB-736C-4F86-86BA-8E54B469C2DD}" type="pres">
      <dgm:prSet presAssocID="{9A567883-47A1-42EC-9E56-3EE0DC365782}" presName="parTx" presStyleLbl="revTx" presStyleIdx="1" presStyleCnt="6">
        <dgm:presLayoutVars>
          <dgm:chMax val="0"/>
          <dgm:chPref val="0"/>
        </dgm:presLayoutVars>
      </dgm:prSet>
      <dgm:spPr/>
    </dgm:pt>
    <dgm:pt modelId="{506DEA7F-57CF-4DD7-B2F5-22C204F40BE3}" type="pres">
      <dgm:prSet presAssocID="{9A567883-47A1-42EC-9E56-3EE0DC365782}" presName="desTx" presStyleLbl="revTx" presStyleIdx="2" presStyleCnt="6">
        <dgm:presLayoutVars/>
      </dgm:prSet>
      <dgm:spPr/>
    </dgm:pt>
    <dgm:pt modelId="{CFC416D8-D0EF-4968-A349-5AD5E4C4A8FB}" type="pres">
      <dgm:prSet presAssocID="{6283738A-CB9C-4D51-BD0E-06600C0D1279}" presName="sibTrans" presStyleCnt="0"/>
      <dgm:spPr/>
    </dgm:pt>
    <dgm:pt modelId="{7F30DFB1-9B0E-4649-99E8-DFDC1A009024}" type="pres">
      <dgm:prSet presAssocID="{2E184855-642E-4980-8BCE-A681025D00BA}" presName="compNode" presStyleCnt="0"/>
      <dgm:spPr/>
    </dgm:pt>
    <dgm:pt modelId="{C8888E3A-8131-43F1-869F-C6424D331CBF}" type="pres">
      <dgm:prSet presAssocID="{2E184855-642E-4980-8BCE-A681025D00BA}" presName="bgRect" presStyleLbl="bgShp" presStyleIdx="2" presStyleCnt="4"/>
      <dgm:spPr/>
    </dgm:pt>
    <dgm:pt modelId="{E04BFD5D-8A67-4171-845F-6EE852DB00E8}" type="pres">
      <dgm:prSet presAssocID="{2E184855-642E-4980-8BCE-A681025D00B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ablet"/>
        </a:ext>
      </dgm:extLst>
    </dgm:pt>
    <dgm:pt modelId="{005B6911-9714-491C-B200-14B076F717D0}" type="pres">
      <dgm:prSet presAssocID="{2E184855-642E-4980-8BCE-A681025D00BA}" presName="spaceRect" presStyleCnt="0"/>
      <dgm:spPr/>
    </dgm:pt>
    <dgm:pt modelId="{12A7B643-F8FC-4083-B8E6-981ACE4E1B25}" type="pres">
      <dgm:prSet presAssocID="{2E184855-642E-4980-8BCE-A681025D00BA}" presName="parTx" presStyleLbl="revTx" presStyleIdx="3" presStyleCnt="6">
        <dgm:presLayoutVars>
          <dgm:chMax val="0"/>
          <dgm:chPref val="0"/>
        </dgm:presLayoutVars>
      </dgm:prSet>
      <dgm:spPr/>
    </dgm:pt>
    <dgm:pt modelId="{3FC37B7C-6921-4A03-B5D5-EBECD59B67BD}" type="pres">
      <dgm:prSet presAssocID="{2E184855-642E-4980-8BCE-A681025D00BA}" presName="desTx" presStyleLbl="revTx" presStyleIdx="4" presStyleCnt="6">
        <dgm:presLayoutVars/>
      </dgm:prSet>
      <dgm:spPr/>
    </dgm:pt>
    <dgm:pt modelId="{0411EFE1-5209-4571-B6F0-43EC93D785D0}" type="pres">
      <dgm:prSet presAssocID="{DB27B367-D738-4DA7-AD25-30FEEB85B13D}" presName="sibTrans" presStyleCnt="0"/>
      <dgm:spPr/>
    </dgm:pt>
    <dgm:pt modelId="{A592F4FF-9112-4E57-A812-5D7FA5DBD432}" type="pres">
      <dgm:prSet presAssocID="{329973C1-E4E4-42AC-960B-B5DCFCB0ECC9}" presName="compNode" presStyleCnt="0"/>
      <dgm:spPr/>
    </dgm:pt>
    <dgm:pt modelId="{FCA8AE58-FF95-4CFB-8485-E600DE147A31}" type="pres">
      <dgm:prSet presAssocID="{329973C1-E4E4-42AC-960B-B5DCFCB0ECC9}" presName="bgRect" presStyleLbl="bgShp" presStyleIdx="3" presStyleCnt="4"/>
      <dgm:spPr/>
    </dgm:pt>
    <dgm:pt modelId="{0DD71319-1BA9-4DE1-91C7-A7B3F0A7BACA}" type="pres">
      <dgm:prSet presAssocID="{329973C1-E4E4-42AC-960B-B5DCFCB0ECC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lipboard1"/>
        </a:ext>
      </dgm:extLst>
    </dgm:pt>
    <dgm:pt modelId="{8242FCCD-1E60-4394-BC73-DCAE30A294F0}" type="pres">
      <dgm:prSet presAssocID="{329973C1-E4E4-42AC-960B-B5DCFCB0ECC9}" presName="spaceRect" presStyleCnt="0"/>
      <dgm:spPr/>
    </dgm:pt>
    <dgm:pt modelId="{0C97D1CC-1FC8-4F67-83DE-034668702815}" type="pres">
      <dgm:prSet presAssocID="{329973C1-E4E4-42AC-960B-B5DCFCB0ECC9}" presName="parTx" presStyleLbl="revTx" presStyleIdx="5" presStyleCnt="6">
        <dgm:presLayoutVars>
          <dgm:chMax val="0"/>
          <dgm:chPref val="0"/>
        </dgm:presLayoutVars>
      </dgm:prSet>
      <dgm:spPr/>
    </dgm:pt>
  </dgm:ptLst>
  <dgm:cxnLst>
    <dgm:cxn modelId="{8242E013-598F-4AE6-B8CF-24F114672639}" srcId="{937DD5C3-B261-4FE9-95C9-ECA5A08DEFD5}" destId="{FB48F4D2-4D8E-47E7-92AC-D90D4B8C4D2F}" srcOrd="0" destOrd="0" parTransId="{521C1DAB-7064-40A0-A058-B3B7FDAA54BB}" sibTransId="{7A8B9D53-4D0A-42C6-B2B9-9BCD885E3F56}"/>
    <dgm:cxn modelId="{E0B1DE22-6E67-42D1-B017-B7708115110C}" srcId="{937DD5C3-B261-4FE9-95C9-ECA5A08DEFD5}" destId="{2E184855-642E-4980-8BCE-A681025D00BA}" srcOrd="2" destOrd="0" parTransId="{C0487D1E-3FE6-4500-A604-3DEFF1C34984}" sibTransId="{DB27B367-D738-4DA7-AD25-30FEEB85B13D}"/>
    <dgm:cxn modelId="{DF0E9B2A-5B64-41F6-B255-D18FB110DB1D}" srcId="{9A567883-47A1-42EC-9E56-3EE0DC365782}" destId="{3CF2C717-21AD-4EB7-BEAD-C10848D3D7DD}" srcOrd="1" destOrd="0" parTransId="{7B0EC3FC-281A-4CCE-A7B5-1C48362D6A61}" sibTransId="{C31EA938-A27B-48C3-BD8C-CEB70B1F075A}"/>
    <dgm:cxn modelId="{09DA665C-169D-4FBE-A7F5-9BE4A84E3BAE}" type="presOf" srcId="{2E184855-642E-4980-8BCE-A681025D00BA}" destId="{12A7B643-F8FC-4083-B8E6-981ACE4E1B25}" srcOrd="0" destOrd="0" presId="urn:microsoft.com/office/officeart/2018/2/layout/IconVerticalSolidList"/>
    <dgm:cxn modelId="{48FAAF61-94A9-4A98-A829-C62689104453}" type="presOf" srcId="{FB48F4D2-4D8E-47E7-92AC-D90D4B8C4D2F}" destId="{6C50DF0B-7CFC-4B95-AF19-5C6F8265011C}" srcOrd="0" destOrd="0" presId="urn:microsoft.com/office/officeart/2018/2/layout/IconVerticalSolidList"/>
    <dgm:cxn modelId="{81C22F7F-B1F1-44EB-953B-4CA6210D1787}" srcId="{937DD5C3-B261-4FE9-95C9-ECA5A08DEFD5}" destId="{329973C1-E4E4-42AC-960B-B5DCFCB0ECC9}" srcOrd="3" destOrd="0" parTransId="{504B6ED5-4E22-426E-B57E-70734FE95493}" sibTransId="{F6CC6E9F-7FF0-470E-AC43-11695A3EC00E}"/>
    <dgm:cxn modelId="{E4797D8C-7645-49B4-83B1-37C6031595ED}" type="presOf" srcId="{9A567883-47A1-42EC-9E56-3EE0DC365782}" destId="{DEEE21AB-736C-4F86-86BA-8E54B469C2DD}" srcOrd="0" destOrd="0" presId="urn:microsoft.com/office/officeart/2018/2/layout/IconVerticalSolidList"/>
    <dgm:cxn modelId="{90A6DB97-E20D-4DDC-B358-4C54EDEBFAE8}" srcId="{937DD5C3-B261-4FE9-95C9-ECA5A08DEFD5}" destId="{9A567883-47A1-42EC-9E56-3EE0DC365782}" srcOrd="1" destOrd="0" parTransId="{A1F785A3-D91F-4553-96CE-68BE51199E1A}" sibTransId="{6283738A-CB9C-4D51-BD0E-06600C0D1279}"/>
    <dgm:cxn modelId="{4D03D1C5-DE69-47BB-9731-F5119B1E7AF6}" srcId="{2E184855-642E-4980-8BCE-A681025D00BA}" destId="{742B2DE4-DA85-468E-B59E-FB89A00F91E0}" srcOrd="0" destOrd="0" parTransId="{12414433-8F39-4159-8BFD-DB21D7279682}" sibTransId="{A08547B0-1A2F-4AB0-8E73-2C6F0A84FC60}"/>
    <dgm:cxn modelId="{5A7031CE-1F85-4956-A11E-245C529572CA}" srcId="{9A567883-47A1-42EC-9E56-3EE0DC365782}" destId="{7F7F5321-765E-479B-93F3-911743A7E1F8}" srcOrd="0" destOrd="0" parTransId="{B2A3D769-75B2-43B1-B96E-B5EAC4581AB6}" sibTransId="{DBD44AA9-F594-4733-B38C-35298D7BE249}"/>
    <dgm:cxn modelId="{111D62D1-3A03-4D4E-B84D-D7D70F3830A7}" type="presOf" srcId="{937DD5C3-B261-4FE9-95C9-ECA5A08DEFD5}" destId="{96BA9FA2-F95F-42CE-9D33-10577E38C038}" srcOrd="0" destOrd="0" presId="urn:microsoft.com/office/officeart/2018/2/layout/IconVerticalSolidList"/>
    <dgm:cxn modelId="{43BFC5D1-9498-4007-A973-80209E158B39}" type="presOf" srcId="{7F7F5321-765E-479B-93F3-911743A7E1F8}" destId="{506DEA7F-57CF-4DD7-B2F5-22C204F40BE3}" srcOrd="0" destOrd="0" presId="urn:microsoft.com/office/officeart/2018/2/layout/IconVerticalSolidList"/>
    <dgm:cxn modelId="{0205AFE1-F314-46F2-A306-0C0F89C22C01}" type="presOf" srcId="{329973C1-E4E4-42AC-960B-B5DCFCB0ECC9}" destId="{0C97D1CC-1FC8-4F67-83DE-034668702815}" srcOrd="0" destOrd="0" presId="urn:microsoft.com/office/officeart/2018/2/layout/IconVerticalSolidList"/>
    <dgm:cxn modelId="{4DCEDBEB-E5EA-4F10-9370-B813792A571D}" type="presOf" srcId="{3CF2C717-21AD-4EB7-BEAD-C10848D3D7DD}" destId="{506DEA7F-57CF-4DD7-B2F5-22C204F40BE3}" srcOrd="0" destOrd="1" presId="urn:microsoft.com/office/officeart/2018/2/layout/IconVerticalSolidList"/>
    <dgm:cxn modelId="{EFBDD9F0-5870-4A7D-B969-0BD808974DE5}" type="presOf" srcId="{742B2DE4-DA85-468E-B59E-FB89A00F91E0}" destId="{3FC37B7C-6921-4A03-B5D5-EBECD59B67BD}" srcOrd="0" destOrd="0" presId="urn:microsoft.com/office/officeart/2018/2/layout/IconVerticalSolidList"/>
    <dgm:cxn modelId="{EDF9B6A4-10E0-479A-88E2-DB5D8CE1D5EB}" type="presParOf" srcId="{96BA9FA2-F95F-42CE-9D33-10577E38C038}" destId="{3F5C5BCC-E8B3-4592-B4CB-71E79539F3D8}" srcOrd="0" destOrd="0" presId="urn:microsoft.com/office/officeart/2018/2/layout/IconVerticalSolidList"/>
    <dgm:cxn modelId="{DE1C1C44-6A9D-430D-86DA-501DD8AE28A8}" type="presParOf" srcId="{3F5C5BCC-E8B3-4592-B4CB-71E79539F3D8}" destId="{7A6F187D-77D9-48B6-9200-ECC0DFBF8EA6}" srcOrd="0" destOrd="0" presId="urn:microsoft.com/office/officeart/2018/2/layout/IconVerticalSolidList"/>
    <dgm:cxn modelId="{B920C1CE-A877-4E4F-A688-13B9C6A86B85}" type="presParOf" srcId="{3F5C5BCC-E8B3-4592-B4CB-71E79539F3D8}" destId="{B4B6A167-59E7-4662-AEB0-642BAA4409F6}" srcOrd="1" destOrd="0" presId="urn:microsoft.com/office/officeart/2018/2/layout/IconVerticalSolidList"/>
    <dgm:cxn modelId="{5EBBA3E4-D66C-4A5D-80EF-AD9862FC5466}" type="presParOf" srcId="{3F5C5BCC-E8B3-4592-B4CB-71E79539F3D8}" destId="{5ACD78E8-DC9F-4600-8752-0B5A6F9D1711}" srcOrd="2" destOrd="0" presId="urn:microsoft.com/office/officeart/2018/2/layout/IconVerticalSolidList"/>
    <dgm:cxn modelId="{1021BC04-01B8-4C44-95AB-762A6A316DFE}" type="presParOf" srcId="{3F5C5BCC-E8B3-4592-B4CB-71E79539F3D8}" destId="{6C50DF0B-7CFC-4B95-AF19-5C6F8265011C}" srcOrd="3" destOrd="0" presId="urn:microsoft.com/office/officeart/2018/2/layout/IconVerticalSolidList"/>
    <dgm:cxn modelId="{AC3B53FB-90BB-4F4B-A29D-A2422E1FF41D}" type="presParOf" srcId="{96BA9FA2-F95F-42CE-9D33-10577E38C038}" destId="{AA24C8DA-C908-463E-8786-64F3E1B4683D}" srcOrd="1" destOrd="0" presId="urn:microsoft.com/office/officeart/2018/2/layout/IconVerticalSolidList"/>
    <dgm:cxn modelId="{2DE4B916-7CA0-463C-ADD5-2729871D392A}" type="presParOf" srcId="{96BA9FA2-F95F-42CE-9D33-10577E38C038}" destId="{F2A930CF-16DC-4703-A977-98B5738CF7D2}" srcOrd="2" destOrd="0" presId="urn:microsoft.com/office/officeart/2018/2/layout/IconVerticalSolidList"/>
    <dgm:cxn modelId="{E3DE79E2-291F-476F-8500-BA699083769A}" type="presParOf" srcId="{F2A930CF-16DC-4703-A977-98B5738CF7D2}" destId="{D2FCEDE9-DBDD-4CB8-97F1-E42747B69001}" srcOrd="0" destOrd="0" presId="urn:microsoft.com/office/officeart/2018/2/layout/IconVerticalSolidList"/>
    <dgm:cxn modelId="{C60AB0FE-B57D-466C-BB21-247731BE83B6}" type="presParOf" srcId="{F2A930CF-16DC-4703-A977-98B5738CF7D2}" destId="{5C195E63-87BB-46C1-9DBD-CEBE259810C0}" srcOrd="1" destOrd="0" presId="urn:microsoft.com/office/officeart/2018/2/layout/IconVerticalSolidList"/>
    <dgm:cxn modelId="{8F6AAD39-4A34-4B4D-9105-8E11A6E5B611}" type="presParOf" srcId="{F2A930CF-16DC-4703-A977-98B5738CF7D2}" destId="{455AEC69-466D-4391-98F4-D6ADB5C747D7}" srcOrd="2" destOrd="0" presId="urn:microsoft.com/office/officeart/2018/2/layout/IconVerticalSolidList"/>
    <dgm:cxn modelId="{0BD37930-3228-45F8-9D35-1140BBAFEF55}" type="presParOf" srcId="{F2A930CF-16DC-4703-A977-98B5738CF7D2}" destId="{DEEE21AB-736C-4F86-86BA-8E54B469C2DD}" srcOrd="3" destOrd="0" presId="urn:microsoft.com/office/officeart/2018/2/layout/IconVerticalSolidList"/>
    <dgm:cxn modelId="{802D22F2-541B-43F3-8C4B-987C98978EFC}" type="presParOf" srcId="{F2A930CF-16DC-4703-A977-98B5738CF7D2}" destId="{506DEA7F-57CF-4DD7-B2F5-22C204F40BE3}" srcOrd="4" destOrd="0" presId="urn:microsoft.com/office/officeart/2018/2/layout/IconVerticalSolidList"/>
    <dgm:cxn modelId="{43567E54-A31E-43F7-853F-3D4B09CDBC7D}" type="presParOf" srcId="{96BA9FA2-F95F-42CE-9D33-10577E38C038}" destId="{CFC416D8-D0EF-4968-A349-5AD5E4C4A8FB}" srcOrd="3" destOrd="0" presId="urn:microsoft.com/office/officeart/2018/2/layout/IconVerticalSolidList"/>
    <dgm:cxn modelId="{6BCC28C9-CB07-4844-8360-A4331E549C0F}" type="presParOf" srcId="{96BA9FA2-F95F-42CE-9D33-10577E38C038}" destId="{7F30DFB1-9B0E-4649-99E8-DFDC1A009024}" srcOrd="4" destOrd="0" presId="urn:microsoft.com/office/officeart/2018/2/layout/IconVerticalSolidList"/>
    <dgm:cxn modelId="{FBF5ED3B-8AE8-4B17-8A8A-AA2167FEFB27}" type="presParOf" srcId="{7F30DFB1-9B0E-4649-99E8-DFDC1A009024}" destId="{C8888E3A-8131-43F1-869F-C6424D331CBF}" srcOrd="0" destOrd="0" presId="urn:microsoft.com/office/officeart/2018/2/layout/IconVerticalSolidList"/>
    <dgm:cxn modelId="{9E4A2F97-74AA-43CB-ADE1-70F8C976BE68}" type="presParOf" srcId="{7F30DFB1-9B0E-4649-99E8-DFDC1A009024}" destId="{E04BFD5D-8A67-4171-845F-6EE852DB00E8}" srcOrd="1" destOrd="0" presId="urn:microsoft.com/office/officeart/2018/2/layout/IconVerticalSolidList"/>
    <dgm:cxn modelId="{3C3051BB-74CA-41AE-BB99-0FFEFF0DE5BE}" type="presParOf" srcId="{7F30DFB1-9B0E-4649-99E8-DFDC1A009024}" destId="{005B6911-9714-491C-B200-14B076F717D0}" srcOrd="2" destOrd="0" presId="urn:microsoft.com/office/officeart/2018/2/layout/IconVerticalSolidList"/>
    <dgm:cxn modelId="{11DF1631-3702-44C4-ABF5-74E3E248B420}" type="presParOf" srcId="{7F30DFB1-9B0E-4649-99E8-DFDC1A009024}" destId="{12A7B643-F8FC-4083-B8E6-981ACE4E1B25}" srcOrd="3" destOrd="0" presId="urn:microsoft.com/office/officeart/2018/2/layout/IconVerticalSolidList"/>
    <dgm:cxn modelId="{1D21F5EE-DBD2-432C-9FA8-A55CAE752D52}" type="presParOf" srcId="{7F30DFB1-9B0E-4649-99E8-DFDC1A009024}" destId="{3FC37B7C-6921-4A03-B5D5-EBECD59B67BD}" srcOrd="4" destOrd="0" presId="urn:microsoft.com/office/officeart/2018/2/layout/IconVerticalSolidList"/>
    <dgm:cxn modelId="{0A7ACD95-2EC0-4A99-8DAC-E89863B8B2C0}" type="presParOf" srcId="{96BA9FA2-F95F-42CE-9D33-10577E38C038}" destId="{0411EFE1-5209-4571-B6F0-43EC93D785D0}" srcOrd="5" destOrd="0" presId="urn:microsoft.com/office/officeart/2018/2/layout/IconVerticalSolidList"/>
    <dgm:cxn modelId="{CD6846E9-300B-483B-B39B-9B8A566E15CB}" type="presParOf" srcId="{96BA9FA2-F95F-42CE-9D33-10577E38C038}" destId="{A592F4FF-9112-4E57-A812-5D7FA5DBD432}" srcOrd="6" destOrd="0" presId="urn:microsoft.com/office/officeart/2018/2/layout/IconVerticalSolidList"/>
    <dgm:cxn modelId="{52B01E15-6559-43E1-828C-BCC5115E41C3}" type="presParOf" srcId="{A592F4FF-9112-4E57-A812-5D7FA5DBD432}" destId="{FCA8AE58-FF95-4CFB-8485-E600DE147A31}" srcOrd="0" destOrd="0" presId="urn:microsoft.com/office/officeart/2018/2/layout/IconVerticalSolidList"/>
    <dgm:cxn modelId="{B49923EA-2B0E-403F-BC02-B444C10422C1}" type="presParOf" srcId="{A592F4FF-9112-4E57-A812-5D7FA5DBD432}" destId="{0DD71319-1BA9-4DE1-91C7-A7B3F0A7BACA}" srcOrd="1" destOrd="0" presId="urn:microsoft.com/office/officeart/2018/2/layout/IconVerticalSolidList"/>
    <dgm:cxn modelId="{88E56643-1E0D-4FF3-9218-E3892F8678AA}" type="presParOf" srcId="{A592F4FF-9112-4E57-A812-5D7FA5DBD432}" destId="{8242FCCD-1E60-4394-BC73-DCAE30A294F0}" srcOrd="2" destOrd="0" presId="urn:microsoft.com/office/officeart/2018/2/layout/IconVerticalSolidList"/>
    <dgm:cxn modelId="{604B879F-5D02-4561-A144-4CFE8FC1355F}" type="presParOf" srcId="{A592F4FF-9112-4E57-A812-5D7FA5DBD432}" destId="{0C97D1CC-1FC8-4F67-83DE-034668702815}"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EEF70A2-A506-4004-82DB-4CB38000D2F7}"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8B73D4BE-A7DE-4447-A2E7-8E925E93641C}">
      <dgm:prSet/>
      <dgm:spPr/>
      <dgm:t>
        <a:bodyPr/>
        <a:lstStyle/>
        <a:p>
          <a:pPr>
            <a:lnSpc>
              <a:spcPct val="100000"/>
            </a:lnSpc>
          </a:pPr>
          <a:r>
            <a:rPr lang="en-US" dirty="0"/>
            <a:t>Readability</a:t>
          </a:r>
        </a:p>
      </dgm:t>
    </dgm:pt>
    <dgm:pt modelId="{5878814B-409C-4D56-AECE-E0BDB436EF2B}" type="parTrans" cxnId="{EEAC1AF5-0ADF-4A14-A666-F992A860CC5A}">
      <dgm:prSet/>
      <dgm:spPr/>
      <dgm:t>
        <a:bodyPr/>
        <a:lstStyle/>
        <a:p>
          <a:endParaRPr lang="en-US"/>
        </a:p>
      </dgm:t>
    </dgm:pt>
    <dgm:pt modelId="{A7ECB506-B483-4465-A191-DAB9939F9660}" type="sibTrans" cxnId="{EEAC1AF5-0ADF-4A14-A666-F992A860CC5A}">
      <dgm:prSet/>
      <dgm:spPr/>
      <dgm:t>
        <a:bodyPr/>
        <a:lstStyle/>
        <a:p>
          <a:endParaRPr lang="en-US"/>
        </a:p>
      </dgm:t>
    </dgm:pt>
    <dgm:pt modelId="{14F2C966-0F65-4C87-BAE8-B0383CC3ACA8}">
      <dgm:prSet/>
      <dgm:spPr/>
      <dgm:t>
        <a:bodyPr/>
        <a:lstStyle/>
        <a:p>
          <a:pPr>
            <a:lnSpc>
              <a:spcPct val="100000"/>
            </a:lnSpc>
          </a:pPr>
          <a:r>
            <a:rPr lang="en-US" dirty="0"/>
            <a:t>Dynamic UI Generation</a:t>
          </a:r>
        </a:p>
      </dgm:t>
    </dgm:pt>
    <dgm:pt modelId="{CCCD1610-EA00-4361-B0A5-B3318B4910DB}" type="parTrans" cxnId="{036BD0C0-5376-44EE-B328-F901D6610C87}">
      <dgm:prSet/>
      <dgm:spPr/>
      <dgm:t>
        <a:bodyPr/>
        <a:lstStyle/>
        <a:p>
          <a:endParaRPr lang="en-US"/>
        </a:p>
      </dgm:t>
    </dgm:pt>
    <dgm:pt modelId="{86D91EF0-C420-4B9C-8A82-7166002D5BCC}" type="sibTrans" cxnId="{036BD0C0-5376-44EE-B328-F901D6610C87}">
      <dgm:prSet/>
      <dgm:spPr/>
      <dgm:t>
        <a:bodyPr/>
        <a:lstStyle/>
        <a:p>
          <a:endParaRPr lang="en-US"/>
        </a:p>
      </dgm:t>
    </dgm:pt>
    <dgm:pt modelId="{C2BDB210-385E-4190-A5AD-F3E9ED6F4060}">
      <dgm:prSet custT="1"/>
      <dgm:spPr/>
      <dgm:t>
        <a:bodyPr/>
        <a:lstStyle/>
        <a:p>
          <a:pPr>
            <a:lnSpc>
              <a:spcPct val="100000"/>
            </a:lnSpc>
          </a:pPr>
          <a:r>
            <a:rPr lang="en-US" sz="1800" dirty="0"/>
            <a:t>PowerShell scripting allows for the creation of UI at runtime, and can adapt on specific conditions</a:t>
          </a:r>
        </a:p>
      </dgm:t>
    </dgm:pt>
    <dgm:pt modelId="{E0FAA492-CBB2-4164-BFE1-34D90C9DC2EB}" type="parTrans" cxnId="{70E16AD2-D417-4E43-9FFA-C74E56FDEEC7}">
      <dgm:prSet/>
      <dgm:spPr/>
      <dgm:t>
        <a:bodyPr/>
        <a:lstStyle/>
        <a:p>
          <a:endParaRPr lang="en-US"/>
        </a:p>
      </dgm:t>
    </dgm:pt>
    <dgm:pt modelId="{39ACCB75-3569-4C7E-8C99-11A8654F0D11}" type="sibTrans" cxnId="{70E16AD2-D417-4E43-9FFA-C74E56FDEEC7}">
      <dgm:prSet/>
      <dgm:spPr/>
      <dgm:t>
        <a:bodyPr/>
        <a:lstStyle/>
        <a:p>
          <a:endParaRPr lang="en-US"/>
        </a:p>
      </dgm:t>
    </dgm:pt>
    <dgm:pt modelId="{45CB5B62-0906-47EF-96FF-3C956630F57C}">
      <dgm:prSet/>
      <dgm:spPr/>
      <dgm:t>
        <a:bodyPr/>
        <a:lstStyle/>
        <a:p>
          <a:pPr>
            <a:lnSpc>
              <a:spcPct val="100000"/>
            </a:lnSpc>
          </a:pPr>
          <a:r>
            <a:rPr lang="en-US" dirty="0"/>
            <a:t>Reduce External Dependencies</a:t>
          </a:r>
        </a:p>
      </dgm:t>
    </dgm:pt>
    <dgm:pt modelId="{829A6EC7-7F2D-4FA5-B09F-10E4224B9CFC}" type="parTrans" cxnId="{9A699F5B-7034-4AF1-9A3C-8FA34D2A3569}">
      <dgm:prSet/>
      <dgm:spPr/>
      <dgm:t>
        <a:bodyPr/>
        <a:lstStyle/>
        <a:p>
          <a:endParaRPr lang="en-US"/>
        </a:p>
      </dgm:t>
    </dgm:pt>
    <dgm:pt modelId="{31683551-666C-49F8-9E1C-7E00B9710EF1}" type="sibTrans" cxnId="{9A699F5B-7034-4AF1-9A3C-8FA34D2A3569}">
      <dgm:prSet/>
      <dgm:spPr/>
      <dgm:t>
        <a:bodyPr/>
        <a:lstStyle/>
        <a:p>
          <a:endParaRPr lang="en-US"/>
        </a:p>
      </dgm:t>
    </dgm:pt>
    <dgm:pt modelId="{CB9AAD44-242A-47A7-8F7C-191BFA005189}">
      <dgm:prSet/>
      <dgm:spPr/>
      <dgm:t>
        <a:bodyPr/>
        <a:lstStyle/>
        <a:p>
          <a:pPr>
            <a:lnSpc>
              <a:spcPct val="100000"/>
            </a:lnSpc>
          </a:pPr>
          <a:r>
            <a:rPr lang="en-US" dirty="0"/>
            <a:t>Immediate Feedback</a:t>
          </a:r>
        </a:p>
      </dgm:t>
    </dgm:pt>
    <dgm:pt modelId="{9F3DE481-8109-4C79-B9BA-DAE4A1AD1431}" type="parTrans" cxnId="{7C2C045F-17F1-4CA3-9DD0-BAAA5DDB8F17}">
      <dgm:prSet/>
      <dgm:spPr/>
      <dgm:t>
        <a:bodyPr/>
        <a:lstStyle/>
        <a:p>
          <a:endParaRPr lang="en-US"/>
        </a:p>
      </dgm:t>
    </dgm:pt>
    <dgm:pt modelId="{21204071-4B1F-48FF-AAFE-1C8BA3D7D130}" type="sibTrans" cxnId="{7C2C045F-17F1-4CA3-9DD0-BAAA5DDB8F17}">
      <dgm:prSet/>
      <dgm:spPr/>
      <dgm:t>
        <a:bodyPr/>
        <a:lstStyle/>
        <a:p>
          <a:endParaRPr lang="en-US"/>
        </a:p>
      </dgm:t>
    </dgm:pt>
    <dgm:pt modelId="{E1343619-CFB4-40FC-A992-7292C995A945}" type="pres">
      <dgm:prSet presAssocID="{EEEF70A2-A506-4004-82DB-4CB38000D2F7}" presName="root" presStyleCnt="0">
        <dgm:presLayoutVars>
          <dgm:dir/>
          <dgm:resizeHandles val="exact"/>
        </dgm:presLayoutVars>
      </dgm:prSet>
      <dgm:spPr/>
    </dgm:pt>
    <dgm:pt modelId="{D1A7CF1A-D664-49BF-B272-2ECE6421F0B0}" type="pres">
      <dgm:prSet presAssocID="{8B73D4BE-A7DE-4447-A2E7-8E925E93641C}" presName="compNode" presStyleCnt="0"/>
      <dgm:spPr/>
    </dgm:pt>
    <dgm:pt modelId="{E480B4A1-9D8C-4A1C-85AC-E42456D3CF56}" type="pres">
      <dgm:prSet presAssocID="{8B73D4BE-A7DE-4447-A2E7-8E925E93641C}" presName="bgRect" presStyleLbl="bgShp" presStyleIdx="0" presStyleCnt="4"/>
      <dgm:spPr/>
    </dgm:pt>
    <dgm:pt modelId="{8B3692AE-977B-47AB-A8A2-47EAF0945224}" type="pres">
      <dgm:prSet presAssocID="{8B73D4BE-A7DE-4447-A2E7-8E925E93641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ncil"/>
        </a:ext>
      </dgm:extLst>
    </dgm:pt>
    <dgm:pt modelId="{6583881C-C814-4750-9499-04CFCADF09CB}" type="pres">
      <dgm:prSet presAssocID="{8B73D4BE-A7DE-4447-A2E7-8E925E93641C}" presName="spaceRect" presStyleCnt="0"/>
      <dgm:spPr/>
    </dgm:pt>
    <dgm:pt modelId="{22251E8B-25B4-4870-BFC9-3F3A014A9CAF}" type="pres">
      <dgm:prSet presAssocID="{8B73D4BE-A7DE-4447-A2E7-8E925E93641C}" presName="parTx" presStyleLbl="revTx" presStyleIdx="0" presStyleCnt="5">
        <dgm:presLayoutVars>
          <dgm:chMax val="0"/>
          <dgm:chPref val="0"/>
        </dgm:presLayoutVars>
      </dgm:prSet>
      <dgm:spPr/>
    </dgm:pt>
    <dgm:pt modelId="{7D370311-A2A4-4FF7-8E75-811381E934E9}" type="pres">
      <dgm:prSet presAssocID="{A7ECB506-B483-4465-A191-DAB9939F9660}" presName="sibTrans" presStyleCnt="0"/>
      <dgm:spPr/>
    </dgm:pt>
    <dgm:pt modelId="{61D6BFCD-918C-40BE-9AEB-FD894E54A487}" type="pres">
      <dgm:prSet presAssocID="{14F2C966-0F65-4C87-BAE8-B0383CC3ACA8}" presName="compNode" presStyleCnt="0"/>
      <dgm:spPr/>
    </dgm:pt>
    <dgm:pt modelId="{6E20BFFE-70E9-4A3C-85A6-BDE355054732}" type="pres">
      <dgm:prSet presAssocID="{14F2C966-0F65-4C87-BAE8-B0383CC3ACA8}" presName="bgRect" presStyleLbl="bgShp" presStyleIdx="1" presStyleCnt="4"/>
      <dgm:spPr/>
    </dgm:pt>
    <dgm:pt modelId="{72430D99-6B11-46F3-B56B-A8D8B53E81E6}" type="pres">
      <dgm:prSet presAssocID="{14F2C966-0F65-4C87-BAE8-B0383CC3ACA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ight Pointing Backhand Index"/>
        </a:ext>
      </dgm:extLst>
    </dgm:pt>
    <dgm:pt modelId="{FCA56453-EB12-4A9A-988B-2356547683F9}" type="pres">
      <dgm:prSet presAssocID="{14F2C966-0F65-4C87-BAE8-B0383CC3ACA8}" presName="spaceRect" presStyleCnt="0"/>
      <dgm:spPr/>
    </dgm:pt>
    <dgm:pt modelId="{6371FD07-C285-42E4-9172-8A67895DD696}" type="pres">
      <dgm:prSet presAssocID="{14F2C966-0F65-4C87-BAE8-B0383CC3ACA8}" presName="parTx" presStyleLbl="revTx" presStyleIdx="1" presStyleCnt="5">
        <dgm:presLayoutVars>
          <dgm:chMax val="0"/>
          <dgm:chPref val="0"/>
        </dgm:presLayoutVars>
      </dgm:prSet>
      <dgm:spPr/>
    </dgm:pt>
    <dgm:pt modelId="{74696D5A-3BFA-43E8-8A79-189B5EEEDB8C}" type="pres">
      <dgm:prSet presAssocID="{14F2C966-0F65-4C87-BAE8-B0383CC3ACA8}" presName="desTx" presStyleLbl="revTx" presStyleIdx="2" presStyleCnt="5" custLinFactNeighborX="-1919" custLinFactNeighborY="744">
        <dgm:presLayoutVars/>
      </dgm:prSet>
      <dgm:spPr/>
    </dgm:pt>
    <dgm:pt modelId="{AF5CD801-97F5-4AB6-96BF-099942A2AAE3}" type="pres">
      <dgm:prSet presAssocID="{86D91EF0-C420-4B9C-8A82-7166002D5BCC}" presName="sibTrans" presStyleCnt="0"/>
      <dgm:spPr/>
    </dgm:pt>
    <dgm:pt modelId="{D9B6D504-3F78-4F73-B83D-E1CEA2D8A473}" type="pres">
      <dgm:prSet presAssocID="{45CB5B62-0906-47EF-96FF-3C956630F57C}" presName="compNode" presStyleCnt="0"/>
      <dgm:spPr/>
    </dgm:pt>
    <dgm:pt modelId="{1FC7EE80-0752-4D9B-8D5B-D433A657734E}" type="pres">
      <dgm:prSet presAssocID="{45CB5B62-0906-47EF-96FF-3C956630F57C}" presName="bgRect" presStyleLbl="bgShp" presStyleIdx="2" presStyleCnt="4"/>
      <dgm:spPr/>
    </dgm:pt>
    <dgm:pt modelId="{965C1E9F-1E4B-4D71-BEED-BC7F0E6761D3}" type="pres">
      <dgm:prSet presAssocID="{45CB5B62-0906-47EF-96FF-3C956630F57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ingle gear"/>
        </a:ext>
      </dgm:extLst>
    </dgm:pt>
    <dgm:pt modelId="{B99BDC61-17A1-4170-9D10-FB242A9B0306}" type="pres">
      <dgm:prSet presAssocID="{45CB5B62-0906-47EF-96FF-3C956630F57C}" presName="spaceRect" presStyleCnt="0"/>
      <dgm:spPr/>
    </dgm:pt>
    <dgm:pt modelId="{9A70620B-85F5-42E9-80F1-AA276A8E3BEB}" type="pres">
      <dgm:prSet presAssocID="{45CB5B62-0906-47EF-96FF-3C956630F57C}" presName="parTx" presStyleLbl="revTx" presStyleIdx="3" presStyleCnt="5">
        <dgm:presLayoutVars>
          <dgm:chMax val="0"/>
          <dgm:chPref val="0"/>
        </dgm:presLayoutVars>
      </dgm:prSet>
      <dgm:spPr/>
    </dgm:pt>
    <dgm:pt modelId="{21BA464B-0560-4D19-BFEA-A0E001721B10}" type="pres">
      <dgm:prSet presAssocID="{31683551-666C-49F8-9E1C-7E00B9710EF1}" presName="sibTrans" presStyleCnt="0"/>
      <dgm:spPr/>
    </dgm:pt>
    <dgm:pt modelId="{33E0491E-3E54-4EE5-8106-B00FB43658AB}" type="pres">
      <dgm:prSet presAssocID="{CB9AAD44-242A-47A7-8F7C-191BFA005189}" presName="compNode" presStyleCnt="0"/>
      <dgm:spPr/>
    </dgm:pt>
    <dgm:pt modelId="{69FBC543-F843-4F5B-8F8E-62DAABB32B71}" type="pres">
      <dgm:prSet presAssocID="{CB9AAD44-242A-47A7-8F7C-191BFA005189}" presName="bgRect" presStyleLbl="bgShp" presStyleIdx="3" presStyleCnt="4"/>
      <dgm:spPr/>
    </dgm:pt>
    <dgm:pt modelId="{7D903D0C-A6D3-4FC1-95C5-3A2A146A67C2}" type="pres">
      <dgm:prSet presAssocID="{CB9AAD44-242A-47A7-8F7C-191BFA00518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944F7AB1-7CFF-490C-9A15-395685B55C13}" type="pres">
      <dgm:prSet presAssocID="{CB9AAD44-242A-47A7-8F7C-191BFA005189}" presName="spaceRect" presStyleCnt="0"/>
      <dgm:spPr/>
    </dgm:pt>
    <dgm:pt modelId="{BA809405-D9B3-42AE-BFBD-3FDBDB3E896F}" type="pres">
      <dgm:prSet presAssocID="{CB9AAD44-242A-47A7-8F7C-191BFA005189}" presName="parTx" presStyleLbl="revTx" presStyleIdx="4" presStyleCnt="5">
        <dgm:presLayoutVars>
          <dgm:chMax val="0"/>
          <dgm:chPref val="0"/>
        </dgm:presLayoutVars>
      </dgm:prSet>
      <dgm:spPr/>
    </dgm:pt>
  </dgm:ptLst>
  <dgm:cxnLst>
    <dgm:cxn modelId="{0068D202-A40E-4F17-A20E-AA8B76BB2328}" type="presOf" srcId="{C2BDB210-385E-4190-A5AD-F3E9ED6F4060}" destId="{74696D5A-3BFA-43E8-8A79-189B5EEEDB8C}" srcOrd="0" destOrd="0" presId="urn:microsoft.com/office/officeart/2018/2/layout/IconVerticalSolidList"/>
    <dgm:cxn modelId="{376D9B40-C102-4D15-B7CE-8133A0A5E377}" type="presOf" srcId="{14F2C966-0F65-4C87-BAE8-B0383CC3ACA8}" destId="{6371FD07-C285-42E4-9172-8A67895DD696}" srcOrd="0" destOrd="0" presId="urn:microsoft.com/office/officeart/2018/2/layout/IconVerticalSolidList"/>
    <dgm:cxn modelId="{9A699F5B-7034-4AF1-9A3C-8FA34D2A3569}" srcId="{EEEF70A2-A506-4004-82DB-4CB38000D2F7}" destId="{45CB5B62-0906-47EF-96FF-3C956630F57C}" srcOrd="2" destOrd="0" parTransId="{829A6EC7-7F2D-4FA5-B09F-10E4224B9CFC}" sibTransId="{31683551-666C-49F8-9E1C-7E00B9710EF1}"/>
    <dgm:cxn modelId="{7C2C045F-17F1-4CA3-9DD0-BAAA5DDB8F17}" srcId="{EEEF70A2-A506-4004-82DB-4CB38000D2F7}" destId="{CB9AAD44-242A-47A7-8F7C-191BFA005189}" srcOrd="3" destOrd="0" parTransId="{9F3DE481-8109-4C79-B9BA-DAE4A1AD1431}" sibTransId="{21204071-4B1F-48FF-AAFE-1C8BA3D7D130}"/>
    <dgm:cxn modelId="{FE279C6C-D549-4F9F-B036-AA05D2986CEF}" type="presOf" srcId="{45CB5B62-0906-47EF-96FF-3C956630F57C}" destId="{9A70620B-85F5-42E9-80F1-AA276A8E3BEB}" srcOrd="0" destOrd="0" presId="urn:microsoft.com/office/officeart/2018/2/layout/IconVerticalSolidList"/>
    <dgm:cxn modelId="{5CF3DD8B-086B-4FC2-B864-2083E520AA08}" type="presOf" srcId="{EEEF70A2-A506-4004-82DB-4CB38000D2F7}" destId="{E1343619-CFB4-40FC-A992-7292C995A945}" srcOrd="0" destOrd="0" presId="urn:microsoft.com/office/officeart/2018/2/layout/IconVerticalSolidList"/>
    <dgm:cxn modelId="{3669F9B1-4F02-448F-AB87-F5BC2A034EC8}" type="presOf" srcId="{8B73D4BE-A7DE-4447-A2E7-8E925E93641C}" destId="{22251E8B-25B4-4870-BFC9-3F3A014A9CAF}" srcOrd="0" destOrd="0" presId="urn:microsoft.com/office/officeart/2018/2/layout/IconVerticalSolidList"/>
    <dgm:cxn modelId="{27D5E2BB-11EE-433C-8CF4-443ADCA160C5}" type="presOf" srcId="{CB9AAD44-242A-47A7-8F7C-191BFA005189}" destId="{BA809405-D9B3-42AE-BFBD-3FDBDB3E896F}" srcOrd="0" destOrd="0" presId="urn:microsoft.com/office/officeart/2018/2/layout/IconVerticalSolidList"/>
    <dgm:cxn modelId="{036BD0C0-5376-44EE-B328-F901D6610C87}" srcId="{EEEF70A2-A506-4004-82DB-4CB38000D2F7}" destId="{14F2C966-0F65-4C87-BAE8-B0383CC3ACA8}" srcOrd="1" destOrd="0" parTransId="{CCCD1610-EA00-4361-B0A5-B3318B4910DB}" sibTransId="{86D91EF0-C420-4B9C-8A82-7166002D5BCC}"/>
    <dgm:cxn modelId="{70E16AD2-D417-4E43-9FFA-C74E56FDEEC7}" srcId="{14F2C966-0F65-4C87-BAE8-B0383CC3ACA8}" destId="{C2BDB210-385E-4190-A5AD-F3E9ED6F4060}" srcOrd="0" destOrd="0" parTransId="{E0FAA492-CBB2-4164-BFE1-34D90C9DC2EB}" sibTransId="{39ACCB75-3569-4C7E-8C99-11A8654F0D11}"/>
    <dgm:cxn modelId="{EEAC1AF5-0ADF-4A14-A666-F992A860CC5A}" srcId="{EEEF70A2-A506-4004-82DB-4CB38000D2F7}" destId="{8B73D4BE-A7DE-4447-A2E7-8E925E93641C}" srcOrd="0" destOrd="0" parTransId="{5878814B-409C-4D56-AECE-E0BDB436EF2B}" sibTransId="{A7ECB506-B483-4465-A191-DAB9939F9660}"/>
    <dgm:cxn modelId="{7371C8EE-A665-4233-BF17-0F72D52B7174}" type="presParOf" srcId="{E1343619-CFB4-40FC-A992-7292C995A945}" destId="{D1A7CF1A-D664-49BF-B272-2ECE6421F0B0}" srcOrd="0" destOrd="0" presId="urn:microsoft.com/office/officeart/2018/2/layout/IconVerticalSolidList"/>
    <dgm:cxn modelId="{9A0918C9-B4DB-4997-A5D9-B9AA81FEB7EF}" type="presParOf" srcId="{D1A7CF1A-D664-49BF-B272-2ECE6421F0B0}" destId="{E480B4A1-9D8C-4A1C-85AC-E42456D3CF56}" srcOrd="0" destOrd="0" presId="urn:microsoft.com/office/officeart/2018/2/layout/IconVerticalSolidList"/>
    <dgm:cxn modelId="{CE367ABE-01C1-4EDE-959C-4ADD939DC2C0}" type="presParOf" srcId="{D1A7CF1A-D664-49BF-B272-2ECE6421F0B0}" destId="{8B3692AE-977B-47AB-A8A2-47EAF0945224}" srcOrd="1" destOrd="0" presId="urn:microsoft.com/office/officeart/2018/2/layout/IconVerticalSolidList"/>
    <dgm:cxn modelId="{6CF1CCB6-6DB5-41B0-9B60-FF6FCB1A79C5}" type="presParOf" srcId="{D1A7CF1A-D664-49BF-B272-2ECE6421F0B0}" destId="{6583881C-C814-4750-9499-04CFCADF09CB}" srcOrd="2" destOrd="0" presId="urn:microsoft.com/office/officeart/2018/2/layout/IconVerticalSolidList"/>
    <dgm:cxn modelId="{F65AF0F0-1115-4535-A0EB-3691B61A5F0E}" type="presParOf" srcId="{D1A7CF1A-D664-49BF-B272-2ECE6421F0B0}" destId="{22251E8B-25B4-4870-BFC9-3F3A014A9CAF}" srcOrd="3" destOrd="0" presId="urn:microsoft.com/office/officeart/2018/2/layout/IconVerticalSolidList"/>
    <dgm:cxn modelId="{BBB6A77C-2969-44EB-8531-0A6B16A8964A}" type="presParOf" srcId="{E1343619-CFB4-40FC-A992-7292C995A945}" destId="{7D370311-A2A4-4FF7-8E75-811381E934E9}" srcOrd="1" destOrd="0" presId="urn:microsoft.com/office/officeart/2018/2/layout/IconVerticalSolidList"/>
    <dgm:cxn modelId="{5E21EC99-1791-49C5-B4EC-D6597E0BCBCF}" type="presParOf" srcId="{E1343619-CFB4-40FC-A992-7292C995A945}" destId="{61D6BFCD-918C-40BE-9AEB-FD894E54A487}" srcOrd="2" destOrd="0" presId="urn:microsoft.com/office/officeart/2018/2/layout/IconVerticalSolidList"/>
    <dgm:cxn modelId="{E0479AFD-8DAD-48D1-9F67-6B9E66387F1F}" type="presParOf" srcId="{61D6BFCD-918C-40BE-9AEB-FD894E54A487}" destId="{6E20BFFE-70E9-4A3C-85A6-BDE355054732}" srcOrd="0" destOrd="0" presId="urn:microsoft.com/office/officeart/2018/2/layout/IconVerticalSolidList"/>
    <dgm:cxn modelId="{59EF5098-1886-42F5-9167-220EE7F7116D}" type="presParOf" srcId="{61D6BFCD-918C-40BE-9AEB-FD894E54A487}" destId="{72430D99-6B11-46F3-B56B-A8D8B53E81E6}" srcOrd="1" destOrd="0" presId="urn:microsoft.com/office/officeart/2018/2/layout/IconVerticalSolidList"/>
    <dgm:cxn modelId="{2D0DB7E9-9989-4CF1-B5DA-3DFC8EA55591}" type="presParOf" srcId="{61D6BFCD-918C-40BE-9AEB-FD894E54A487}" destId="{FCA56453-EB12-4A9A-988B-2356547683F9}" srcOrd="2" destOrd="0" presId="urn:microsoft.com/office/officeart/2018/2/layout/IconVerticalSolidList"/>
    <dgm:cxn modelId="{6A3709D6-486F-46C0-947B-ACA943E92867}" type="presParOf" srcId="{61D6BFCD-918C-40BE-9AEB-FD894E54A487}" destId="{6371FD07-C285-42E4-9172-8A67895DD696}" srcOrd="3" destOrd="0" presId="urn:microsoft.com/office/officeart/2018/2/layout/IconVerticalSolidList"/>
    <dgm:cxn modelId="{5048AD50-F1C0-4F27-AC22-4F58705C3CD2}" type="presParOf" srcId="{61D6BFCD-918C-40BE-9AEB-FD894E54A487}" destId="{74696D5A-3BFA-43E8-8A79-189B5EEEDB8C}" srcOrd="4" destOrd="0" presId="urn:microsoft.com/office/officeart/2018/2/layout/IconVerticalSolidList"/>
    <dgm:cxn modelId="{317B4A9F-36E5-4BD0-A909-7D5BE33E6E1A}" type="presParOf" srcId="{E1343619-CFB4-40FC-A992-7292C995A945}" destId="{AF5CD801-97F5-4AB6-96BF-099942A2AAE3}" srcOrd="3" destOrd="0" presId="urn:microsoft.com/office/officeart/2018/2/layout/IconVerticalSolidList"/>
    <dgm:cxn modelId="{3FE36D50-EC90-45F9-BC6F-2A5D8F0C98CF}" type="presParOf" srcId="{E1343619-CFB4-40FC-A992-7292C995A945}" destId="{D9B6D504-3F78-4F73-B83D-E1CEA2D8A473}" srcOrd="4" destOrd="0" presId="urn:microsoft.com/office/officeart/2018/2/layout/IconVerticalSolidList"/>
    <dgm:cxn modelId="{43537673-35A2-4CB6-802E-3CB1940C04E1}" type="presParOf" srcId="{D9B6D504-3F78-4F73-B83D-E1CEA2D8A473}" destId="{1FC7EE80-0752-4D9B-8D5B-D433A657734E}" srcOrd="0" destOrd="0" presId="urn:microsoft.com/office/officeart/2018/2/layout/IconVerticalSolidList"/>
    <dgm:cxn modelId="{897FDE47-2C61-453A-80E6-904E63EB5AC0}" type="presParOf" srcId="{D9B6D504-3F78-4F73-B83D-E1CEA2D8A473}" destId="{965C1E9F-1E4B-4D71-BEED-BC7F0E6761D3}" srcOrd="1" destOrd="0" presId="urn:microsoft.com/office/officeart/2018/2/layout/IconVerticalSolidList"/>
    <dgm:cxn modelId="{8616F92E-B631-45F1-803C-A789B65A401C}" type="presParOf" srcId="{D9B6D504-3F78-4F73-B83D-E1CEA2D8A473}" destId="{B99BDC61-17A1-4170-9D10-FB242A9B0306}" srcOrd="2" destOrd="0" presId="urn:microsoft.com/office/officeart/2018/2/layout/IconVerticalSolidList"/>
    <dgm:cxn modelId="{90E63F95-FE39-4B03-AFB4-C0C3BB49A13F}" type="presParOf" srcId="{D9B6D504-3F78-4F73-B83D-E1CEA2D8A473}" destId="{9A70620B-85F5-42E9-80F1-AA276A8E3BEB}" srcOrd="3" destOrd="0" presId="urn:microsoft.com/office/officeart/2018/2/layout/IconVerticalSolidList"/>
    <dgm:cxn modelId="{535EC53E-8D14-42DB-9FB6-F6323AF55329}" type="presParOf" srcId="{E1343619-CFB4-40FC-A992-7292C995A945}" destId="{21BA464B-0560-4D19-BFEA-A0E001721B10}" srcOrd="5" destOrd="0" presId="urn:microsoft.com/office/officeart/2018/2/layout/IconVerticalSolidList"/>
    <dgm:cxn modelId="{D40839D0-4004-487F-8326-B94743A833F6}" type="presParOf" srcId="{E1343619-CFB4-40FC-A992-7292C995A945}" destId="{33E0491E-3E54-4EE5-8106-B00FB43658AB}" srcOrd="6" destOrd="0" presId="urn:microsoft.com/office/officeart/2018/2/layout/IconVerticalSolidList"/>
    <dgm:cxn modelId="{F8C11D2C-9C46-4450-9AB3-D7D094C017CB}" type="presParOf" srcId="{33E0491E-3E54-4EE5-8106-B00FB43658AB}" destId="{69FBC543-F843-4F5B-8F8E-62DAABB32B71}" srcOrd="0" destOrd="0" presId="urn:microsoft.com/office/officeart/2018/2/layout/IconVerticalSolidList"/>
    <dgm:cxn modelId="{F1FEDF05-D6F2-41B7-B8A2-1E46635D21D8}" type="presParOf" srcId="{33E0491E-3E54-4EE5-8106-B00FB43658AB}" destId="{7D903D0C-A6D3-4FC1-95C5-3A2A146A67C2}" srcOrd="1" destOrd="0" presId="urn:microsoft.com/office/officeart/2018/2/layout/IconVerticalSolidList"/>
    <dgm:cxn modelId="{30995885-3265-4E4E-A945-3ABBC0420F74}" type="presParOf" srcId="{33E0491E-3E54-4EE5-8106-B00FB43658AB}" destId="{944F7AB1-7CFF-490C-9A15-395685B55C13}" srcOrd="2" destOrd="0" presId="urn:microsoft.com/office/officeart/2018/2/layout/IconVerticalSolidList"/>
    <dgm:cxn modelId="{2CF22266-DD1D-4E98-87F3-8502EE6983B1}" type="presParOf" srcId="{33E0491E-3E54-4EE5-8106-B00FB43658AB}" destId="{BA809405-D9B3-42AE-BFBD-3FDBDB3E896F}"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EEF70A2-A506-4004-82DB-4CB38000D2F7}"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8B73D4BE-A7DE-4447-A2E7-8E925E93641C}">
      <dgm:prSet/>
      <dgm:spPr/>
      <dgm:t>
        <a:bodyPr/>
        <a:lstStyle/>
        <a:p>
          <a:pPr>
            <a:lnSpc>
              <a:spcPct val="100000"/>
            </a:lnSpc>
          </a:pPr>
          <a:r>
            <a:rPr lang="en-US" dirty="0"/>
            <a:t>Code Maintenance</a:t>
          </a:r>
        </a:p>
      </dgm:t>
    </dgm:pt>
    <dgm:pt modelId="{5878814B-409C-4D56-AECE-E0BDB436EF2B}" type="parTrans" cxnId="{EEAC1AF5-0ADF-4A14-A666-F992A860CC5A}">
      <dgm:prSet/>
      <dgm:spPr/>
      <dgm:t>
        <a:bodyPr/>
        <a:lstStyle/>
        <a:p>
          <a:endParaRPr lang="en-US"/>
        </a:p>
      </dgm:t>
    </dgm:pt>
    <dgm:pt modelId="{A7ECB506-B483-4465-A191-DAB9939F9660}" type="sibTrans" cxnId="{EEAC1AF5-0ADF-4A14-A666-F992A860CC5A}">
      <dgm:prSet/>
      <dgm:spPr/>
      <dgm:t>
        <a:bodyPr/>
        <a:lstStyle/>
        <a:p>
          <a:endParaRPr lang="en-US"/>
        </a:p>
      </dgm:t>
    </dgm:pt>
    <dgm:pt modelId="{14F2C966-0F65-4C87-BAE8-B0383CC3ACA8}">
      <dgm:prSet/>
      <dgm:spPr/>
      <dgm:t>
        <a:bodyPr/>
        <a:lstStyle/>
        <a:p>
          <a:pPr>
            <a:lnSpc>
              <a:spcPct val="100000"/>
            </a:lnSpc>
          </a:pPr>
          <a:r>
            <a:rPr lang="en-US" dirty="0"/>
            <a:t>Rising Complexity</a:t>
          </a:r>
        </a:p>
      </dgm:t>
    </dgm:pt>
    <dgm:pt modelId="{CCCD1610-EA00-4361-B0A5-B3318B4910DB}" type="parTrans" cxnId="{036BD0C0-5376-44EE-B328-F901D6610C87}">
      <dgm:prSet/>
      <dgm:spPr/>
      <dgm:t>
        <a:bodyPr/>
        <a:lstStyle/>
        <a:p>
          <a:endParaRPr lang="en-US"/>
        </a:p>
      </dgm:t>
    </dgm:pt>
    <dgm:pt modelId="{86D91EF0-C420-4B9C-8A82-7166002D5BCC}" type="sibTrans" cxnId="{036BD0C0-5376-44EE-B328-F901D6610C87}">
      <dgm:prSet/>
      <dgm:spPr/>
      <dgm:t>
        <a:bodyPr/>
        <a:lstStyle/>
        <a:p>
          <a:endParaRPr lang="en-US"/>
        </a:p>
      </dgm:t>
    </dgm:pt>
    <dgm:pt modelId="{C2BDB210-385E-4190-A5AD-F3E9ED6F4060}">
      <dgm:prSet custT="1"/>
      <dgm:spPr/>
      <dgm:t>
        <a:bodyPr/>
        <a:lstStyle/>
        <a:p>
          <a:pPr>
            <a:lnSpc>
              <a:spcPct val="100000"/>
            </a:lnSpc>
          </a:pPr>
          <a:r>
            <a:rPr lang="en-US" sz="1800" dirty="0"/>
            <a:t>Creating larger GUIs manually can be challenging</a:t>
          </a:r>
        </a:p>
      </dgm:t>
    </dgm:pt>
    <dgm:pt modelId="{E0FAA492-CBB2-4164-BFE1-34D90C9DC2EB}" type="parTrans" cxnId="{70E16AD2-D417-4E43-9FFA-C74E56FDEEC7}">
      <dgm:prSet/>
      <dgm:spPr/>
      <dgm:t>
        <a:bodyPr/>
        <a:lstStyle/>
        <a:p>
          <a:endParaRPr lang="en-US"/>
        </a:p>
      </dgm:t>
    </dgm:pt>
    <dgm:pt modelId="{39ACCB75-3569-4C7E-8C99-11A8654F0D11}" type="sibTrans" cxnId="{70E16AD2-D417-4E43-9FFA-C74E56FDEEC7}">
      <dgm:prSet/>
      <dgm:spPr/>
      <dgm:t>
        <a:bodyPr/>
        <a:lstStyle/>
        <a:p>
          <a:endParaRPr lang="en-US"/>
        </a:p>
      </dgm:t>
    </dgm:pt>
    <dgm:pt modelId="{45CB5B62-0906-47EF-96FF-3C956630F57C}">
      <dgm:prSet/>
      <dgm:spPr/>
      <dgm:t>
        <a:bodyPr/>
        <a:lstStyle/>
        <a:p>
          <a:pPr>
            <a:lnSpc>
              <a:spcPct val="100000"/>
            </a:lnSpc>
          </a:pPr>
          <a:r>
            <a:rPr lang="en-US" dirty="0"/>
            <a:t>Lack of Separation of Concerns</a:t>
          </a:r>
        </a:p>
      </dgm:t>
    </dgm:pt>
    <dgm:pt modelId="{829A6EC7-7F2D-4FA5-B09F-10E4224B9CFC}" type="parTrans" cxnId="{9A699F5B-7034-4AF1-9A3C-8FA34D2A3569}">
      <dgm:prSet/>
      <dgm:spPr/>
      <dgm:t>
        <a:bodyPr/>
        <a:lstStyle/>
        <a:p>
          <a:endParaRPr lang="en-US"/>
        </a:p>
      </dgm:t>
    </dgm:pt>
    <dgm:pt modelId="{31683551-666C-49F8-9E1C-7E00B9710EF1}" type="sibTrans" cxnId="{9A699F5B-7034-4AF1-9A3C-8FA34D2A3569}">
      <dgm:prSet/>
      <dgm:spPr/>
      <dgm:t>
        <a:bodyPr/>
        <a:lstStyle/>
        <a:p>
          <a:endParaRPr lang="en-US"/>
        </a:p>
      </dgm:t>
    </dgm:pt>
    <dgm:pt modelId="{CB9AAD44-242A-47A7-8F7C-191BFA005189}">
      <dgm:prSet/>
      <dgm:spPr/>
      <dgm:t>
        <a:bodyPr/>
        <a:lstStyle/>
        <a:p>
          <a:pPr>
            <a:lnSpc>
              <a:spcPct val="100000"/>
            </a:lnSpc>
          </a:pPr>
          <a:r>
            <a:rPr lang="en-US" dirty="0"/>
            <a:t>Limited Design Tool Integration</a:t>
          </a:r>
        </a:p>
      </dgm:t>
    </dgm:pt>
    <dgm:pt modelId="{9F3DE481-8109-4C79-B9BA-DAE4A1AD1431}" type="parTrans" cxnId="{7C2C045F-17F1-4CA3-9DD0-BAAA5DDB8F17}">
      <dgm:prSet/>
      <dgm:spPr/>
      <dgm:t>
        <a:bodyPr/>
        <a:lstStyle/>
        <a:p>
          <a:endParaRPr lang="en-US"/>
        </a:p>
      </dgm:t>
    </dgm:pt>
    <dgm:pt modelId="{21204071-4B1F-48FF-AAFE-1C8BA3D7D130}" type="sibTrans" cxnId="{7C2C045F-17F1-4CA3-9DD0-BAAA5DDB8F17}">
      <dgm:prSet/>
      <dgm:spPr/>
      <dgm:t>
        <a:bodyPr/>
        <a:lstStyle/>
        <a:p>
          <a:endParaRPr lang="en-US"/>
        </a:p>
      </dgm:t>
    </dgm:pt>
    <dgm:pt modelId="{B4C7F25F-1DF7-4B8E-AE50-3FA40F697328}">
      <dgm:prSet custT="1"/>
      <dgm:spPr/>
      <dgm:t>
        <a:bodyPr/>
        <a:lstStyle/>
        <a:p>
          <a:pPr>
            <a:lnSpc>
              <a:spcPct val="100000"/>
            </a:lnSpc>
          </a:pPr>
          <a:endParaRPr lang="en-IL" sz="1800" dirty="0"/>
        </a:p>
      </dgm:t>
    </dgm:pt>
    <dgm:pt modelId="{FF2672AE-EF39-44ED-B50E-8B378B7B6316}" type="parTrans" cxnId="{2381F82A-7710-479F-B45F-C0F98F0B2202}">
      <dgm:prSet/>
      <dgm:spPr/>
      <dgm:t>
        <a:bodyPr/>
        <a:lstStyle/>
        <a:p>
          <a:endParaRPr lang="en-IL"/>
        </a:p>
      </dgm:t>
    </dgm:pt>
    <dgm:pt modelId="{CF278909-45E6-4040-9202-E2FD3B6CA772}" type="sibTrans" cxnId="{2381F82A-7710-479F-B45F-C0F98F0B2202}">
      <dgm:prSet/>
      <dgm:spPr/>
      <dgm:t>
        <a:bodyPr/>
        <a:lstStyle/>
        <a:p>
          <a:endParaRPr lang="en-IL"/>
        </a:p>
      </dgm:t>
    </dgm:pt>
    <dgm:pt modelId="{E1343619-CFB4-40FC-A992-7292C995A945}" type="pres">
      <dgm:prSet presAssocID="{EEEF70A2-A506-4004-82DB-4CB38000D2F7}" presName="root" presStyleCnt="0">
        <dgm:presLayoutVars>
          <dgm:dir/>
          <dgm:resizeHandles val="exact"/>
        </dgm:presLayoutVars>
      </dgm:prSet>
      <dgm:spPr/>
    </dgm:pt>
    <dgm:pt modelId="{D1A7CF1A-D664-49BF-B272-2ECE6421F0B0}" type="pres">
      <dgm:prSet presAssocID="{8B73D4BE-A7DE-4447-A2E7-8E925E93641C}" presName="compNode" presStyleCnt="0"/>
      <dgm:spPr/>
    </dgm:pt>
    <dgm:pt modelId="{E480B4A1-9D8C-4A1C-85AC-E42456D3CF56}" type="pres">
      <dgm:prSet presAssocID="{8B73D4BE-A7DE-4447-A2E7-8E925E93641C}" presName="bgRect" presStyleLbl="bgShp" presStyleIdx="0" presStyleCnt="4"/>
      <dgm:spPr/>
    </dgm:pt>
    <dgm:pt modelId="{8B3692AE-977B-47AB-A8A2-47EAF0945224}" type="pres">
      <dgm:prSet presAssocID="{8B73D4BE-A7DE-4447-A2E7-8E925E93641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ncil"/>
        </a:ext>
      </dgm:extLst>
    </dgm:pt>
    <dgm:pt modelId="{6583881C-C814-4750-9499-04CFCADF09CB}" type="pres">
      <dgm:prSet presAssocID="{8B73D4BE-A7DE-4447-A2E7-8E925E93641C}" presName="spaceRect" presStyleCnt="0"/>
      <dgm:spPr/>
    </dgm:pt>
    <dgm:pt modelId="{22251E8B-25B4-4870-BFC9-3F3A014A9CAF}" type="pres">
      <dgm:prSet presAssocID="{8B73D4BE-A7DE-4447-A2E7-8E925E93641C}" presName="parTx" presStyleLbl="revTx" presStyleIdx="0" presStyleCnt="5">
        <dgm:presLayoutVars>
          <dgm:chMax val="0"/>
          <dgm:chPref val="0"/>
        </dgm:presLayoutVars>
      </dgm:prSet>
      <dgm:spPr/>
    </dgm:pt>
    <dgm:pt modelId="{7D370311-A2A4-4FF7-8E75-811381E934E9}" type="pres">
      <dgm:prSet presAssocID="{A7ECB506-B483-4465-A191-DAB9939F9660}" presName="sibTrans" presStyleCnt="0"/>
      <dgm:spPr/>
    </dgm:pt>
    <dgm:pt modelId="{61D6BFCD-918C-40BE-9AEB-FD894E54A487}" type="pres">
      <dgm:prSet presAssocID="{14F2C966-0F65-4C87-BAE8-B0383CC3ACA8}" presName="compNode" presStyleCnt="0"/>
      <dgm:spPr/>
    </dgm:pt>
    <dgm:pt modelId="{6E20BFFE-70E9-4A3C-85A6-BDE355054732}" type="pres">
      <dgm:prSet presAssocID="{14F2C966-0F65-4C87-BAE8-B0383CC3ACA8}" presName="bgRect" presStyleLbl="bgShp" presStyleIdx="1" presStyleCnt="4"/>
      <dgm:spPr/>
    </dgm:pt>
    <dgm:pt modelId="{72430D99-6B11-46F3-B56B-A8D8B53E81E6}" type="pres">
      <dgm:prSet presAssocID="{14F2C966-0F65-4C87-BAE8-B0383CC3ACA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ight Pointing Backhand Index"/>
        </a:ext>
      </dgm:extLst>
    </dgm:pt>
    <dgm:pt modelId="{FCA56453-EB12-4A9A-988B-2356547683F9}" type="pres">
      <dgm:prSet presAssocID="{14F2C966-0F65-4C87-BAE8-B0383CC3ACA8}" presName="spaceRect" presStyleCnt="0"/>
      <dgm:spPr/>
    </dgm:pt>
    <dgm:pt modelId="{6371FD07-C285-42E4-9172-8A67895DD696}" type="pres">
      <dgm:prSet presAssocID="{14F2C966-0F65-4C87-BAE8-B0383CC3ACA8}" presName="parTx" presStyleLbl="revTx" presStyleIdx="1" presStyleCnt="5">
        <dgm:presLayoutVars>
          <dgm:chMax val="0"/>
          <dgm:chPref val="0"/>
        </dgm:presLayoutVars>
      </dgm:prSet>
      <dgm:spPr/>
    </dgm:pt>
    <dgm:pt modelId="{74696D5A-3BFA-43E8-8A79-189B5EEEDB8C}" type="pres">
      <dgm:prSet presAssocID="{14F2C966-0F65-4C87-BAE8-B0383CC3ACA8}" presName="desTx" presStyleLbl="revTx" presStyleIdx="2" presStyleCnt="5" custLinFactNeighborX="-1493" custLinFactNeighborY="24570">
        <dgm:presLayoutVars/>
      </dgm:prSet>
      <dgm:spPr/>
    </dgm:pt>
    <dgm:pt modelId="{AF5CD801-97F5-4AB6-96BF-099942A2AAE3}" type="pres">
      <dgm:prSet presAssocID="{86D91EF0-C420-4B9C-8A82-7166002D5BCC}" presName="sibTrans" presStyleCnt="0"/>
      <dgm:spPr/>
    </dgm:pt>
    <dgm:pt modelId="{D9B6D504-3F78-4F73-B83D-E1CEA2D8A473}" type="pres">
      <dgm:prSet presAssocID="{45CB5B62-0906-47EF-96FF-3C956630F57C}" presName="compNode" presStyleCnt="0"/>
      <dgm:spPr/>
    </dgm:pt>
    <dgm:pt modelId="{1FC7EE80-0752-4D9B-8D5B-D433A657734E}" type="pres">
      <dgm:prSet presAssocID="{45CB5B62-0906-47EF-96FF-3C956630F57C}" presName="bgRect" presStyleLbl="bgShp" presStyleIdx="2" presStyleCnt="4"/>
      <dgm:spPr/>
    </dgm:pt>
    <dgm:pt modelId="{965C1E9F-1E4B-4D71-BEED-BC7F0E6761D3}" type="pres">
      <dgm:prSet presAssocID="{45CB5B62-0906-47EF-96FF-3C956630F57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ingle gear"/>
        </a:ext>
      </dgm:extLst>
    </dgm:pt>
    <dgm:pt modelId="{B99BDC61-17A1-4170-9D10-FB242A9B0306}" type="pres">
      <dgm:prSet presAssocID="{45CB5B62-0906-47EF-96FF-3C956630F57C}" presName="spaceRect" presStyleCnt="0"/>
      <dgm:spPr/>
    </dgm:pt>
    <dgm:pt modelId="{9A70620B-85F5-42E9-80F1-AA276A8E3BEB}" type="pres">
      <dgm:prSet presAssocID="{45CB5B62-0906-47EF-96FF-3C956630F57C}" presName="parTx" presStyleLbl="revTx" presStyleIdx="3" presStyleCnt="5">
        <dgm:presLayoutVars>
          <dgm:chMax val="0"/>
          <dgm:chPref val="0"/>
        </dgm:presLayoutVars>
      </dgm:prSet>
      <dgm:spPr/>
    </dgm:pt>
    <dgm:pt modelId="{21BA464B-0560-4D19-BFEA-A0E001721B10}" type="pres">
      <dgm:prSet presAssocID="{31683551-666C-49F8-9E1C-7E00B9710EF1}" presName="sibTrans" presStyleCnt="0"/>
      <dgm:spPr/>
    </dgm:pt>
    <dgm:pt modelId="{33E0491E-3E54-4EE5-8106-B00FB43658AB}" type="pres">
      <dgm:prSet presAssocID="{CB9AAD44-242A-47A7-8F7C-191BFA005189}" presName="compNode" presStyleCnt="0"/>
      <dgm:spPr/>
    </dgm:pt>
    <dgm:pt modelId="{69FBC543-F843-4F5B-8F8E-62DAABB32B71}" type="pres">
      <dgm:prSet presAssocID="{CB9AAD44-242A-47A7-8F7C-191BFA005189}" presName="bgRect" presStyleLbl="bgShp" presStyleIdx="3" presStyleCnt="4"/>
      <dgm:spPr/>
    </dgm:pt>
    <dgm:pt modelId="{7D903D0C-A6D3-4FC1-95C5-3A2A146A67C2}" type="pres">
      <dgm:prSet presAssocID="{CB9AAD44-242A-47A7-8F7C-191BFA00518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944F7AB1-7CFF-490C-9A15-395685B55C13}" type="pres">
      <dgm:prSet presAssocID="{CB9AAD44-242A-47A7-8F7C-191BFA005189}" presName="spaceRect" presStyleCnt="0"/>
      <dgm:spPr/>
    </dgm:pt>
    <dgm:pt modelId="{BA809405-D9B3-42AE-BFBD-3FDBDB3E896F}" type="pres">
      <dgm:prSet presAssocID="{CB9AAD44-242A-47A7-8F7C-191BFA005189}" presName="parTx" presStyleLbl="revTx" presStyleIdx="4" presStyleCnt="5">
        <dgm:presLayoutVars>
          <dgm:chMax val="0"/>
          <dgm:chPref val="0"/>
        </dgm:presLayoutVars>
      </dgm:prSet>
      <dgm:spPr/>
    </dgm:pt>
  </dgm:ptLst>
  <dgm:cxnLst>
    <dgm:cxn modelId="{0068D202-A40E-4F17-A20E-AA8B76BB2328}" type="presOf" srcId="{C2BDB210-385E-4190-A5AD-F3E9ED6F4060}" destId="{74696D5A-3BFA-43E8-8A79-189B5EEEDB8C}" srcOrd="0" destOrd="0" presId="urn:microsoft.com/office/officeart/2018/2/layout/IconVerticalSolidList"/>
    <dgm:cxn modelId="{2381F82A-7710-479F-B45F-C0F98F0B2202}" srcId="{14F2C966-0F65-4C87-BAE8-B0383CC3ACA8}" destId="{B4C7F25F-1DF7-4B8E-AE50-3FA40F697328}" srcOrd="1" destOrd="0" parTransId="{FF2672AE-EF39-44ED-B50E-8B378B7B6316}" sibTransId="{CF278909-45E6-4040-9202-E2FD3B6CA772}"/>
    <dgm:cxn modelId="{376D9B40-C102-4D15-B7CE-8133A0A5E377}" type="presOf" srcId="{14F2C966-0F65-4C87-BAE8-B0383CC3ACA8}" destId="{6371FD07-C285-42E4-9172-8A67895DD696}" srcOrd="0" destOrd="0" presId="urn:microsoft.com/office/officeart/2018/2/layout/IconVerticalSolidList"/>
    <dgm:cxn modelId="{9A699F5B-7034-4AF1-9A3C-8FA34D2A3569}" srcId="{EEEF70A2-A506-4004-82DB-4CB38000D2F7}" destId="{45CB5B62-0906-47EF-96FF-3C956630F57C}" srcOrd="2" destOrd="0" parTransId="{829A6EC7-7F2D-4FA5-B09F-10E4224B9CFC}" sibTransId="{31683551-666C-49F8-9E1C-7E00B9710EF1}"/>
    <dgm:cxn modelId="{7C2C045F-17F1-4CA3-9DD0-BAAA5DDB8F17}" srcId="{EEEF70A2-A506-4004-82DB-4CB38000D2F7}" destId="{CB9AAD44-242A-47A7-8F7C-191BFA005189}" srcOrd="3" destOrd="0" parTransId="{9F3DE481-8109-4C79-B9BA-DAE4A1AD1431}" sibTransId="{21204071-4B1F-48FF-AAFE-1C8BA3D7D130}"/>
    <dgm:cxn modelId="{FE279C6C-D549-4F9F-B036-AA05D2986CEF}" type="presOf" srcId="{45CB5B62-0906-47EF-96FF-3C956630F57C}" destId="{9A70620B-85F5-42E9-80F1-AA276A8E3BEB}" srcOrd="0" destOrd="0" presId="urn:microsoft.com/office/officeart/2018/2/layout/IconVerticalSolidList"/>
    <dgm:cxn modelId="{5CF3DD8B-086B-4FC2-B864-2083E520AA08}" type="presOf" srcId="{EEEF70A2-A506-4004-82DB-4CB38000D2F7}" destId="{E1343619-CFB4-40FC-A992-7292C995A945}" srcOrd="0" destOrd="0" presId="urn:microsoft.com/office/officeart/2018/2/layout/IconVerticalSolidList"/>
    <dgm:cxn modelId="{3669F9B1-4F02-448F-AB87-F5BC2A034EC8}" type="presOf" srcId="{8B73D4BE-A7DE-4447-A2E7-8E925E93641C}" destId="{22251E8B-25B4-4870-BFC9-3F3A014A9CAF}" srcOrd="0" destOrd="0" presId="urn:microsoft.com/office/officeart/2018/2/layout/IconVerticalSolidList"/>
    <dgm:cxn modelId="{57C35DB9-C7A1-47FB-AD38-863A817B9CCF}" type="presOf" srcId="{B4C7F25F-1DF7-4B8E-AE50-3FA40F697328}" destId="{74696D5A-3BFA-43E8-8A79-189B5EEEDB8C}" srcOrd="0" destOrd="1" presId="urn:microsoft.com/office/officeart/2018/2/layout/IconVerticalSolidList"/>
    <dgm:cxn modelId="{27D5E2BB-11EE-433C-8CF4-443ADCA160C5}" type="presOf" srcId="{CB9AAD44-242A-47A7-8F7C-191BFA005189}" destId="{BA809405-D9B3-42AE-BFBD-3FDBDB3E896F}" srcOrd="0" destOrd="0" presId="urn:microsoft.com/office/officeart/2018/2/layout/IconVerticalSolidList"/>
    <dgm:cxn modelId="{036BD0C0-5376-44EE-B328-F901D6610C87}" srcId="{EEEF70A2-A506-4004-82DB-4CB38000D2F7}" destId="{14F2C966-0F65-4C87-BAE8-B0383CC3ACA8}" srcOrd="1" destOrd="0" parTransId="{CCCD1610-EA00-4361-B0A5-B3318B4910DB}" sibTransId="{86D91EF0-C420-4B9C-8A82-7166002D5BCC}"/>
    <dgm:cxn modelId="{70E16AD2-D417-4E43-9FFA-C74E56FDEEC7}" srcId="{14F2C966-0F65-4C87-BAE8-B0383CC3ACA8}" destId="{C2BDB210-385E-4190-A5AD-F3E9ED6F4060}" srcOrd="0" destOrd="0" parTransId="{E0FAA492-CBB2-4164-BFE1-34D90C9DC2EB}" sibTransId="{39ACCB75-3569-4C7E-8C99-11A8654F0D11}"/>
    <dgm:cxn modelId="{EEAC1AF5-0ADF-4A14-A666-F992A860CC5A}" srcId="{EEEF70A2-A506-4004-82DB-4CB38000D2F7}" destId="{8B73D4BE-A7DE-4447-A2E7-8E925E93641C}" srcOrd="0" destOrd="0" parTransId="{5878814B-409C-4D56-AECE-E0BDB436EF2B}" sibTransId="{A7ECB506-B483-4465-A191-DAB9939F9660}"/>
    <dgm:cxn modelId="{7371C8EE-A665-4233-BF17-0F72D52B7174}" type="presParOf" srcId="{E1343619-CFB4-40FC-A992-7292C995A945}" destId="{D1A7CF1A-D664-49BF-B272-2ECE6421F0B0}" srcOrd="0" destOrd="0" presId="urn:microsoft.com/office/officeart/2018/2/layout/IconVerticalSolidList"/>
    <dgm:cxn modelId="{9A0918C9-B4DB-4997-A5D9-B9AA81FEB7EF}" type="presParOf" srcId="{D1A7CF1A-D664-49BF-B272-2ECE6421F0B0}" destId="{E480B4A1-9D8C-4A1C-85AC-E42456D3CF56}" srcOrd="0" destOrd="0" presId="urn:microsoft.com/office/officeart/2018/2/layout/IconVerticalSolidList"/>
    <dgm:cxn modelId="{CE367ABE-01C1-4EDE-959C-4ADD939DC2C0}" type="presParOf" srcId="{D1A7CF1A-D664-49BF-B272-2ECE6421F0B0}" destId="{8B3692AE-977B-47AB-A8A2-47EAF0945224}" srcOrd="1" destOrd="0" presId="urn:microsoft.com/office/officeart/2018/2/layout/IconVerticalSolidList"/>
    <dgm:cxn modelId="{6CF1CCB6-6DB5-41B0-9B60-FF6FCB1A79C5}" type="presParOf" srcId="{D1A7CF1A-D664-49BF-B272-2ECE6421F0B0}" destId="{6583881C-C814-4750-9499-04CFCADF09CB}" srcOrd="2" destOrd="0" presId="urn:microsoft.com/office/officeart/2018/2/layout/IconVerticalSolidList"/>
    <dgm:cxn modelId="{F65AF0F0-1115-4535-A0EB-3691B61A5F0E}" type="presParOf" srcId="{D1A7CF1A-D664-49BF-B272-2ECE6421F0B0}" destId="{22251E8B-25B4-4870-BFC9-3F3A014A9CAF}" srcOrd="3" destOrd="0" presId="urn:microsoft.com/office/officeart/2018/2/layout/IconVerticalSolidList"/>
    <dgm:cxn modelId="{BBB6A77C-2969-44EB-8531-0A6B16A8964A}" type="presParOf" srcId="{E1343619-CFB4-40FC-A992-7292C995A945}" destId="{7D370311-A2A4-4FF7-8E75-811381E934E9}" srcOrd="1" destOrd="0" presId="urn:microsoft.com/office/officeart/2018/2/layout/IconVerticalSolidList"/>
    <dgm:cxn modelId="{5E21EC99-1791-49C5-B4EC-D6597E0BCBCF}" type="presParOf" srcId="{E1343619-CFB4-40FC-A992-7292C995A945}" destId="{61D6BFCD-918C-40BE-9AEB-FD894E54A487}" srcOrd="2" destOrd="0" presId="urn:microsoft.com/office/officeart/2018/2/layout/IconVerticalSolidList"/>
    <dgm:cxn modelId="{E0479AFD-8DAD-48D1-9F67-6B9E66387F1F}" type="presParOf" srcId="{61D6BFCD-918C-40BE-9AEB-FD894E54A487}" destId="{6E20BFFE-70E9-4A3C-85A6-BDE355054732}" srcOrd="0" destOrd="0" presId="urn:microsoft.com/office/officeart/2018/2/layout/IconVerticalSolidList"/>
    <dgm:cxn modelId="{59EF5098-1886-42F5-9167-220EE7F7116D}" type="presParOf" srcId="{61D6BFCD-918C-40BE-9AEB-FD894E54A487}" destId="{72430D99-6B11-46F3-B56B-A8D8B53E81E6}" srcOrd="1" destOrd="0" presId="urn:microsoft.com/office/officeart/2018/2/layout/IconVerticalSolidList"/>
    <dgm:cxn modelId="{2D0DB7E9-9989-4CF1-B5DA-3DFC8EA55591}" type="presParOf" srcId="{61D6BFCD-918C-40BE-9AEB-FD894E54A487}" destId="{FCA56453-EB12-4A9A-988B-2356547683F9}" srcOrd="2" destOrd="0" presId="urn:microsoft.com/office/officeart/2018/2/layout/IconVerticalSolidList"/>
    <dgm:cxn modelId="{6A3709D6-486F-46C0-947B-ACA943E92867}" type="presParOf" srcId="{61D6BFCD-918C-40BE-9AEB-FD894E54A487}" destId="{6371FD07-C285-42E4-9172-8A67895DD696}" srcOrd="3" destOrd="0" presId="urn:microsoft.com/office/officeart/2018/2/layout/IconVerticalSolidList"/>
    <dgm:cxn modelId="{5048AD50-F1C0-4F27-AC22-4F58705C3CD2}" type="presParOf" srcId="{61D6BFCD-918C-40BE-9AEB-FD894E54A487}" destId="{74696D5A-3BFA-43E8-8A79-189B5EEEDB8C}" srcOrd="4" destOrd="0" presId="urn:microsoft.com/office/officeart/2018/2/layout/IconVerticalSolidList"/>
    <dgm:cxn modelId="{317B4A9F-36E5-4BD0-A909-7D5BE33E6E1A}" type="presParOf" srcId="{E1343619-CFB4-40FC-A992-7292C995A945}" destId="{AF5CD801-97F5-4AB6-96BF-099942A2AAE3}" srcOrd="3" destOrd="0" presId="urn:microsoft.com/office/officeart/2018/2/layout/IconVerticalSolidList"/>
    <dgm:cxn modelId="{3FE36D50-EC90-45F9-BC6F-2A5D8F0C98CF}" type="presParOf" srcId="{E1343619-CFB4-40FC-A992-7292C995A945}" destId="{D9B6D504-3F78-4F73-B83D-E1CEA2D8A473}" srcOrd="4" destOrd="0" presId="urn:microsoft.com/office/officeart/2018/2/layout/IconVerticalSolidList"/>
    <dgm:cxn modelId="{43537673-35A2-4CB6-802E-3CB1940C04E1}" type="presParOf" srcId="{D9B6D504-3F78-4F73-B83D-E1CEA2D8A473}" destId="{1FC7EE80-0752-4D9B-8D5B-D433A657734E}" srcOrd="0" destOrd="0" presId="urn:microsoft.com/office/officeart/2018/2/layout/IconVerticalSolidList"/>
    <dgm:cxn modelId="{897FDE47-2C61-453A-80E6-904E63EB5AC0}" type="presParOf" srcId="{D9B6D504-3F78-4F73-B83D-E1CEA2D8A473}" destId="{965C1E9F-1E4B-4D71-BEED-BC7F0E6761D3}" srcOrd="1" destOrd="0" presId="urn:microsoft.com/office/officeart/2018/2/layout/IconVerticalSolidList"/>
    <dgm:cxn modelId="{8616F92E-B631-45F1-803C-A789B65A401C}" type="presParOf" srcId="{D9B6D504-3F78-4F73-B83D-E1CEA2D8A473}" destId="{B99BDC61-17A1-4170-9D10-FB242A9B0306}" srcOrd="2" destOrd="0" presId="urn:microsoft.com/office/officeart/2018/2/layout/IconVerticalSolidList"/>
    <dgm:cxn modelId="{90E63F95-FE39-4B03-AFB4-C0C3BB49A13F}" type="presParOf" srcId="{D9B6D504-3F78-4F73-B83D-E1CEA2D8A473}" destId="{9A70620B-85F5-42E9-80F1-AA276A8E3BEB}" srcOrd="3" destOrd="0" presId="urn:microsoft.com/office/officeart/2018/2/layout/IconVerticalSolidList"/>
    <dgm:cxn modelId="{535EC53E-8D14-42DB-9FB6-F6323AF55329}" type="presParOf" srcId="{E1343619-CFB4-40FC-A992-7292C995A945}" destId="{21BA464B-0560-4D19-BFEA-A0E001721B10}" srcOrd="5" destOrd="0" presId="urn:microsoft.com/office/officeart/2018/2/layout/IconVerticalSolidList"/>
    <dgm:cxn modelId="{D40839D0-4004-487F-8326-B94743A833F6}" type="presParOf" srcId="{E1343619-CFB4-40FC-A992-7292C995A945}" destId="{33E0491E-3E54-4EE5-8106-B00FB43658AB}" srcOrd="6" destOrd="0" presId="urn:microsoft.com/office/officeart/2018/2/layout/IconVerticalSolidList"/>
    <dgm:cxn modelId="{F8C11D2C-9C46-4450-9AB3-D7D094C017CB}" type="presParOf" srcId="{33E0491E-3E54-4EE5-8106-B00FB43658AB}" destId="{69FBC543-F843-4F5B-8F8E-62DAABB32B71}" srcOrd="0" destOrd="0" presId="urn:microsoft.com/office/officeart/2018/2/layout/IconVerticalSolidList"/>
    <dgm:cxn modelId="{F1FEDF05-D6F2-41B7-B8A2-1E46635D21D8}" type="presParOf" srcId="{33E0491E-3E54-4EE5-8106-B00FB43658AB}" destId="{7D903D0C-A6D3-4FC1-95C5-3A2A146A67C2}" srcOrd="1" destOrd="0" presId="urn:microsoft.com/office/officeart/2018/2/layout/IconVerticalSolidList"/>
    <dgm:cxn modelId="{30995885-3265-4E4E-A945-3ABBC0420F74}" type="presParOf" srcId="{33E0491E-3E54-4EE5-8106-B00FB43658AB}" destId="{944F7AB1-7CFF-490C-9A15-395685B55C13}" srcOrd="2" destOrd="0" presId="urn:microsoft.com/office/officeart/2018/2/layout/IconVerticalSolidList"/>
    <dgm:cxn modelId="{2CF22266-DD1D-4E98-87F3-8502EE6983B1}" type="presParOf" srcId="{33E0491E-3E54-4EE5-8106-B00FB43658AB}" destId="{BA809405-D9B3-42AE-BFBD-3FDBDB3E896F}"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EEF70A2-A506-4004-82DB-4CB38000D2F7}"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8B73D4BE-A7DE-4447-A2E7-8E925E93641C}">
      <dgm:prSet/>
      <dgm:spPr/>
      <dgm:t>
        <a:bodyPr/>
        <a:lstStyle/>
        <a:p>
          <a:pPr>
            <a:lnSpc>
              <a:spcPct val="100000"/>
            </a:lnSpc>
          </a:pPr>
          <a:r>
            <a:rPr lang="en-US"/>
            <a:t>Powerful IDE for writing XAML or C# based GUI code</a:t>
          </a:r>
        </a:p>
      </dgm:t>
    </dgm:pt>
    <dgm:pt modelId="{5878814B-409C-4D56-AECE-E0BDB436EF2B}" type="parTrans" cxnId="{EEAC1AF5-0ADF-4A14-A666-F992A860CC5A}">
      <dgm:prSet/>
      <dgm:spPr/>
      <dgm:t>
        <a:bodyPr/>
        <a:lstStyle/>
        <a:p>
          <a:endParaRPr lang="en-US"/>
        </a:p>
      </dgm:t>
    </dgm:pt>
    <dgm:pt modelId="{A7ECB506-B483-4465-A191-DAB9939F9660}" type="sibTrans" cxnId="{EEAC1AF5-0ADF-4A14-A666-F992A860CC5A}">
      <dgm:prSet/>
      <dgm:spPr/>
      <dgm:t>
        <a:bodyPr/>
        <a:lstStyle/>
        <a:p>
          <a:endParaRPr lang="en-US"/>
        </a:p>
      </dgm:t>
    </dgm:pt>
    <dgm:pt modelId="{14F2C966-0F65-4C87-BAE8-B0383CC3ACA8}">
      <dgm:prSet/>
      <dgm:spPr/>
      <dgm:t>
        <a:bodyPr/>
        <a:lstStyle/>
        <a:p>
          <a:pPr>
            <a:lnSpc>
              <a:spcPct val="100000"/>
            </a:lnSpc>
          </a:pPr>
          <a:r>
            <a:rPr lang="en-US"/>
            <a:t>GUI for editing XAML code in real time</a:t>
          </a:r>
        </a:p>
      </dgm:t>
    </dgm:pt>
    <dgm:pt modelId="{CCCD1610-EA00-4361-B0A5-B3318B4910DB}" type="parTrans" cxnId="{036BD0C0-5376-44EE-B328-F901D6610C87}">
      <dgm:prSet/>
      <dgm:spPr/>
      <dgm:t>
        <a:bodyPr/>
        <a:lstStyle/>
        <a:p>
          <a:endParaRPr lang="en-US"/>
        </a:p>
      </dgm:t>
    </dgm:pt>
    <dgm:pt modelId="{86D91EF0-C420-4B9C-8A82-7166002D5BCC}" type="sibTrans" cxnId="{036BD0C0-5376-44EE-B328-F901D6610C87}">
      <dgm:prSet/>
      <dgm:spPr/>
      <dgm:t>
        <a:bodyPr/>
        <a:lstStyle/>
        <a:p>
          <a:endParaRPr lang="en-US"/>
        </a:p>
      </dgm:t>
    </dgm:pt>
    <dgm:pt modelId="{C2BDB210-385E-4190-A5AD-F3E9ED6F4060}">
      <dgm:prSet custT="1"/>
      <dgm:spPr/>
      <dgm:t>
        <a:bodyPr/>
        <a:lstStyle/>
        <a:p>
          <a:pPr>
            <a:lnSpc>
              <a:spcPct val="100000"/>
            </a:lnSpc>
          </a:pPr>
          <a:r>
            <a:rPr lang="en-US" sz="1800" dirty="0"/>
            <a:t>Changing an option in the rendered form causes VS to update the code and the opposite</a:t>
          </a:r>
        </a:p>
      </dgm:t>
    </dgm:pt>
    <dgm:pt modelId="{E0FAA492-CBB2-4164-BFE1-34D90C9DC2EB}" type="parTrans" cxnId="{70E16AD2-D417-4E43-9FFA-C74E56FDEEC7}">
      <dgm:prSet/>
      <dgm:spPr/>
      <dgm:t>
        <a:bodyPr/>
        <a:lstStyle/>
        <a:p>
          <a:endParaRPr lang="en-US"/>
        </a:p>
      </dgm:t>
    </dgm:pt>
    <dgm:pt modelId="{39ACCB75-3569-4C7E-8C99-11A8654F0D11}" type="sibTrans" cxnId="{70E16AD2-D417-4E43-9FFA-C74E56FDEEC7}">
      <dgm:prSet/>
      <dgm:spPr/>
      <dgm:t>
        <a:bodyPr/>
        <a:lstStyle/>
        <a:p>
          <a:endParaRPr lang="en-US"/>
        </a:p>
      </dgm:t>
    </dgm:pt>
    <dgm:pt modelId="{45CB5B62-0906-47EF-96FF-3C956630F57C}">
      <dgm:prSet/>
      <dgm:spPr/>
      <dgm:t>
        <a:bodyPr/>
        <a:lstStyle/>
        <a:p>
          <a:pPr>
            <a:lnSpc>
              <a:spcPct val="100000"/>
            </a:lnSpc>
          </a:pPr>
          <a:r>
            <a:rPr lang="en-US"/>
            <a:t>Drag and drop functionality for adding new controls</a:t>
          </a:r>
        </a:p>
      </dgm:t>
    </dgm:pt>
    <dgm:pt modelId="{829A6EC7-7F2D-4FA5-B09F-10E4224B9CFC}" type="parTrans" cxnId="{9A699F5B-7034-4AF1-9A3C-8FA34D2A3569}">
      <dgm:prSet/>
      <dgm:spPr/>
      <dgm:t>
        <a:bodyPr/>
        <a:lstStyle/>
        <a:p>
          <a:endParaRPr lang="en-US"/>
        </a:p>
      </dgm:t>
    </dgm:pt>
    <dgm:pt modelId="{31683551-666C-49F8-9E1C-7E00B9710EF1}" type="sibTrans" cxnId="{9A699F5B-7034-4AF1-9A3C-8FA34D2A3569}">
      <dgm:prSet/>
      <dgm:spPr/>
      <dgm:t>
        <a:bodyPr/>
        <a:lstStyle/>
        <a:p>
          <a:endParaRPr lang="en-US"/>
        </a:p>
      </dgm:t>
    </dgm:pt>
    <dgm:pt modelId="{CB9AAD44-242A-47A7-8F7C-191BFA005189}">
      <dgm:prSet/>
      <dgm:spPr/>
      <dgm:t>
        <a:bodyPr/>
        <a:lstStyle/>
        <a:p>
          <a:pPr>
            <a:lnSpc>
              <a:spcPct val="100000"/>
            </a:lnSpc>
          </a:pPr>
          <a:r>
            <a:rPr lang="en-US"/>
            <a:t>Easy GUI guided based support for setting advanced options</a:t>
          </a:r>
        </a:p>
      </dgm:t>
    </dgm:pt>
    <dgm:pt modelId="{9F3DE481-8109-4C79-B9BA-DAE4A1AD1431}" type="parTrans" cxnId="{7C2C045F-17F1-4CA3-9DD0-BAAA5DDB8F17}">
      <dgm:prSet/>
      <dgm:spPr/>
      <dgm:t>
        <a:bodyPr/>
        <a:lstStyle/>
        <a:p>
          <a:endParaRPr lang="en-US"/>
        </a:p>
      </dgm:t>
    </dgm:pt>
    <dgm:pt modelId="{21204071-4B1F-48FF-AAFE-1C8BA3D7D130}" type="sibTrans" cxnId="{7C2C045F-17F1-4CA3-9DD0-BAAA5DDB8F17}">
      <dgm:prSet/>
      <dgm:spPr/>
      <dgm:t>
        <a:bodyPr/>
        <a:lstStyle/>
        <a:p>
          <a:endParaRPr lang="en-US"/>
        </a:p>
      </dgm:t>
    </dgm:pt>
    <dgm:pt modelId="{E1343619-CFB4-40FC-A992-7292C995A945}" type="pres">
      <dgm:prSet presAssocID="{EEEF70A2-A506-4004-82DB-4CB38000D2F7}" presName="root" presStyleCnt="0">
        <dgm:presLayoutVars>
          <dgm:dir/>
          <dgm:resizeHandles val="exact"/>
        </dgm:presLayoutVars>
      </dgm:prSet>
      <dgm:spPr/>
    </dgm:pt>
    <dgm:pt modelId="{D1A7CF1A-D664-49BF-B272-2ECE6421F0B0}" type="pres">
      <dgm:prSet presAssocID="{8B73D4BE-A7DE-4447-A2E7-8E925E93641C}" presName="compNode" presStyleCnt="0"/>
      <dgm:spPr/>
    </dgm:pt>
    <dgm:pt modelId="{E480B4A1-9D8C-4A1C-85AC-E42456D3CF56}" type="pres">
      <dgm:prSet presAssocID="{8B73D4BE-A7DE-4447-A2E7-8E925E93641C}" presName="bgRect" presStyleLbl="bgShp" presStyleIdx="0" presStyleCnt="4"/>
      <dgm:spPr/>
    </dgm:pt>
    <dgm:pt modelId="{8B3692AE-977B-47AB-A8A2-47EAF0945224}" type="pres">
      <dgm:prSet presAssocID="{8B73D4BE-A7DE-4447-A2E7-8E925E93641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ncil"/>
        </a:ext>
      </dgm:extLst>
    </dgm:pt>
    <dgm:pt modelId="{6583881C-C814-4750-9499-04CFCADF09CB}" type="pres">
      <dgm:prSet presAssocID="{8B73D4BE-A7DE-4447-A2E7-8E925E93641C}" presName="spaceRect" presStyleCnt="0"/>
      <dgm:spPr/>
    </dgm:pt>
    <dgm:pt modelId="{22251E8B-25B4-4870-BFC9-3F3A014A9CAF}" type="pres">
      <dgm:prSet presAssocID="{8B73D4BE-A7DE-4447-A2E7-8E925E93641C}" presName="parTx" presStyleLbl="revTx" presStyleIdx="0" presStyleCnt="5">
        <dgm:presLayoutVars>
          <dgm:chMax val="0"/>
          <dgm:chPref val="0"/>
        </dgm:presLayoutVars>
      </dgm:prSet>
      <dgm:spPr/>
    </dgm:pt>
    <dgm:pt modelId="{7D370311-A2A4-4FF7-8E75-811381E934E9}" type="pres">
      <dgm:prSet presAssocID="{A7ECB506-B483-4465-A191-DAB9939F9660}" presName="sibTrans" presStyleCnt="0"/>
      <dgm:spPr/>
    </dgm:pt>
    <dgm:pt modelId="{61D6BFCD-918C-40BE-9AEB-FD894E54A487}" type="pres">
      <dgm:prSet presAssocID="{14F2C966-0F65-4C87-BAE8-B0383CC3ACA8}" presName="compNode" presStyleCnt="0"/>
      <dgm:spPr/>
    </dgm:pt>
    <dgm:pt modelId="{6E20BFFE-70E9-4A3C-85A6-BDE355054732}" type="pres">
      <dgm:prSet presAssocID="{14F2C966-0F65-4C87-BAE8-B0383CC3ACA8}" presName="bgRect" presStyleLbl="bgShp" presStyleIdx="1" presStyleCnt="4"/>
      <dgm:spPr/>
    </dgm:pt>
    <dgm:pt modelId="{72430D99-6B11-46F3-B56B-A8D8B53E81E6}" type="pres">
      <dgm:prSet presAssocID="{14F2C966-0F65-4C87-BAE8-B0383CC3ACA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ight Pointing Backhand Index"/>
        </a:ext>
      </dgm:extLst>
    </dgm:pt>
    <dgm:pt modelId="{FCA56453-EB12-4A9A-988B-2356547683F9}" type="pres">
      <dgm:prSet presAssocID="{14F2C966-0F65-4C87-BAE8-B0383CC3ACA8}" presName="spaceRect" presStyleCnt="0"/>
      <dgm:spPr/>
    </dgm:pt>
    <dgm:pt modelId="{6371FD07-C285-42E4-9172-8A67895DD696}" type="pres">
      <dgm:prSet presAssocID="{14F2C966-0F65-4C87-BAE8-B0383CC3ACA8}" presName="parTx" presStyleLbl="revTx" presStyleIdx="1" presStyleCnt="5">
        <dgm:presLayoutVars>
          <dgm:chMax val="0"/>
          <dgm:chPref val="0"/>
        </dgm:presLayoutVars>
      </dgm:prSet>
      <dgm:spPr/>
    </dgm:pt>
    <dgm:pt modelId="{74696D5A-3BFA-43E8-8A79-189B5EEEDB8C}" type="pres">
      <dgm:prSet presAssocID="{14F2C966-0F65-4C87-BAE8-B0383CC3ACA8}" presName="desTx" presStyleLbl="revTx" presStyleIdx="2" presStyleCnt="5">
        <dgm:presLayoutVars/>
      </dgm:prSet>
      <dgm:spPr/>
    </dgm:pt>
    <dgm:pt modelId="{AF5CD801-97F5-4AB6-96BF-099942A2AAE3}" type="pres">
      <dgm:prSet presAssocID="{86D91EF0-C420-4B9C-8A82-7166002D5BCC}" presName="sibTrans" presStyleCnt="0"/>
      <dgm:spPr/>
    </dgm:pt>
    <dgm:pt modelId="{D9B6D504-3F78-4F73-B83D-E1CEA2D8A473}" type="pres">
      <dgm:prSet presAssocID="{45CB5B62-0906-47EF-96FF-3C956630F57C}" presName="compNode" presStyleCnt="0"/>
      <dgm:spPr/>
    </dgm:pt>
    <dgm:pt modelId="{1FC7EE80-0752-4D9B-8D5B-D433A657734E}" type="pres">
      <dgm:prSet presAssocID="{45CB5B62-0906-47EF-96FF-3C956630F57C}" presName="bgRect" presStyleLbl="bgShp" presStyleIdx="2" presStyleCnt="4"/>
      <dgm:spPr/>
    </dgm:pt>
    <dgm:pt modelId="{965C1E9F-1E4B-4D71-BEED-BC7F0E6761D3}" type="pres">
      <dgm:prSet presAssocID="{45CB5B62-0906-47EF-96FF-3C956630F57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ingle gear"/>
        </a:ext>
      </dgm:extLst>
    </dgm:pt>
    <dgm:pt modelId="{B99BDC61-17A1-4170-9D10-FB242A9B0306}" type="pres">
      <dgm:prSet presAssocID="{45CB5B62-0906-47EF-96FF-3C956630F57C}" presName="spaceRect" presStyleCnt="0"/>
      <dgm:spPr/>
    </dgm:pt>
    <dgm:pt modelId="{9A70620B-85F5-42E9-80F1-AA276A8E3BEB}" type="pres">
      <dgm:prSet presAssocID="{45CB5B62-0906-47EF-96FF-3C956630F57C}" presName="parTx" presStyleLbl="revTx" presStyleIdx="3" presStyleCnt="5">
        <dgm:presLayoutVars>
          <dgm:chMax val="0"/>
          <dgm:chPref val="0"/>
        </dgm:presLayoutVars>
      </dgm:prSet>
      <dgm:spPr/>
    </dgm:pt>
    <dgm:pt modelId="{21BA464B-0560-4D19-BFEA-A0E001721B10}" type="pres">
      <dgm:prSet presAssocID="{31683551-666C-49F8-9E1C-7E00B9710EF1}" presName="sibTrans" presStyleCnt="0"/>
      <dgm:spPr/>
    </dgm:pt>
    <dgm:pt modelId="{33E0491E-3E54-4EE5-8106-B00FB43658AB}" type="pres">
      <dgm:prSet presAssocID="{CB9AAD44-242A-47A7-8F7C-191BFA005189}" presName="compNode" presStyleCnt="0"/>
      <dgm:spPr/>
    </dgm:pt>
    <dgm:pt modelId="{69FBC543-F843-4F5B-8F8E-62DAABB32B71}" type="pres">
      <dgm:prSet presAssocID="{CB9AAD44-242A-47A7-8F7C-191BFA005189}" presName="bgRect" presStyleLbl="bgShp" presStyleIdx="3" presStyleCnt="4"/>
      <dgm:spPr/>
    </dgm:pt>
    <dgm:pt modelId="{7D903D0C-A6D3-4FC1-95C5-3A2A146A67C2}" type="pres">
      <dgm:prSet presAssocID="{CB9AAD44-242A-47A7-8F7C-191BFA00518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944F7AB1-7CFF-490C-9A15-395685B55C13}" type="pres">
      <dgm:prSet presAssocID="{CB9AAD44-242A-47A7-8F7C-191BFA005189}" presName="spaceRect" presStyleCnt="0"/>
      <dgm:spPr/>
    </dgm:pt>
    <dgm:pt modelId="{BA809405-D9B3-42AE-BFBD-3FDBDB3E896F}" type="pres">
      <dgm:prSet presAssocID="{CB9AAD44-242A-47A7-8F7C-191BFA005189}" presName="parTx" presStyleLbl="revTx" presStyleIdx="4" presStyleCnt="5">
        <dgm:presLayoutVars>
          <dgm:chMax val="0"/>
          <dgm:chPref val="0"/>
        </dgm:presLayoutVars>
      </dgm:prSet>
      <dgm:spPr/>
    </dgm:pt>
  </dgm:ptLst>
  <dgm:cxnLst>
    <dgm:cxn modelId="{0068D202-A40E-4F17-A20E-AA8B76BB2328}" type="presOf" srcId="{C2BDB210-385E-4190-A5AD-F3E9ED6F4060}" destId="{74696D5A-3BFA-43E8-8A79-189B5EEEDB8C}" srcOrd="0" destOrd="0" presId="urn:microsoft.com/office/officeart/2018/2/layout/IconVerticalSolidList"/>
    <dgm:cxn modelId="{376D9B40-C102-4D15-B7CE-8133A0A5E377}" type="presOf" srcId="{14F2C966-0F65-4C87-BAE8-B0383CC3ACA8}" destId="{6371FD07-C285-42E4-9172-8A67895DD696}" srcOrd="0" destOrd="0" presId="urn:microsoft.com/office/officeart/2018/2/layout/IconVerticalSolidList"/>
    <dgm:cxn modelId="{9A699F5B-7034-4AF1-9A3C-8FA34D2A3569}" srcId="{EEEF70A2-A506-4004-82DB-4CB38000D2F7}" destId="{45CB5B62-0906-47EF-96FF-3C956630F57C}" srcOrd="2" destOrd="0" parTransId="{829A6EC7-7F2D-4FA5-B09F-10E4224B9CFC}" sibTransId="{31683551-666C-49F8-9E1C-7E00B9710EF1}"/>
    <dgm:cxn modelId="{7C2C045F-17F1-4CA3-9DD0-BAAA5DDB8F17}" srcId="{EEEF70A2-A506-4004-82DB-4CB38000D2F7}" destId="{CB9AAD44-242A-47A7-8F7C-191BFA005189}" srcOrd="3" destOrd="0" parTransId="{9F3DE481-8109-4C79-B9BA-DAE4A1AD1431}" sibTransId="{21204071-4B1F-48FF-AAFE-1C8BA3D7D130}"/>
    <dgm:cxn modelId="{FE279C6C-D549-4F9F-B036-AA05D2986CEF}" type="presOf" srcId="{45CB5B62-0906-47EF-96FF-3C956630F57C}" destId="{9A70620B-85F5-42E9-80F1-AA276A8E3BEB}" srcOrd="0" destOrd="0" presId="urn:microsoft.com/office/officeart/2018/2/layout/IconVerticalSolidList"/>
    <dgm:cxn modelId="{5CF3DD8B-086B-4FC2-B864-2083E520AA08}" type="presOf" srcId="{EEEF70A2-A506-4004-82DB-4CB38000D2F7}" destId="{E1343619-CFB4-40FC-A992-7292C995A945}" srcOrd="0" destOrd="0" presId="urn:microsoft.com/office/officeart/2018/2/layout/IconVerticalSolidList"/>
    <dgm:cxn modelId="{3669F9B1-4F02-448F-AB87-F5BC2A034EC8}" type="presOf" srcId="{8B73D4BE-A7DE-4447-A2E7-8E925E93641C}" destId="{22251E8B-25B4-4870-BFC9-3F3A014A9CAF}" srcOrd="0" destOrd="0" presId="urn:microsoft.com/office/officeart/2018/2/layout/IconVerticalSolidList"/>
    <dgm:cxn modelId="{27D5E2BB-11EE-433C-8CF4-443ADCA160C5}" type="presOf" srcId="{CB9AAD44-242A-47A7-8F7C-191BFA005189}" destId="{BA809405-D9B3-42AE-BFBD-3FDBDB3E896F}" srcOrd="0" destOrd="0" presId="urn:microsoft.com/office/officeart/2018/2/layout/IconVerticalSolidList"/>
    <dgm:cxn modelId="{036BD0C0-5376-44EE-B328-F901D6610C87}" srcId="{EEEF70A2-A506-4004-82DB-4CB38000D2F7}" destId="{14F2C966-0F65-4C87-BAE8-B0383CC3ACA8}" srcOrd="1" destOrd="0" parTransId="{CCCD1610-EA00-4361-B0A5-B3318B4910DB}" sibTransId="{86D91EF0-C420-4B9C-8A82-7166002D5BCC}"/>
    <dgm:cxn modelId="{70E16AD2-D417-4E43-9FFA-C74E56FDEEC7}" srcId="{14F2C966-0F65-4C87-BAE8-B0383CC3ACA8}" destId="{C2BDB210-385E-4190-A5AD-F3E9ED6F4060}" srcOrd="0" destOrd="0" parTransId="{E0FAA492-CBB2-4164-BFE1-34D90C9DC2EB}" sibTransId="{39ACCB75-3569-4C7E-8C99-11A8654F0D11}"/>
    <dgm:cxn modelId="{EEAC1AF5-0ADF-4A14-A666-F992A860CC5A}" srcId="{EEEF70A2-A506-4004-82DB-4CB38000D2F7}" destId="{8B73D4BE-A7DE-4447-A2E7-8E925E93641C}" srcOrd="0" destOrd="0" parTransId="{5878814B-409C-4D56-AECE-E0BDB436EF2B}" sibTransId="{A7ECB506-B483-4465-A191-DAB9939F9660}"/>
    <dgm:cxn modelId="{7371C8EE-A665-4233-BF17-0F72D52B7174}" type="presParOf" srcId="{E1343619-CFB4-40FC-A992-7292C995A945}" destId="{D1A7CF1A-D664-49BF-B272-2ECE6421F0B0}" srcOrd="0" destOrd="0" presId="urn:microsoft.com/office/officeart/2018/2/layout/IconVerticalSolidList"/>
    <dgm:cxn modelId="{9A0918C9-B4DB-4997-A5D9-B9AA81FEB7EF}" type="presParOf" srcId="{D1A7CF1A-D664-49BF-B272-2ECE6421F0B0}" destId="{E480B4A1-9D8C-4A1C-85AC-E42456D3CF56}" srcOrd="0" destOrd="0" presId="urn:microsoft.com/office/officeart/2018/2/layout/IconVerticalSolidList"/>
    <dgm:cxn modelId="{CE367ABE-01C1-4EDE-959C-4ADD939DC2C0}" type="presParOf" srcId="{D1A7CF1A-D664-49BF-B272-2ECE6421F0B0}" destId="{8B3692AE-977B-47AB-A8A2-47EAF0945224}" srcOrd="1" destOrd="0" presId="urn:microsoft.com/office/officeart/2018/2/layout/IconVerticalSolidList"/>
    <dgm:cxn modelId="{6CF1CCB6-6DB5-41B0-9B60-FF6FCB1A79C5}" type="presParOf" srcId="{D1A7CF1A-D664-49BF-B272-2ECE6421F0B0}" destId="{6583881C-C814-4750-9499-04CFCADF09CB}" srcOrd="2" destOrd="0" presId="urn:microsoft.com/office/officeart/2018/2/layout/IconVerticalSolidList"/>
    <dgm:cxn modelId="{F65AF0F0-1115-4535-A0EB-3691B61A5F0E}" type="presParOf" srcId="{D1A7CF1A-D664-49BF-B272-2ECE6421F0B0}" destId="{22251E8B-25B4-4870-BFC9-3F3A014A9CAF}" srcOrd="3" destOrd="0" presId="urn:microsoft.com/office/officeart/2018/2/layout/IconVerticalSolidList"/>
    <dgm:cxn modelId="{BBB6A77C-2969-44EB-8531-0A6B16A8964A}" type="presParOf" srcId="{E1343619-CFB4-40FC-A992-7292C995A945}" destId="{7D370311-A2A4-4FF7-8E75-811381E934E9}" srcOrd="1" destOrd="0" presId="urn:microsoft.com/office/officeart/2018/2/layout/IconVerticalSolidList"/>
    <dgm:cxn modelId="{5E21EC99-1791-49C5-B4EC-D6597E0BCBCF}" type="presParOf" srcId="{E1343619-CFB4-40FC-A992-7292C995A945}" destId="{61D6BFCD-918C-40BE-9AEB-FD894E54A487}" srcOrd="2" destOrd="0" presId="urn:microsoft.com/office/officeart/2018/2/layout/IconVerticalSolidList"/>
    <dgm:cxn modelId="{E0479AFD-8DAD-48D1-9F67-6B9E66387F1F}" type="presParOf" srcId="{61D6BFCD-918C-40BE-9AEB-FD894E54A487}" destId="{6E20BFFE-70E9-4A3C-85A6-BDE355054732}" srcOrd="0" destOrd="0" presId="urn:microsoft.com/office/officeart/2018/2/layout/IconVerticalSolidList"/>
    <dgm:cxn modelId="{59EF5098-1886-42F5-9167-220EE7F7116D}" type="presParOf" srcId="{61D6BFCD-918C-40BE-9AEB-FD894E54A487}" destId="{72430D99-6B11-46F3-B56B-A8D8B53E81E6}" srcOrd="1" destOrd="0" presId="urn:microsoft.com/office/officeart/2018/2/layout/IconVerticalSolidList"/>
    <dgm:cxn modelId="{2D0DB7E9-9989-4CF1-B5DA-3DFC8EA55591}" type="presParOf" srcId="{61D6BFCD-918C-40BE-9AEB-FD894E54A487}" destId="{FCA56453-EB12-4A9A-988B-2356547683F9}" srcOrd="2" destOrd="0" presId="urn:microsoft.com/office/officeart/2018/2/layout/IconVerticalSolidList"/>
    <dgm:cxn modelId="{6A3709D6-486F-46C0-947B-ACA943E92867}" type="presParOf" srcId="{61D6BFCD-918C-40BE-9AEB-FD894E54A487}" destId="{6371FD07-C285-42E4-9172-8A67895DD696}" srcOrd="3" destOrd="0" presId="urn:microsoft.com/office/officeart/2018/2/layout/IconVerticalSolidList"/>
    <dgm:cxn modelId="{5048AD50-F1C0-4F27-AC22-4F58705C3CD2}" type="presParOf" srcId="{61D6BFCD-918C-40BE-9AEB-FD894E54A487}" destId="{74696D5A-3BFA-43E8-8A79-189B5EEEDB8C}" srcOrd="4" destOrd="0" presId="urn:microsoft.com/office/officeart/2018/2/layout/IconVerticalSolidList"/>
    <dgm:cxn modelId="{317B4A9F-36E5-4BD0-A909-7D5BE33E6E1A}" type="presParOf" srcId="{E1343619-CFB4-40FC-A992-7292C995A945}" destId="{AF5CD801-97F5-4AB6-96BF-099942A2AAE3}" srcOrd="3" destOrd="0" presId="urn:microsoft.com/office/officeart/2018/2/layout/IconVerticalSolidList"/>
    <dgm:cxn modelId="{3FE36D50-EC90-45F9-BC6F-2A5D8F0C98CF}" type="presParOf" srcId="{E1343619-CFB4-40FC-A992-7292C995A945}" destId="{D9B6D504-3F78-4F73-B83D-E1CEA2D8A473}" srcOrd="4" destOrd="0" presId="urn:microsoft.com/office/officeart/2018/2/layout/IconVerticalSolidList"/>
    <dgm:cxn modelId="{43537673-35A2-4CB6-802E-3CB1940C04E1}" type="presParOf" srcId="{D9B6D504-3F78-4F73-B83D-E1CEA2D8A473}" destId="{1FC7EE80-0752-4D9B-8D5B-D433A657734E}" srcOrd="0" destOrd="0" presId="urn:microsoft.com/office/officeart/2018/2/layout/IconVerticalSolidList"/>
    <dgm:cxn modelId="{897FDE47-2C61-453A-80E6-904E63EB5AC0}" type="presParOf" srcId="{D9B6D504-3F78-4F73-B83D-E1CEA2D8A473}" destId="{965C1E9F-1E4B-4D71-BEED-BC7F0E6761D3}" srcOrd="1" destOrd="0" presId="urn:microsoft.com/office/officeart/2018/2/layout/IconVerticalSolidList"/>
    <dgm:cxn modelId="{8616F92E-B631-45F1-803C-A789B65A401C}" type="presParOf" srcId="{D9B6D504-3F78-4F73-B83D-E1CEA2D8A473}" destId="{B99BDC61-17A1-4170-9D10-FB242A9B0306}" srcOrd="2" destOrd="0" presId="urn:microsoft.com/office/officeart/2018/2/layout/IconVerticalSolidList"/>
    <dgm:cxn modelId="{90E63F95-FE39-4B03-AFB4-C0C3BB49A13F}" type="presParOf" srcId="{D9B6D504-3F78-4F73-B83D-E1CEA2D8A473}" destId="{9A70620B-85F5-42E9-80F1-AA276A8E3BEB}" srcOrd="3" destOrd="0" presId="urn:microsoft.com/office/officeart/2018/2/layout/IconVerticalSolidList"/>
    <dgm:cxn modelId="{535EC53E-8D14-42DB-9FB6-F6323AF55329}" type="presParOf" srcId="{E1343619-CFB4-40FC-A992-7292C995A945}" destId="{21BA464B-0560-4D19-BFEA-A0E001721B10}" srcOrd="5" destOrd="0" presId="urn:microsoft.com/office/officeart/2018/2/layout/IconVerticalSolidList"/>
    <dgm:cxn modelId="{D40839D0-4004-487F-8326-B94743A833F6}" type="presParOf" srcId="{E1343619-CFB4-40FC-A992-7292C995A945}" destId="{33E0491E-3E54-4EE5-8106-B00FB43658AB}" srcOrd="6" destOrd="0" presId="urn:microsoft.com/office/officeart/2018/2/layout/IconVerticalSolidList"/>
    <dgm:cxn modelId="{F8C11D2C-9C46-4450-9AB3-D7D094C017CB}" type="presParOf" srcId="{33E0491E-3E54-4EE5-8106-B00FB43658AB}" destId="{69FBC543-F843-4F5B-8F8E-62DAABB32B71}" srcOrd="0" destOrd="0" presId="urn:microsoft.com/office/officeart/2018/2/layout/IconVerticalSolidList"/>
    <dgm:cxn modelId="{F1FEDF05-D6F2-41B7-B8A2-1E46635D21D8}" type="presParOf" srcId="{33E0491E-3E54-4EE5-8106-B00FB43658AB}" destId="{7D903D0C-A6D3-4FC1-95C5-3A2A146A67C2}" srcOrd="1" destOrd="0" presId="urn:microsoft.com/office/officeart/2018/2/layout/IconVerticalSolidList"/>
    <dgm:cxn modelId="{30995885-3265-4E4E-A945-3ABBC0420F74}" type="presParOf" srcId="{33E0491E-3E54-4EE5-8106-B00FB43658AB}" destId="{944F7AB1-7CFF-490C-9A15-395685B55C13}" srcOrd="2" destOrd="0" presId="urn:microsoft.com/office/officeart/2018/2/layout/IconVerticalSolidList"/>
    <dgm:cxn modelId="{2CF22266-DD1D-4E98-87F3-8502EE6983B1}" type="presParOf" srcId="{33E0491E-3E54-4EE5-8106-B00FB43658AB}" destId="{BA809405-D9B3-42AE-BFBD-3FDBDB3E896F}"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8B0F27B-25E1-4BA8-8E44-CB07CD27F540}" type="doc">
      <dgm:prSet loTypeId="urn:microsoft.com/office/officeart/2018/2/layout/IconVerticalSolidList" loCatId="icon" qsTypeId="urn:microsoft.com/office/officeart/2005/8/quickstyle/simple1" qsCatId="simple" csTypeId="urn:microsoft.com/office/officeart/2005/8/colors/colorful1" csCatId="colorful" phldr="1"/>
      <dgm:spPr/>
      <dgm:t>
        <a:bodyPr/>
        <a:lstStyle/>
        <a:p>
          <a:endParaRPr lang="en-US"/>
        </a:p>
      </dgm:t>
    </dgm:pt>
    <dgm:pt modelId="{DCAB880F-315C-4249-80F2-7B13CC1383A5}">
      <dgm:prSet/>
      <dgm:spPr/>
      <dgm:t>
        <a:bodyPr/>
        <a:lstStyle/>
        <a:p>
          <a:pPr>
            <a:lnSpc>
              <a:spcPct val="100000"/>
            </a:lnSpc>
          </a:pPr>
          <a:r>
            <a:rPr lang="en-US"/>
            <a:t>Visual Studio Express</a:t>
          </a:r>
        </a:p>
      </dgm:t>
    </dgm:pt>
    <dgm:pt modelId="{5FFD9857-6263-4085-9415-3BA224418D56}" type="parTrans" cxnId="{E1DD5ACD-CC32-4173-8DB4-C8B65B3606F5}">
      <dgm:prSet/>
      <dgm:spPr/>
      <dgm:t>
        <a:bodyPr/>
        <a:lstStyle/>
        <a:p>
          <a:endParaRPr lang="en-US"/>
        </a:p>
      </dgm:t>
    </dgm:pt>
    <dgm:pt modelId="{7980160D-ECF3-45DB-B28C-30CFF1C762F3}" type="sibTrans" cxnId="{E1DD5ACD-CC32-4173-8DB4-C8B65B3606F5}">
      <dgm:prSet/>
      <dgm:spPr/>
      <dgm:t>
        <a:bodyPr/>
        <a:lstStyle/>
        <a:p>
          <a:endParaRPr lang="en-US"/>
        </a:p>
      </dgm:t>
    </dgm:pt>
    <dgm:pt modelId="{8E41CDE8-3B91-4118-BCC7-42295A0B1EC6}">
      <dgm:prSet custT="1"/>
      <dgm:spPr/>
      <dgm:t>
        <a:bodyPr/>
        <a:lstStyle/>
        <a:p>
          <a:pPr>
            <a:lnSpc>
              <a:spcPct val="100000"/>
            </a:lnSpc>
          </a:pPr>
          <a:r>
            <a:rPr lang="en-US" sz="1800" dirty="0"/>
            <a:t>Free for everyone but discontinued</a:t>
          </a:r>
        </a:p>
      </dgm:t>
    </dgm:pt>
    <dgm:pt modelId="{7AA92E46-349D-42B1-9DB3-FF731028C1A2}" type="parTrans" cxnId="{296BD01C-9ED0-4B28-A492-442D9FB97736}">
      <dgm:prSet/>
      <dgm:spPr/>
      <dgm:t>
        <a:bodyPr/>
        <a:lstStyle/>
        <a:p>
          <a:endParaRPr lang="en-US"/>
        </a:p>
      </dgm:t>
    </dgm:pt>
    <dgm:pt modelId="{40E97FDE-9C13-40D5-B319-4529D38A4542}" type="sibTrans" cxnId="{296BD01C-9ED0-4B28-A492-442D9FB97736}">
      <dgm:prSet/>
      <dgm:spPr/>
      <dgm:t>
        <a:bodyPr/>
        <a:lstStyle/>
        <a:p>
          <a:endParaRPr lang="en-US"/>
        </a:p>
      </dgm:t>
    </dgm:pt>
    <dgm:pt modelId="{7A03D282-4D3B-48D2-AB9B-7AACB52B91A1}">
      <dgm:prSet/>
      <dgm:spPr/>
      <dgm:t>
        <a:bodyPr/>
        <a:lstStyle/>
        <a:p>
          <a:pPr>
            <a:lnSpc>
              <a:spcPct val="100000"/>
            </a:lnSpc>
          </a:pPr>
          <a:r>
            <a:rPr lang="en-US"/>
            <a:t>Visual Studio Community</a:t>
          </a:r>
        </a:p>
      </dgm:t>
    </dgm:pt>
    <dgm:pt modelId="{907BD67B-F66D-415F-83FA-2917235A7E03}" type="parTrans" cxnId="{24A819E6-754C-4500-94E2-E0321C933C78}">
      <dgm:prSet/>
      <dgm:spPr/>
      <dgm:t>
        <a:bodyPr/>
        <a:lstStyle/>
        <a:p>
          <a:endParaRPr lang="en-US"/>
        </a:p>
      </dgm:t>
    </dgm:pt>
    <dgm:pt modelId="{56F9D7D3-740D-497A-97F9-3F77F8C2B13A}" type="sibTrans" cxnId="{24A819E6-754C-4500-94E2-E0321C933C78}">
      <dgm:prSet/>
      <dgm:spPr/>
      <dgm:t>
        <a:bodyPr/>
        <a:lstStyle/>
        <a:p>
          <a:endParaRPr lang="en-US"/>
        </a:p>
      </dgm:t>
    </dgm:pt>
    <dgm:pt modelId="{BC985DEC-E0EE-46EC-87C6-D5654C6606AE}">
      <dgm:prSet custT="1"/>
      <dgm:spPr/>
      <dgm:t>
        <a:bodyPr/>
        <a:lstStyle/>
        <a:p>
          <a:pPr>
            <a:lnSpc>
              <a:spcPct val="100000"/>
            </a:lnSpc>
          </a:pPr>
          <a:r>
            <a:rPr lang="en-US" sz="1800" dirty="0"/>
            <a:t>Free for use on Opensource, Classroom training, Academic research</a:t>
          </a:r>
        </a:p>
      </dgm:t>
    </dgm:pt>
    <dgm:pt modelId="{9AC0906B-384D-4CCF-9E8E-7746D5A0E814}" type="parTrans" cxnId="{BA9B3F8C-E86F-477E-83B7-637E7F4285C5}">
      <dgm:prSet/>
      <dgm:spPr/>
      <dgm:t>
        <a:bodyPr/>
        <a:lstStyle/>
        <a:p>
          <a:endParaRPr lang="en-US"/>
        </a:p>
      </dgm:t>
    </dgm:pt>
    <dgm:pt modelId="{AC7E6835-7A4B-46F3-9A2B-BD0E2ABA73C7}" type="sibTrans" cxnId="{BA9B3F8C-E86F-477E-83B7-637E7F4285C5}">
      <dgm:prSet/>
      <dgm:spPr/>
      <dgm:t>
        <a:bodyPr/>
        <a:lstStyle/>
        <a:p>
          <a:endParaRPr lang="en-US"/>
        </a:p>
      </dgm:t>
    </dgm:pt>
    <dgm:pt modelId="{4AB64F42-9774-4B3B-9A74-7FEDFEABB29B}">
      <dgm:prSet custT="1"/>
      <dgm:spPr/>
      <dgm:t>
        <a:bodyPr/>
        <a:lstStyle/>
        <a:p>
          <a:pPr>
            <a:lnSpc>
              <a:spcPct val="100000"/>
            </a:lnSpc>
          </a:pPr>
          <a:r>
            <a:rPr lang="en-US" sz="1800" b="1" dirty="0"/>
            <a:t>Not for Enterprise</a:t>
          </a:r>
        </a:p>
      </dgm:t>
    </dgm:pt>
    <dgm:pt modelId="{7D497EC4-D8DD-4EC2-9698-005BE40EEE13}" type="parTrans" cxnId="{E25B43C9-3B27-4342-BB3E-CAEE6F4A1BDD}">
      <dgm:prSet/>
      <dgm:spPr/>
      <dgm:t>
        <a:bodyPr/>
        <a:lstStyle/>
        <a:p>
          <a:endParaRPr lang="en-US"/>
        </a:p>
      </dgm:t>
    </dgm:pt>
    <dgm:pt modelId="{988DC6EC-BEBA-4CE3-A5A2-F8A42ACECEF4}" type="sibTrans" cxnId="{E25B43C9-3B27-4342-BB3E-CAEE6F4A1BDD}">
      <dgm:prSet/>
      <dgm:spPr/>
      <dgm:t>
        <a:bodyPr/>
        <a:lstStyle/>
        <a:p>
          <a:endParaRPr lang="en-US"/>
        </a:p>
      </dgm:t>
    </dgm:pt>
    <dgm:pt modelId="{91CF8ADE-51D5-40D8-8E60-0FBACEA8A4A2}">
      <dgm:prSet/>
      <dgm:spPr/>
      <dgm:t>
        <a:bodyPr/>
        <a:lstStyle/>
        <a:p>
          <a:pPr>
            <a:lnSpc>
              <a:spcPct val="100000"/>
            </a:lnSpc>
          </a:pPr>
          <a:r>
            <a:rPr lang="en-US"/>
            <a:t>Visual Studio Professional</a:t>
          </a:r>
        </a:p>
      </dgm:t>
    </dgm:pt>
    <dgm:pt modelId="{49BDC600-814F-42BB-BC40-B0DD25025B58}" type="parTrans" cxnId="{CEBB28CB-F712-41D1-9E80-B990976B3E0F}">
      <dgm:prSet/>
      <dgm:spPr/>
      <dgm:t>
        <a:bodyPr/>
        <a:lstStyle/>
        <a:p>
          <a:endParaRPr lang="en-US"/>
        </a:p>
      </dgm:t>
    </dgm:pt>
    <dgm:pt modelId="{AB302060-FB66-4AC5-8CE8-85245092D694}" type="sibTrans" cxnId="{CEBB28CB-F712-41D1-9E80-B990976B3E0F}">
      <dgm:prSet/>
      <dgm:spPr/>
      <dgm:t>
        <a:bodyPr/>
        <a:lstStyle/>
        <a:p>
          <a:endParaRPr lang="en-US"/>
        </a:p>
      </dgm:t>
    </dgm:pt>
    <dgm:pt modelId="{5966549C-9FC4-433F-8A30-4A92CF192B6E}">
      <dgm:prSet/>
      <dgm:spPr/>
      <dgm:t>
        <a:bodyPr/>
        <a:lstStyle/>
        <a:p>
          <a:pPr>
            <a:lnSpc>
              <a:spcPct val="100000"/>
            </a:lnSpc>
          </a:pPr>
          <a:r>
            <a:rPr lang="en-US" dirty="0"/>
            <a:t>Same version as community but for Enterprise</a:t>
          </a:r>
        </a:p>
      </dgm:t>
    </dgm:pt>
    <dgm:pt modelId="{79126929-58BE-4714-8937-A0CC4218BD99}" type="parTrans" cxnId="{7DE395FA-F253-4286-8119-4F60D754A869}">
      <dgm:prSet/>
      <dgm:spPr/>
      <dgm:t>
        <a:bodyPr/>
        <a:lstStyle/>
        <a:p>
          <a:endParaRPr lang="en-US"/>
        </a:p>
      </dgm:t>
    </dgm:pt>
    <dgm:pt modelId="{DFD6E822-7BDF-41FD-999E-052481B04291}" type="sibTrans" cxnId="{7DE395FA-F253-4286-8119-4F60D754A869}">
      <dgm:prSet/>
      <dgm:spPr/>
      <dgm:t>
        <a:bodyPr/>
        <a:lstStyle/>
        <a:p>
          <a:endParaRPr lang="en-US"/>
        </a:p>
      </dgm:t>
    </dgm:pt>
    <dgm:pt modelId="{6838528F-889A-4061-A0B2-14F5DE5AC43F}">
      <dgm:prSet/>
      <dgm:spPr/>
      <dgm:t>
        <a:bodyPr/>
        <a:lstStyle/>
        <a:p>
          <a:pPr>
            <a:lnSpc>
              <a:spcPct val="100000"/>
            </a:lnSpc>
          </a:pPr>
          <a:r>
            <a:rPr lang="en-US"/>
            <a:t>Visual Studio Enterprise</a:t>
          </a:r>
        </a:p>
      </dgm:t>
    </dgm:pt>
    <dgm:pt modelId="{BA2FC95C-C676-43DA-8BC8-90EC259FBE67}" type="parTrans" cxnId="{7D6CE6E2-6643-4561-97C3-D775FD789C58}">
      <dgm:prSet/>
      <dgm:spPr/>
      <dgm:t>
        <a:bodyPr/>
        <a:lstStyle/>
        <a:p>
          <a:endParaRPr lang="en-US"/>
        </a:p>
      </dgm:t>
    </dgm:pt>
    <dgm:pt modelId="{5E349F66-909E-4ED9-BD80-B43C88978CEA}" type="sibTrans" cxnId="{7D6CE6E2-6643-4561-97C3-D775FD789C58}">
      <dgm:prSet/>
      <dgm:spPr/>
      <dgm:t>
        <a:bodyPr/>
        <a:lstStyle/>
        <a:p>
          <a:endParaRPr lang="en-US"/>
        </a:p>
      </dgm:t>
    </dgm:pt>
    <dgm:pt modelId="{A8E9D91F-95E7-46A8-BD41-E543A2E5C927}">
      <dgm:prSet/>
      <dgm:spPr/>
      <dgm:t>
        <a:bodyPr/>
        <a:lstStyle/>
        <a:p>
          <a:pPr>
            <a:lnSpc>
              <a:spcPct val="100000"/>
            </a:lnSpc>
          </a:pPr>
          <a:r>
            <a:rPr lang="en-US" dirty="0"/>
            <a:t>Advanced testing, architecture validation, performance profiling, and static code analysis</a:t>
          </a:r>
        </a:p>
      </dgm:t>
    </dgm:pt>
    <dgm:pt modelId="{2D6D52B6-8952-425D-9705-DBF4BD86911F}" type="parTrans" cxnId="{033BA958-1413-4215-B0C8-3412138B4457}">
      <dgm:prSet/>
      <dgm:spPr/>
      <dgm:t>
        <a:bodyPr/>
        <a:lstStyle/>
        <a:p>
          <a:endParaRPr lang="en-US"/>
        </a:p>
      </dgm:t>
    </dgm:pt>
    <dgm:pt modelId="{E5ED7587-EC8F-44F9-B867-6E7F3C9A15C8}" type="sibTrans" cxnId="{033BA958-1413-4215-B0C8-3412138B4457}">
      <dgm:prSet/>
      <dgm:spPr/>
      <dgm:t>
        <a:bodyPr/>
        <a:lstStyle/>
        <a:p>
          <a:endParaRPr lang="en-US"/>
        </a:p>
      </dgm:t>
    </dgm:pt>
    <dgm:pt modelId="{4550CA43-2351-4054-927D-2FFA0A419088}" type="pres">
      <dgm:prSet presAssocID="{78B0F27B-25E1-4BA8-8E44-CB07CD27F540}" presName="root" presStyleCnt="0">
        <dgm:presLayoutVars>
          <dgm:dir/>
          <dgm:resizeHandles val="exact"/>
        </dgm:presLayoutVars>
      </dgm:prSet>
      <dgm:spPr/>
    </dgm:pt>
    <dgm:pt modelId="{442703B3-B2DE-47AB-BB18-2507D5917125}" type="pres">
      <dgm:prSet presAssocID="{DCAB880F-315C-4249-80F2-7B13CC1383A5}" presName="compNode" presStyleCnt="0"/>
      <dgm:spPr/>
    </dgm:pt>
    <dgm:pt modelId="{2D59B653-1222-4059-A7DF-B7CFABA7A399}" type="pres">
      <dgm:prSet presAssocID="{DCAB880F-315C-4249-80F2-7B13CC1383A5}" presName="bgRect" presStyleLbl="bgShp" presStyleIdx="0" presStyleCnt="4"/>
      <dgm:spPr/>
    </dgm:pt>
    <dgm:pt modelId="{85668AA8-6364-4231-BB93-4FBF4EA8224A}" type="pres">
      <dgm:prSet presAssocID="{DCAB880F-315C-4249-80F2-7B13CC1383A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alette"/>
        </a:ext>
      </dgm:extLst>
    </dgm:pt>
    <dgm:pt modelId="{0B42A612-8394-4D9E-8C02-28F0791A1890}" type="pres">
      <dgm:prSet presAssocID="{DCAB880F-315C-4249-80F2-7B13CC1383A5}" presName="spaceRect" presStyleCnt="0"/>
      <dgm:spPr/>
    </dgm:pt>
    <dgm:pt modelId="{37686D91-F461-43D8-9B9F-5474E795B878}" type="pres">
      <dgm:prSet presAssocID="{DCAB880F-315C-4249-80F2-7B13CC1383A5}" presName="parTx" presStyleLbl="revTx" presStyleIdx="0" presStyleCnt="8">
        <dgm:presLayoutVars>
          <dgm:chMax val="0"/>
          <dgm:chPref val="0"/>
        </dgm:presLayoutVars>
      </dgm:prSet>
      <dgm:spPr/>
    </dgm:pt>
    <dgm:pt modelId="{0E88A9D1-023A-445E-AAF9-21ED50490E3D}" type="pres">
      <dgm:prSet presAssocID="{DCAB880F-315C-4249-80F2-7B13CC1383A5}" presName="desTx" presStyleLbl="revTx" presStyleIdx="1" presStyleCnt="8">
        <dgm:presLayoutVars/>
      </dgm:prSet>
      <dgm:spPr/>
    </dgm:pt>
    <dgm:pt modelId="{454E4701-63F5-4137-9E0F-7CB514E446A3}" type="pres">
      <dgm:prSet presAssocID="{7980160D-ECF3-45DB-B28C-30CFF1C762F3}" presName="sibTrans" presStyleCnt="0"/>
      <dgm:spPr/>
    </dgm:pt>
    <dgm:pt modelId="{043826C5-977E-46BA-9F3C-6DD41E12F6BF}" type="pres">
      <dgm:prSet presAssocID="{7A03D282-4D3B-48D2-AB9B-7AACB52B91A1}" presName="compNode" presStyleCnt="0"/>
      <dgm:spPr/>
    </dgm:pt>
    <dgm:pt modelId="{5B6B60D5-9D31-4D09-8E2A-3A7FF30997C4}" type="pres">
      <dgm:prSet presAssocID="{7A03D282-4D3B-48D2-AB9B-7AACB52B91A1}" presName="bgRect" presStyleLbl="bgShp" presStyleIdx="1" presStyleCnt="4"/>
      <dgm:spPr/>
    </dgm:pt>
    <dgm:pt modelId="{FCA75440-3331-4080-8B3F-301FCB7ECAE8}" type="pres">
      <dgm:prSet presAssocID="{7A03D282-4D3B-48D2-AB9B-7AACB52B91A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lassroom"/>
        </a:ext>
      </dgm:extLst>
    </dgm:pt>
    <dgm:pt modelId="{719B5898-295C-4692-973D-9DE765654FE0}" type="pres">
      <dgm:prSet presAssocID="{7A03D282-4D3B-48D2-AB9B-7AACB52B91A1}" presName="spaceRect" presStyleCnt="0"/>
      <dgm:spPr/>
    </dgm:pt>
    <dgm:pt modelId="{E49DF7EA-8C50-4B4B-B5A6-BC18FB336B6B}" type="pres">
      <dgm:prSet presAssocID="{7A03D282-4D3B-48D2-AB9B-7AACB52B91A1}" presName="parTx" presStyleLbl="revTx" presStyleIdx="2" presStyleCnt="8">
        <dgm:presLayoutVars>
          <dgm:chMax val="0"/>
          <dgm:chPref val="0"/>
        </dgm:presLayoutVars>
      </dgm:prSet>
      <dgm:spPr/>
    </dgm:pt>
    <dgm:pt modelId="{ECED687E-8BA0-4DC5-A007-FE40194EFFB1}" type="pres">
      <dgm:prSet presAssocID="{7A03D282-4D3B-48D2-AB9B-7AACB52B91A1}" presName="desTx" presStyleLbl="revTx" presStyleIdx="3" presStyleCnt="8">
        <dgm:presLayoutVars/>
      </dgm:prSet>
      <dgm:spPr/>
    </dgm:pt>
    <dgm:pt modelId="{84ADD170-A111-4FC8-AF3D-3FDCBDE90C45}" type="pres">
      <dgm:prSet presAssocID="{56F9D7D3-740D-497A-97F9-3F77F8C2B13A}" presName="sibTrans" presStyleCnt="0"/>
      <dgm:spPr/>
    </dgm:pt>
    <dgm:pt modelId="{29F52A3F-F4A6-4F9D-BEF9-4F5C47A8E8B9}" type="pres">
      <dgm:prSet presAssocID="{91CF8ADE-51D5-40D8-8E60-0FBACEA8A4A2}" presName="compNode" presStyleCnt="0"/>
      <dgm:spPr/>
    </dgm:pt>
    <dgm:pt modelId="{F4EDC5D1-DBF9-41F6-AB2A-D59E80AEDECE}" type="pres">
      <dgm:prSet presAssocID="{91CF8ADE-51D5-40D8-8E60-0FBACEA8A4A2}" presName="bgRect" presStyleLbl="bgShp" presStyleIdx="2" presStyleCnt="4"/>
      <dgm:spPr/>
    </dgm:pt>
    <dgm:pt modelId="{6C053FA4-60EA-43A7-886A-3AF4FA0A6D95}" type="pres">
      <dgm:prSet presAssocID="{91CF8ADE-51D5-40D8-8E60-0FBACEA8A4A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Easel"/>
        </a:ext>
      </dgm:extLst>
    </dgm:pt>
    <dgm:pt modelId="{D31A4417-9F13-4894-A4ED-24020E8C109B}" type="pres">
      <dgm:prSet presAssocID="{91CF8ADE-51D5-40D8-8E60-0FBACEA8A4A2}" presName="spaceRect" presStyleCnt="0"/>
      <dgm:spPr/>
    </dgm:pt>
    <dgm:pt modelId="{98562D4B-463F-47A1-B88D-3ADD628B2C87}" type="pres">
      <dgm:prSet presAssocID="{91CF8ADE-51D5-40D8-8E60-0FBACEA8A4A2}" presName="parTx" presStyleLbl="revTx" presStyleIdx="4" presStyleCnt="8">
        <dgm:presLayoutVars>
          <dgm:chMax val="0"/>
          <dgm:chPref val="0"/>
        </dgm:presLayoutVars>
      </dgm:prSet>
      <dgm:spPr/>
    </dgm:pt>
    <dgm:pt modelId="{F6BCD6B0-674A-448A-81B9-C697ECAB419B}" type="pres">
      <dgm:prSet presAssocID="{91CF8ADE-51D5-40D8-8E60-0FBACEA8A4A2}" presName="desTx" presStyleLbl="revTx" presStyleIdx="5" presStyleCnt="8">
        <dgm:presLayoutVars/>
      </dgm:prSet>
      <dgm:spPr/>
    </dgm:pt>
    <dgm:pt modelId="{7539BA49-3F24-419A-AFE7-53E842279BF8}" type="pres">
      <dgm:prSet presAssocID="{AB302060-FB66-4AC5-8CE8-85245092D694}" presName="sibTrans" presStyleCnt="0"/>
      <dgm:spPr/>
    </dgm:pt>
    <dgm:pt modelId="{A244AC82-F9AA-4ACC-BAB0-1AC855DA5A0E}" type="pres">
      <dgm:prSet presAssocID="{6838528F-889A-4061-A0B2-14F5DE5AC43F}" presName="compNode" presStyleCnt="0"/>
      <dgm:spPr/>
    </dgm:pt>
    <dgm:pt modelId="{357908E1-F3BF-4494-8952-2F0CDEC4E31E}" type="pres">
      <dgm:prSet presAssocID="{6838528F-889A-4061-A0B2-14F5DE5AC43F}" presName="bgRect" presStyleLbl="bgShp" presStyleIdx="3" presStyleCnt="4"/>
      <dgm:spPr/>
    </dgm:pt>
    <dgm:pt modelId="{F114A60E-BE55-4E6F-B802-9122480886B0}" type="pres">
      <dgm:prSet presAssocID="{6838528F-889A-4061-A0B2-14F5DE5AC43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Tools"/>
        </a:ext>
      </dgm:extLst>
    </dgm:pt>
    <dgm:pt modelId="{0E5A4AF3-BBF6-4DB1-97C0-84B8B46B6B8A}" type="pres">
      <dgm:prSet presAssocID="{6838528F-889A-4061-A0B2-14F5DE5AC43F}" presName="spaceRect" presStyleCnt="0"/>
      <dgm:spPr/>
    </dgm:pt>
    <dgm:pt modelId="{F21B5CD1-D71A-4F99-A745-34BCF16C9C88}" type="pres">
      <dgm:prSet presAssocID="{6838528F-889A-4061-A0B2-14F5DE5AC43F}" presName="parTx" presStyleLbl="revTx" presStyleIdx="6" presStyleCnt="8">
        <dgm:presLayoutVars>
          <dgm:chMax val="0"/>
          <dgm:chPref val="0"/>
        </dgm:presLayoutVars>
      </dgm:prSet>
      <dgm:spPr/>
    </dgm:pt>
    <dgm:pt modelId="{55AC425E-1B23-4BEC-ADBB-0C0898330F66}" type="pres">
      <dgm:prSet presAssocID="{6838528F-889A-4061-A0B2-14F5DE5AC43F}" presName="desTx" presStyleLbl="revTx" presStyleIdx="7" presStyleCnt="8">
        <dgm:presLayoutVars/>
      </dgm:prSet>
      <dgm:spPr/>
    </dgm:pt>
  </dgm:ptLst>
  <dgm:cxnLst>
    <dgm:cxn modelId="{296BD01C-9ED0-4B28-A492-442D9FB97736}" srcId="{DCAB880F-315C-4249-80F2-7B13CC1383A5}" destId="{8E41CDE8-3B91-4118-BCC7-42295A0B1EC6}" srcOrd="0" destOrd="0" parTransId="{7AA92E46-349D-42B1-9DB3-FF731028C1A2}" sibTransId="{40E97FDE-9C13-40D5-B319-4529D38A4542}"/>
    <dgm:cxn modelId="{09FCF12D-CBDE-41C0-9E61-D9FC2E8F9552}" type="presOf" srcId="{5966549C-9FC4-433F-8A30-4A92CF192B6E}" destId="{F6BCD6B0-674A-448A-81B9-C697ECAB419B}" srcOrd="0" destOrd="0" presId="urn:microsoft.com/office/officeart/2018/2/layout/IconVerticalSolidList"/>
    <dgm:cxn modelId="{49183439-0E12-4781-9F22-81FD531A8000}" type="presOf" srcId="{8E41CDE8-3B91-4118-BCC7-42295A0B1EC6}" destId="{0E88A9D1-023A-445E-AAF9-21ED50490E3D}" srcOrd="0" destOrd="0" presId="urn:microsoft.com/office/officeart/2018/2/layout/IconVerticalSolidList"/>
    <dgm:cxn modelId="{E140C84B-877B-4CA7-969A-D5ABEF05F806}" type="presOf" srcId="{DCAB880F-315C-4249-80F2-7B13CC1383A5}" destId="{37686D91-F461-43D8-9B9F-5474E795B878}" srcOrd="0" destOrd="0" presId="urn:microsoft.com/office/officeart/2018/2/layout/IconVerticalSolidList"/>
    <dgm:cxn modelId="{0FC7A66D-7B08-4CEC-B634-C837299A6EAF}" type="presOf" srcId="{4AB64F42-9774-4B3B-9A74-7FEDFEABB29B}" destId="{ECED687E-8BA0-4DC5-A007-FE40194EFFB1}" srcOrd="0" destOrd="1" presId="urn:microsoft.com/office/officeart/2018/2/layout/IconVerticalSolidList"/>
    <dgm:cxn modelId="{033BA958-1413-4215-B0C8-3412138B4457}" srcId="{6838528F-889A-4061-A0B2-14F5DE5AC43F}" destId="{A8E9D91F-95E7-46A8-BD41-E543A2E5C927}" srcOrd="0" destOrd="0" parTransId="{2D6D52B6-8952-425D-9705-DBF4BD86911F}" sibTransId="{E5ED7587-EC8F-44F9-B867-6E7F3C9A15C8}"/>
    <dgm:cxn modelId="{0EDC1F80-7487-4398-B747-5EBBD8272C40}" type="presOf" srcId="{A8E9D91F-95E7-46A8-BD41-E543A2E5C927}" destId="{55AC425E-1B23-4BEC-ADBB-0C0898330F66}" srcOrd="0" destOrd="0" presId="urn:microsoft.com/office/officeart/2018/2/layout/IconVerticalSolidList"/>
    <dgm:cxn modelId="{BA9B3F8C-E86F-477E-83B7-637E7F4285C5}" srcId="{7A03D282-4D3B-48D2-AB9B-7AACB52B91A1}" destId="{BC985DEC-E0EE-46EC-87C6-D5654C6606AE}" srcOrd="0" destOrd="0" parTransId="{9AC0906B-384D-4CCF-9E8E-7746D5A0E814}" sibTransId="{AC7E6835-7A4B-46F3-9A2B-BD0E2ABA73C7}"/>
    <dgm:cxn modelId="{2A00EDAF-989D-4F2A-8744-52054288DC32}" type="presOf" srcId="{91CF8ADE-51D5-40D8-8E60-0FBACEA8A4A2}" destId="{98562D4B-463F-47A1-B88D-3ADD628B2C87}" srcOrd="0" destOrd="0" presId="urn:microsoft.com/office/officeart/2018/2/layout/IconVerticalSolidList"/>
    <dgm:cxn modelId="{EC5939B9-EEC4-4742-8ABA-D75376DD40C9}" type="presOf" srcId="{6838528F-889A-4061-A0B2-14F5DE5AC43F}" destId="{F21B5CD1-D71A-4F99-A745-34BCF16C9C88}" srcOrd="0" destOrd="0" presId="urn:microsoft.com/office/officeart/2018/2/layout/IconVerticalSolidList"/>
    <dgm:cxn modelId="{E25B43C9-3B27-4342-BB3E-CAEE6F4A1BDD}" srcId="{7A03D282-4D3B-48D2-AB9B-7AACB52B91A1}" destId="{4AB64F42-9774-4B3B-9A74-7FEDFEABB29B}" srcOrd="1" destOrd="0" parTransId="{7D497EC4-D8DD-4EC2-9698-005BE40EEE13}" sibTransId="{988DC6EC-BEBA-4CE3-A5A2-F8A42ACECEF4}"/>
    <dgm:cxn modelId="{CEBB28CB-F712-41D1-9E80-B990976B3E0F}" srcId="{78B0F27B-25E1-4BA8-8E44-CB07CD27F540}" destId="{91CF8ADE-51D5-40D8-8E60-0FBACEA8A4A2}" srcOrd="2" destOrd="0" parTransId="{49BDC600-814F-42BB-BC40-B0DD25025B58}" sibTransId="{AB302060-FB66-4AC5-8CE8-85245092D694}"/>
    <dgm:cxn modelId="{E1DD5ACD-CC32-4173-8DB4-C8B65B3606F5}" srcId="{78B0F27B-25E1-4BA8-8E44-CB07CD27F540}" destId="{DCAB880F-315C-4249-80F2-7B13CC1383A5}" srcOrd="0" destOrd="0" parTransId="{5FFD9857-6263-4085-9415-3BA224418D56}" sibTransId="{7980160D-ECF3-45DB-B28C-30CFF1C762F3}"/>
    <dgm:cxn modelId="{403C08D6-0D4F-4E63-936E-368881139ADC}" type="presOf" srcId="{78B0F27B-25E1-4BA8-8E44-CB07CD27F540}" destId="{4550CA43-2351-4054-927D-2FFA0A419088}" srcOrd="0" destOrd="0" presId="urn:microsoft.com/office/officeart/2018/2/layout/IconVerticalSolidList"/>
    <dgm:cxn modelId="{1A3A0BD7-0DF4-4CEE-8243-3804785ACA6C}" type="presOf" srcId="{7A03D282-4D3B-48D2-AB9B-7AACB52B91A1}" destId="{E49DF7EA-8C50-4B4B-B5A6-BC18FB336B6B}" srcOrd="0" destOrd="0" presId="urn:microsoft.com/office/officeart/2018/2/layout/IconVerticalSolidList"/>
    <dgm:cxn modelId="{7D6CE6E2-6643-4561-97C3-D775FD789C58}" srcId="{78B0F27B-25E1-4BA8-8E44-CB07CD27F540}" destId="{6838528F-889A-4061-A0B2-14F5DE5AC43F}" srcOrd="3" destOrd="0" parTransId="{BA2FC95C-C676-43DA-8BC8-90EC259FBE67}" sibTransId="{5E349F66-909E-4ED9-BD80-B43C88978CEA}"/>
    <dgm:cxn modelId="{24A819E6-754C-4500-94E2-E0321C933C78}" srcId="{78B0F27B-25E1-4BA8-8E44-CB07CD27F540}" destId="{7A03D282-4D3B-48D2-AB9B-7AACB52B91A1}" srcOrd="1" destOrd="0" parTransId="{907BD67B-F66D-415F-83FA-2917235A7E03}" sibTransId="{56F9D7D3-740D-497A-97F9-3F77F8C2B13A}"/>
    <dgm:cxn modelId="{1FD92AF1-7EA8-433A-82C1-FA804990AD00}" type="presOf" srcId="{BC985DEC-E0EE-46EC-87C6-D5654C6606AE}" destId="{ECED687E-8BA0-4DC5-A007-FE40194EFFB1}" srcOrd="0" destOrd="0" presId="urn:microsoft.com/office/officeart/2018/2/layout/IconVerticalSolidList"/>
    <dgm:cxn modelId="{7DE395FA-F253-4286-8119-4F60D754A869}" srcId="{91CF8ADE-51D5-40D8-8E60-0FBACEA8A4A2}" destId="{5966549C-9FC4-433F-8A30-4A92CF192B6E}" srcOrd="0" destOrd="0" parTransId="{79126929-58BE-4714-8937-A0CC4218BD99}" sibTransId="{DFD6E822-7BDF-41FD-999E-052481B04291}"/>
    <dgm:cxn modelId="{BBCA10E8-C8FA-4F71-A547-CEA6A19206C3}" type="presParOf" srcId="{4550CA43-2351-4054-927D-2FFA0A419088}" destId="{442703B3-B2DE-47AB-BB18-2507D5917125}" srcOrd="0" destOrd="0" presId="urn:microsoft.com/office/officeart/2018/2/layout/IconVerticalSolidList"/>
    <dgm:cxn modelId="{F3B11400-B73A-4E15-A065-0A16050CA0CB}" type="presParOf" srcId="{442703B3-B2DE-47AB-BB18-2507D5917125}" destId="{2D59B653-1222-4059-A7DF-B7CFABA7A399}" srcOrd="0" destOrd="0" presId="urn:microsoft.com/office/officeart/2018/2/layout/IconVerticalSolidList"/>
    <dgm:cxn modelId="{C950BBA4-3FB6-41F4-B0D4-3E9614E85E4E}" type="presParOf" srcId="{442703B3-B2DE-47AB-BB18-2507D5917125}" destId="{85668AA8-6364-4231-BB93-4FBF4EA8224A}" srcOrd="1" destOrd="0" presId="urn:microsoft.com/office/officeart/2018/2/layout/IconVerticalSolidList"/>
    <dgm:cxn modelId="{82DD069F-6450-42EB-9D25-B58277568938}" type="presParOf" srcId="{442703B3-B2DE-47AB-BB18-2507D5917125}" destId="{0B42A612-8394-4D9E-8C02-28F0791A1890}" srcOrd="2" destOrd="0" presId="urn:microsoft.com/office/officeart/2018/2/layout/IconVerticalSolidList"/>
    <dgm:cxn modelId="{A938284E-1F5F-4B85-B35D-A50E1C388382}" type="presParOf" srcId="{442703B3-B2DE-47AB-BB18-2507D5917125}" destId="{37686D91-F461-43D8-9B9F-5474E795B878}" srcOrd="3" destOrd="0" presId="urn:microsoft.com/office/officeart/2018/2/layout/IconVerticalSolidList"/>
    <dgm:cxn modelId="{6D5F205A-8A30-452C-B4F7-F473E8E7B603}" type="presParOf" srcId="{442703B3-B2DE-47AB-BB18-2507D5917125}" destId="{0E88A9D1-023A-445E-AAF9-21ED50490E3D}" srcOrd="4" destOrd="0" presId="urn:microsoft.com/office/officeart/2018/2/layout/IconVerticalSolidList"/>
    <dgm:cxn modelId="{9F27B4C3-2D3E-4CD4-BE0B-C41D5C0F19F9}" type="presParOf" srcId="{4550CA43-2351-4054-927D-2FFA0A419088}" destId="{454E4701-63F5-4137-9E0F-7CB514E446A3}" srcOrd="1" destOrd="0" presId="urn:microsoft.com/office/officeart/2018/2/layout/IconVerticalSolidList"/>
    <dgm:cxn modelId="{F9CE2E9B-B60D-4A25-93CA-15E93F6D45BD}" type="presParOf" srcId="{4550CA43-2351-4054-927D-2FFA0A419088}" destId="{043826C5-977E-46BA-9F3C-6DD41E12F6BF}" srcOrd="2" destOrd="0" presId="urn:microsoft.com/office/officeart/2018/2/layout/IconVerticalSolidList"/>
    <dgm:cxn modelId="{0E3F37CD-37EF-4920-8B5B-EA4470011871}" type="presParOf" srcId="{043826C5-977E-46BA-9F3C-6DD41E12F6BF}" destId="{5B6B60D5-9D31-4D09-8E2A-3A7FF30997C4}" srcOrd="0" destOrd="0" presId="urn:microsoft.com/office/officeart/2018/2/layout/IconVerticalSolidList"/>
    <dgm:cxn modelId="{AC0AA363-916A-473B-A1BB-3A0D35251E2B}" type="presParOf" srcId="{043826C5-977E-46BA-9F3C-6DD41E12F6BF}" destId="{FCA75440-3331-4080-8B3F-301FCB7ECAE8}" srcOrd="1" destOrd="0" presId="urn:microsoft.com/office/officeart/2018/2/layout/IconVerticalSolidList"/>
    <dgm:cxn modelId="{847898DD-1DA5-41D4-B380-6DA5FBB10DF3}" type="presParOf" srcId="{043826C5-977E-46BA-9F3C-6DD41E12F6BF}" destId="{719B5898-295C-4692-973D-9DE765654FE0}" srcOrd="2" destOrd="0" presId="urn:microsoft.com/office/officeart/2018/2/layout/IconVerticalSolidList"/>
    <dgm:cxn modelId="{864F36AF-9F3C-47F1-A3F9-707CC051BD82}" type="presParOf" srcId="{043826C5-977E-46BA-9F3C-6DD41E12F6BF}" destId="{E49DF7EA-8C50-4B4B-B5A6-BC18FB336B6B}" srcOrd="3" destOrd="0" presId="urn:microsoft.com/office/officeart/2018/2/layout/IconVerticalSolidList"/>
    <dgm:cxn modelId="{813EB267-49FB-4CA0-82F0-7C4454982459}" type="presParOf" srcId="{043826C5-977E-46BA-9F3C-6DD41E12F6BF}" destId="{ECED687E-8BA0-4DC5-A007-FE40194EFFB1}" srcOrd="4" destOrd="0" presId="urn:microsoft.com/office/officeart/2018/2/layout/IconVerticalSolidList"/>
    <dgm:cxn modelId="{1EE397E8-0C36-4AB1-9E0B-8A386B3A6AF4}" type="presParOf" srcId="{4550CA43-2351-4054-927D-2FFA0A419088}" destId="{84ADD170-A111-4FC8-AF3D-3FDCBDE90C45}" srcOrd="3" destOrd="0" presId="urn:microsoft.com/office/officeart/2018/2/layout/IconVerticalSolidList"/>
    <dgm:cxn modelId="{554FFE76-45E2-4194-A897-61824583263F}" type="presParOf" srcId="{4550CA43-2351-4054-927D-2FFA0A419088}" destId="{29F52A3F-F4A6-4F9D-BEF9-4F5C47A8E8B9}" srcOrd="4" destOrd="0" presId="urn:microsoft.com/office/officeart/2018/2/layout/IconVerticalSolidList"/>
    <dgm:cxn modelId="{A53A9F2C-01D4-4258-A3FC-4E4AE484A801}" type="presParOf" srcId="{29F52A3F-F4A6-4F9D-BEF9-4F5C47A8E8B9}" destId="{F4EDC5D1-DBF9-41F6-AB2A-D59E80AEDECE}" srcOrd="0" destOrd="0" presId="urn:microsoft.com/office/officeart/2018/2/layout/IconVerticalSolidList"/>
    <dgm:cxn modelId="{B787280C-A6DF-43A7-8F4C-187D88FFA737}" type="presParOf" srcId="{29F52A3F-F4A6-4F9D-BEF9-4F5C47A8E8B9}" destId="{6C053FA4-60EA-43A7-886A-3AF4FA0A6D95}" srcOrd="1" destOrd="0" presId="urn:microsoft.com/office/officeart/2018/2/layout/IconVerticalSolidList"/>
    <dgm:cxn modelId="{C90DEB42-9CF2-4B9E-8982-6A729ED6B36F}" type="presParOf" srcId="{29F52A3F-F4A6-4F9D-BEF9-4F5C47A8E8B9}" destId="{D31A4417-9F13-4894-A4ED-24020E8C109B}" srcOrd="2" destOrd="0" presId="urn:microsoft.com/office/officeart/2018/2/layout/IconVerticalSolidList"/>
    <dgm:cxn modelId="{7C0A3351-4522-4D34-A6AA-2A708040AEB3}" type="presParOf" srcId="{29F52A3F-F4A6-4F9D-BEF9-4F5C47A8E8B9}" destId="{98562D4B-463F-47A1-B88D-3ADD628B2C87}" srcOrd="3" destOrd="0" presId="urn:microsoft.com/office/officeart/2018/2/layout/IconVerticalSolidList"/>
    <dgm:cxn modelId="{A9C331E2-BE51-4518-8CD6-7C172491D82A}" type="presParOf" srcId="{29F52A3F-F4A6-4F9D-BEF9-4F5C47A8E8B9}" destId="{F6BCD6B0-674A-448A-81B9-C697ECAB419B}" srcOrd="4" destOrd="0" presId="urn:microsoft.com/office/officeart/2018/2/layout/IconVerticalSolidList"/>
    <dgm:cxn modelId="{E90D15CB-755D-4CE7-A3EB-3C52E2D8BC60}" type="presParOf" srcId="{4550CA43-2351-4054-927D-2FFA0A419088}" destId="{7539BA49-3F24-419A-AFE7-53E842279BF8}" srcOrd="5" destOrd="0" presId="urn:microsoft.com/office/officeart/2018/2/layout/IconVerticalSolidList"/>
    <dgm:cxn modelId="{B09CB7CE-55C2-4041-A1C3-E41DF97C63B3}" type="presParOf" srcId="{4550CA43-2351-4054-927D-2FFA0A419088}" destId="{A244AC82-F9AA-4ACC-BAB0-1AC855DA5A0E}" srcOrd="6" destOrd="0" presId="urn:microsoft.com/office/officeart/2018/2/layout/IconVerticalSolidList"/>
    <dgm:cxn modelId="{CDE57C63-DC5B-4342-82E2-150D2A2446C2}" type="presParOf" srcId="{A244AC82-F9AA-4ACC-BAB0-1AC855DA5A0E}" destId="{357908E1-F3BF-4494-8952-2F0CDEC4E31E}" srcOrd="0" destOrd="0" presId="urn:microsoft.com/office/officeart/2018/2/layout/IconVerticalSolidList"/>
    <dgm:cxn modelId="{7C21094C-773D-450C-9E2B-3B8F7D4268A5}" type="presParOf" srcId="{A244AC82-F9AA-4ACC-BAB0-1AC855DA5A0E}" destId="{F114A60E-BE55-4E6F-B802-9122480886B0}" srcOrd="1" destOrd="0" presId="urn:microsoft.com/office/officeart/2018/2/layout/IconVerticalSolidList"/>
    <dgm:cxn modelId="{7764D33E-8D79-4A4A-8DCF-6317351B7EE8}" type="presParOf" srcId="{A244AC82-F9AA-4ACC-BAB0-1AC855DA5A0E}" destId="{0E5A4AF3-BBF6-4DB1-97C0-84B8B46B6B8A}" srcOrd="2" destOrd="0" presId="urn:microsoft.com/office/officeart/2018/2/layout/IconVerticalSolidList"/>
    <dgm:cxn modelId="{A52847EF-BE32-4A19-8DB7-562764C6F8DC}" type="presParOf" srcId="{A244AC82-F9AA-4ACC-BAB0-1AC855DA5A0E}" destId="{F21B5CD1-D71A-4F99-A745-34BCF16C9C88}" srcOrd="3" destOrd="0" presId="urn:microsoft.com/office/officeart/2018/2/layout/IconVerticalSolidList"/>
    <dgm:cxn modelId="{520FA479-A2C4-44DB-BB99-F7486FCFCF93}" type="presParOf" srcId="{A244AC82-F9AA-4ACC-BAB0-1AC855DA5A0E}" destId="{55AC425E-1B23-4BEC-ADBB-0C0898330F66}" srcOrd="4"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C2F5308-1E32-4296-9281-BD4A07EB3143}" type="doc">
      <dgm:prSet loTypeId="urn:microsoft.com/office/officeart/2009/3/layout/RandomtoResultProcess" loCatId="process" qsTypeId="urn:microsoft.com/office/officeart/2005/8/quickstyle/simple1" qsCatId="simple" csTypeId="urn:microsoft.com/office/officeart/2005/8/colors/colorful1" csCatId="colorful" phldr="1"/>
      <dgm:spPr/>
      <dgm:t>
        <a:bodyPr/>
        <a:lstStyle/>
        <a:p>
          <a:endParaRPr lang="en-US"/>
        </a:p>
      </dgm:t>
    </dgm:pt>
    <dgm:pt modelId="{A7C0043D-E398-45B8-8AA1-4674413032DF}">
      <dgm:prSet phldrT="[Text]" custT="1"/>
      <dgm:spPr/>
      <dgm:t>
        <a:bodyPr/>
        <a:lstStyle/>
        <a:p>
          <a:r>
            <a:rPr lang="en-US" sz="2000" dirty="0"/>
            <a:t>GUI:</a:t>
          </a:r>
          <a:br>
            <a:rPr lang="en-US" sz="2000" dirty="0"/>
          </a:br>
          <a:r>
            <a:rPr lang="en-US" sz="2000" dirty="0"/>
            <a:t>Design</a:t>
          </a:r>
        </a:p>
      </dgm:t>
    </dgm:pt>
    <dgm:pt modelId="{812625DF-B9B8-46FE-8A07-35B43C818403}" type="parTrans" cxnId="{B3C96AC8-FFD4-4D32-B6D1-2E29FBFCE2BA}">
      <dgm:prSet/>
      <dgm:spPr/>
      <dgm:t>
        <a:bodyPr/>
        <a:lstStyle/>
        <a:p>
          <a:endParaRPr lang="en-US"/>
        </a:p>
      </dgm:t>
    </dgm:pt>
    <dgm:pt modelId="{E07D06D6-6BA6-4779-AEB9-970BB1CCF4DB}" type="sibTrans" cxnId="{B3C96AC8-FFD4-4D32-B6D1-2E29FBFCE2BA}">
      <dgm:prSet/>
      <dgm:spPr/>
      <dgm:t>
        <a:bodyPr/>
        <a:lstStyle/>
        <a:p>
          <a:endParaRPr lang="en-US"/>
        </a:p>
      </dgm:t>
    </dgm:pt>
    <dgm:pt modelId="{9DF1893E-5556-489C-8AB3-280A3363A0FF}">
      <dgm:prSet phldrT="[Text]" custT="1"/>
      <dgm:spPr/>
      <dgm:t>
        <a:bodyPr/>
        <a:lstStyle/>
        <a:p>
          <a:r>
            <a:rPr lang="en-US" sz="1800" dirty="0"/>
            <a:t>Design GUI on Paper / MS paint</a:t>
          </a:r>
        </a:p>
      </dgm:t>
    </dgm:pt>
    <dgm:pt modelId="{F0DAA5AD-D89A-47FC-84BD-7C6EC87F31B6}" type="parTrans" cxnId="{A6FC61B7-C18E-4E3D-8E1F-2B0BDA563CCE}">
      <dgm:prSet/>
      <dgm:spPr/>
      <dgm:t>
        <a:bodyPr/>
        <a:lstStyle/>
        <a:p>
          <a:endParaRPr lang="en-US"/>
        </a:p>
      </dgm:t>
    </dgm:pt>
    <dgm:pt modelId="{70B66CF3-4896-4FF0-99F1-811DF3646ABB}" type="sibTrans" cxnId="{A6FC61B7-C18E-4E3D-8E1F-2B0BDA563CCE}">
      <dgm:prSet/>
      <dgm:spPr/>
      <dgm:t>
        <a:bodyPr/>
        <a:lstStyle/>
        <a:p>
          <a:endParaRPr lang="en-US"/>
        </a:p>
      </dgm:t>
    </dgm:pt>
    <dgm:pt modelId="{D7D7084E-D594-4589-90CF-686E3A394E26}">
      <dgm:prSet phldrT="[Text]" custT="1"/>
      <dgm:spPr/>
      <dgm:t>
        <a:bodyPr/>
        <a:lstStyle/>
        <a:p>
          <a:r>
            <a:rPr lang="en-US" sz="1800" dirty="0"/>
            <a:t>Design your GUI in XAML editor</a:t>
          </a:r>
        </a:p>
      </dgm:t>
    </dgm:pt>
    <dgm:pt modelId="{D5C60520-D94E-4EBD-9EF1-86D6ECE18D51}" type="parTrans" cxnId="{060FD5E3-8C95-4B48-BBA2-0E4A12251128}">
      <dgm:prSet/>
      <dgm:spPr/>
      <dgm:t>
        <a:bodyPr/>
        <a:lstStyle/>
        <a:p>
          <a:endParaRPr lang="en-US"/>
        </a:p>
      </dgm:t>
    </dgm:pt>
    <dgm:pt modelId="{34D46B00-60CC-4149-A890-108307D0F98A}" type="sibTrans" cxnId="{060FD5E3-8C95-4B48-BBA2-0E4A12251128}">
      <dgm:prSet/>
      <dgm:spPr/>
      <dgm:t>
        <a:bodyPr/>
        <a:lstStyle/>
        <a:p>
          <a:endParaRPr lang="en-US"/>
        </a:p>
      </dgm:t>
    </dgm:pt>
    <dgm:pt modelId="{B6E57DE7-EE5F-42DD-A4AC-81CB511DE7F1}">
      <dgm:prSet phldrT="[Text]" custT="1"/>
      <dgm:spPr/>
      <dgm:t>
        <a:bodyPr/>
        <a:lstStyle/>
        <a:p>
          <a:r>
            <a:rPr lang="en-US" sz="2000" dirty="0"/>
            <a:t>PowerShell:</a:t>
          </a:r>
          <a:br>
            <a:rPr lang="en-US" sz="2000" dirty="0"/>
          </a:br>
          <a:r>
            <a:rPr lang="en-US" sz="2000" dirty="0"/>
            <a:t>Prepare</a:t>
          </a:r>
        </a:p>
      </dgm:t>
    </dgm:pt>
    <dgm:pt modelId="{84E3083F-9789-4807-BE88-66D6A93B8D01}" type="parTrans" cxnId="{2F4EC5BF-55E2-4D1B-BBD7-1BC7A4655D75}">
      <dgm:prSet/>
      <dgm:spPr/>
      <dgm:t>
        <a:bodyPr/>
        <a:lstStyle/>
        <a:p>
          <a:endParaRPr lang="en-US"/>
        </a:p>
      </dgm:t>
    </dgm:pt>
    <dgm:pt modelId="{1CE87015-6B53-46D6-A2B6-EF667B3AAE30}" type="sibTrans" cxnId="{2F4EC5BF-55E2-4D1B-BBD7-1BC7A4655D75}">
      <dgm:prSet/>
      <dgm:spPr/>
      <dgm:t>
        <a:bodyPr/>
        <a:lstStyle/>
        <a:p>
          <a:endParaRPr lang="en-US"/>
        </a:p>
      </dgm:t>
    </dgm:pt>
    <dgm:pt modelId="{49F75662-C598-473F-A50A-1DA5AE817B53}">
      <dgm:prSet phldrT="[Text]" custT="1"/>
      <dgm:spPr/>
      <dgm:t>
        <a:bodyPr/>
        <a:lstStyle/>
        <a:p>
          <a:r>
            <a:rPr lang="en-US" sz="1800" dirty="0"/>
            <a:t>Load needed assembly files</a:t>
          </a:r>
        </a:p>
      </dgm:t>
    </dgm:pt>
    <dgm:pt modelId="{2AF26BD6-FC2D-450C-BC12-C0EA62FBB269}" type="parTrans" cxnId="{65C2078B-BDDB-4826-B670-5DD15A722120}">
      <dgm:prSet/>
      <dgm:spPr/>
      <dgm:t>
        <a:bodyPr/>
        <a:lstStyle/>
        <a:p>
          <a:endParaRPr lang="en-US"/>
        </a:p>
      </dgm:t>
    </dgm:pt>
    <dgm:pt modelId="{4BED07E1-05BE-44BC-A874-5D9A240C372E}" type="sibTrans" cxnId="{65C2078B-BDDB-4826-B670-5DD15A722120}">
      <dgm:prSet/>
      <dgm:spPr/>
      <dgm:t>
        <a:bodyPr/>
        <a:lstStyle/>
        <a:p>
          <a:endParaRPr lang="en-US"/>
        </a:p>
      </dgm:t>
    </dgm:pt>
    <dgm:pt modelId="{334BDE63-A57D-4D93-9E97-BD07E72E801D}">
      <dgm:prSet phldrT="[Text]" custT="1"/>
      <dgm:spPr/>
      <dgm:t>
        <a:bodyPr/>
        <a:lstStyle/>
        <a:p>
          <a:r>
            <a:rPr lang="en-US" sz="1800" dirty="0"/>
            <a:t>Prepare XAML code for PS usage</a:t>
          </a:r>
        </a:p>
      </dgm:t>
    </dgm:pt>
    <dgm:pt modelId="{23D8EE27-A104-41DB-9650-91197C5C4633}" type="parTrans" cxnId="{C596C68E-9B5F-4EBB-9F88-46A6E621D637}">
      <dgm:prSet/>
      <dgm:spPr/>
      <dgm:t>
        <a:bodyPr/>
        <a:lstStyle/>
        <a:p>
          <a:endParaRPr lang="en-US"/>
        </a:p>
      </dgm:t>
    </dgm:pt>
    <dgm:pt modelId="{B682CDC0-D6BD-410F-8B72-3E386EA06B01}" type="sibTrans" cxnId="{C596C68E-9B5F-4EBB-9F88-46A6E621D637}">
      <dgm:prSet/>
      <dgm:spPr/>
      <dgm:t>
        <a:bodyPr/>
        <a:lstStyle/>
        <a:p>
          <a:endParaRPr lang="en-US"/>
        </a:p>
      </dgm:t>
    </dgm:pt>
    <dgm:pt modelId="{D3FF3347-54C9-4D65-A26F-86496D34D79B}">
      <dgm:prSet phldrT="[Text]" custT="1"/>
      <dgm:spPr/>
      <dgm:t>
        <a:bodyPr/>
        <a:lstStyle/>
        <a:p>
          <a:r>
            <a:rPr lang="en-US" sz="2000" dirty="0"/>
            <a:t>PowerShell:</a:t>
          </a:r>
          <a:br>
            <a:rPr lang="en-US" sz="2000" dirty="0"/>
          </a:br>
          <a:r>
            <a:rPr lang="en-US" sz="2000" dirty="0"/>
            <a:t>Load</a:t>
          </a:r>
        </a:p>
      </dgm:t>
    </dgm:pt>
    <dgm:pt modelId="{43855012-86DF-4D14-845A-8C3F791AE8BB}" type="parTrans" cxnId="{43279362-C596-4653-8D3E-630E38412391}">
      <dgm:prSet/>
      <dgm:spPr/>
      <dgm:t>
        <a:bodyPr/>
        <a:lstStyle/>
        <a:p>
          <a:endParaRPr lang="en-US"/>
        </a:p>
      </dgm:t>
    </dgm:pt>
    <dgm:pt modelId="{7172EFCC-A4DD-49F7-AAE5-ED4975E14562}" type="sibTrans" cxnId="{43279362-C596-4653-8D3E-630E38412391}">
      <dgm:prSet/>
      <dgm:spPr/>
      <dgm:t>
        <a:bodyPr/>
        <a:lstStyle/>
        <a:p>
          <a:endParaRPr lang="en-US"/>
        </a:p>
      </dgm:t>
    </dgm:pt>
    <dgm:pt modelId="{6C1F2E6D-27B1-413A-ABD3-ECD041A8EF53}">
      <dgm:prSet phldrT="[Text]" custT="1"/>
      <dgm:spPr/>
      <dgm:t>
        <a:bodyPr/>
        <a:lstStyle/>
        <a:p>
          <a:r>
            <a:rPr lang="en-US" sz="1800" dirty="0"/>
            <a:t>Create an XML reader to load the XML data into usable PowerShell objects</a:t>
          </a:r>
        </a:p>
      </dgm:t>
    </dgm:pt>
    <dgm:pt modelId="{BE41B127-9DAF-4D3F-AC2D-7FA1BEB0E872}" type="parTrans" cxnId="{82632097-731B-48BD-B1FA-5A61EB1E4E2A}">
      <dgm:prSet/>
      <dgm:spPr/>
      <dgm:t>
        <a:bodyPr/>
        <a:lstStyle/>
        <a:p>
          <a:endParaRPr lang="en-US"/>
        </a:p>
      </dgm:t>
    </dgm:pt>
    <dgm:pt modelId="{57A4099E-CFF3-4BF4-8F64-0DFAC326B5C7}" type="sibTrans" cxnId="{82632097-731B-48BD-B1FA-5A61EB1E4E2A}">
      <dgm:prSet/>
      <dgm:spPr/>
      <dgm:t>
        <a:bodyPr/>
        <a:lstStyle/>
        <a:p>
          <a:endParaRPr lang="en-US"/>
        </a:p>
      </dgm:t>
    </dgm:pt>
    <dgm:pt modelId="{16626947-A4A9-49E1-946E-8D94BB3374A9}">
      <dgm:prSet phldrT="[Text]" custT="1"/>
      <dgm:spPr/>
      <dgm:t>
        <a:bodyPr/>
        <a:lstStyle/>
        <a:p>
          <a:r>
            <a:rPr lang="en-US" sz="1800" dirty="0"/>
            <a:t>Add PowerShell code to control the form</a:t>
          </a:r>
        </a:p>
      </dgm:t>
    </dgm:pt>
    <dgm:pt modelId="{1E399F4C-F301-4208-AFB8-9A8051B42332}" type="parTrans" cxnId="{5551F8A8-AA59-45BE-981A-32D76DC820DF}">
      <dgm:prSet/>
      <dgm:spPr/>
      <dgm:t>
        <a:bodyPr/>
        <a:lstStyle/>
        <a:p>
          <a:endParaRPr lang="en-US"/>
        </a:p>
      </dgm:t>
    </dgm:pt>
    <dgm:pt modelId="{D3290841-7539-4E63-ACC8-35AAED5EED18}" type="sibTrans" cxnId="{5551F8A8-AA59-45BE-981A-32D76DC820DF}">
      <dgm:prSet/>
      <dgm:spPr/>
      <dgm:t>
        <a:bodyPr/>
        <a:lstStyle/>
        <a:p>
          <a:endParaRPr lang="en-US"/>
        </a:p>
      </dgm:t>
    </dgm:pt>
    <dgm:pt modelId="{DF8BBA7C-1167-4DAC-A5FD-8C702CDB3FDE}">
      <dgm:prSet phldrT="[Text]" custT="1"/>
      <dgm:spPr/>
      <dgm:t>
        <a:bodyPr/>
        <a:lstStyle/>
        <a:p>
          <a:r>
            <a:rPr lang="en-US" sz="1800" dirty="0"/>
            <a:t>Read XAML code in PS as XML</a:t>
          </a:r>
        </a:p>
      </dgm:t>
    </dgm:pt>
    <dgm:pt modelId="{0ABE8037-FFC5-4130-9CD2-EF8C3F0777D3}" type="parTrans" cxnId="{3A83F45A-77DB-445D-8A33-10858CF1D7B3}">
      <dgm:prSet/>
      <dgm:spPr/>
      <dgm:t>
        <a:bodyPr/>
        <a:lstStyle/>
        <a:p>
          <a:endParaRPr lang="en-US"/>
        </a:p>
      </dgm:t>
    </dgm:pt>
    <dgm:pt modelId="{76AA4581-563A-48BF-8F33-9E8F3C0609A5}" type="sibTrans" cxnId="{3A83F45A-77DB-445D-8A33-10858CF1D7B3}">
      <dgm:prSet/>
      <dgm:spPr/>
      <dgm:t>
        <a:bodyPr/>
        <a:lstStyle/>
        <a:p>
          <a:endParaRPr lang="en-US"/>
        </a:p>
      </dgm:t>
    </dgm:pt>
    <dgm:pt modelId="{9FFC5A33-FFE0-4860-9FB7-6413A15C2B73}">
      <dgm:prSet phldrT="[Text]" custT="1"/>
      <dgm:spPr/>
      <dgm:t>
        <a:bodyPr/>
        <a:lstStyle/>
        <a:p>
          <a:r>
            <a:rPr lang="en-US" sz="2000" dirty="0"/>
            <a:t>PowerShell: </a:t>
          </a:r>
          <a:br>
            <a:rPr lang="en-US" sz="2000" dirty="0"/>
          </a:br>
          <a:r>
            <a:rPr lang="en-US" sz="2000" dirty="0"/>
            <a:t>Use</a:t>
          </a:r>
        </a:p>
      </dgm:t>
    </dgm:pt>
    <dgm:pt modelId="{3C641BBB-D5BB-4BBF-9049-751FD2CA6779}" type="parTrans" cxnId="{1393B8E9-EC09-43E3-B34C-8C5C4F724FDC}">
      <dgm:prSet/>
      <dgm:spPr/>
      <dgm:t>
        <a:bodyPr/>
        <a:lstStyle/>
        <a:p>
          <a:endParaRPr lang="en-US"/>
        </a:p>
      </dgm:t>
    </dgm:pt>
    <dgm:pt modelId="{F0A72088-CD78-402A-A2E1-E01011563472}" type="sibTrans" cxnId="{1393B8E9-EC09-43E3-B34C-8C5C4F724FDC}">
      <dgm:prSet/>
      <dgm:spPr/>
      <dgm:t>
        <a:bodyPr/>
        <a:lstStyle/>
        <a:p>
          <a:endParaRPr lang="en-US"/>
        </a:p>
      </dgm:t>
    </dgm:pt>
    <dgm:pt modelId="{743B9725-F161-4FB2-ADD9-4968F7FE4F63}">
      <dgm:prSet custT="1"/>
      <dgm:spPr/>
      <dgm:t>
        <a:bodyPr/>
        <a:lstStyle/>
        <a:p>
          <a:r>
            <a:rPr lang="en-US" sz="1800" dirty="0"/>
            <a:t>Preload values or run code</a:t>
          </a:r>
        </a:p>
      </dgm:t>
    </dgm:pt>
    <dgm:pt modelId="{F52890E0-CB84-4753-A0F6-1D9DEC8E1860}" type="parTrans" cxnId="{5EE5E784-15D3-47FA-9568-D21D6632CB8D}">
      <dgm:prSet/>
      <dgm:spPr/>
      <dgm:t>
        <a:bodyPr/>
        <a:lstStyle/>
        <a:p>
          <a:endParaRPr lang="en-US"/>
        </a:p>
      </dgm:t>
    </dgm:pt>
    <dgm:pt modelId="{2FDF2BFC-5DDE-4EAC-A80B-922B0CC749DA}" type="sibTrans" cxnId="{5EE5E784-15D3-47FA-9568-D21D6632CB8D}">
      <dgm:prSet/>
      <dgm:spPr/>
      <dgm:t>
        <a:bodyPr/>
        <a:lstStyle/>
        <a:p>
          <a:endParaRPr lang="en-US"/>
        </a:p>
      </dgm:t>
    </dgm:pt>
    <dgm:pt modelId="{2635538B-06B8-470C-B478-4F6EA03E5A21}">
      <dgm:prSet custT="1"/>
      <dgm:spPr/>
      <dgm:t>
        <a:bodyPr/>
        <a:lstStyle/>
        <a:p>
          <a:r>
            <a:rPr lang="en-US" sz="1800" dirty="0"/>
            <a:t>Display form </a:t>
          </a:r>
        </a:p>
      </dgm:t>
    </dgm:pt>
    <dgm:pt modelId="{02EC2B78-C96F-4B79-9EC1-265E932D8AEB}" type="parTrans" cxnId="{4B21AA04-E2B3-42AD-B735-A2BE3663EB93}">
      <dgm:prSet/>
      <dgm:spPr/>
      <dgm:t>
        <a:bodyPr/>
        <a:lstStyle/>
        <a:p>
          <a:endParaRPr lang="en-US"/>
        </a:p>
      </dgm:t>
    </dgm:pt>
    <dgm:pt modelId="{44A64E69-5C05-4E37-B6E7-A3047A740251}" type="sibTrans" cxnId="{4B21AA04-E2B3-42AD-B735-A2BE3663EB93}">
      <dgm:prSet/>
      <dgm:spPr/>
      <dgm:t>
        <a:bodyPr/>
        <a:lstStyle/>
        <a:p>
          <a:endParaRPr lang="en-US"/>
        </a:p>
      </dgm:t>
    </dgm:pt>
    <dgm:pt modelId="{E78329CD-D738-4817-8CF1-13CC456F835F}">
      <dgm:prSet custT="1"/>
      <dgm:spPr/>
      <dgm:t>
        <a:bodyPr/>
        <a:lstStyle/>
        <a:p>
          <a:r>
            <a:rPr lang="en-US" sz="1800" dirty="0"/>
            <a:t>Close Form</a:t>
          </a:r>
        </a:p>
      </dgm:t>
    </dgm:pt>
    <dgm:pt modelId="{51C4BA29-705A-42C8-83EA-B1841BD55CB1}" type="parTrans" cxnId="{598C9B15-D790-461F-BE37-AA82E9199345}">
      <dgm:prSet/>
      <dgm:spPr/>
      <dgm:t>
        <a:bodyPr/>
        <a:lstStyle/>
        <a:p>
          <a:endParaRPr lang="en-US"/>
        </a:p>
      </dgm:t>
    </dgm:pt>
    <dgm:pt modelId="{076E2C7B-B2F9-4FFD-B6C2-541D026A1CFD}" type="sibTrans" cxnId="{598C9B15-D790-461F-BE37-AA82E9199345}">
      <dgm:prSet/>
      <dgm:spPr/>
      <dgm:t>
        <a:bodyPr/>
        <a:lstStyle/>
        <a:p>
          <a:endParaRPr lang="en-US"/>
        </a:p>
      </dgm:t>
    </dgm:pt>
    <dgm:pt modelId="{BB957DA6-D7AE-452C-B9E8-664A42B7BBD1}" type="pres">
      <dgm:prSet presAssocID="{BC2F5308-1E32-4296-9281-BD4A07EB3143}" presName="Name0" presStyleCnt="0">
        <dgm:presLayoutVars>
          <dgm:dir/>
          <dgm:animOne val="branch"/>
          <dgm:animLvl val="lvl"/>
        </dgm:presLayoutVars>
      </dgm:prSet>
      <dgm:spPr/>
    </dgm:pt>
    <dgm:pt modelId="{B4888638-21F9-41B7-B59F-1C985C17C1BF}" type="pres">
      <dgm:prSet presAssocID="{A7C0043D-E398-45B8-8AA1-4674413032DF}" presName="chaos" presStyleCnt="0"/>
      <dgm:spPr/>
    </dgm:pt>
    <dgm:pt modelId="{9E33710C-240D-45CF-BA5D-2504087F96E3}" type="pres">
      <dgm:prSet presAssocID="{A7C0043D-E398-45B8-8AA1-4674413032DF}" presName="parTx1" presStyleLbl="revTx" presStyleIdx="0" presStyleCnt="7"/>
      <dgm:spPr/>
    </dgm:pt>
    <dgm:pt modelId="{7209DE6E-692B-4E1F-A86F-7D09578A98D6}" type="pres">
      <dgm:prSet presAssocID="{A7C0043D-E398-45B8-8AA1-4674413032DF}" presName="desTx1" presStyleLbl="revTx" presStyleIdx="1" presStyleCnt="7" custScaleX="123374">
        <dgm:presLayoutVars>
          <dgm:bulletEnabled val="1"/>
        </dgm:presLayoutVars>
      </dgm:prSet>
      <dgm:spPr/>
    </dgm:pt>
    <dgm:pt modelId="{012A5B0F-909B-45AE-A84B-39127D3959A5}" type="pres">
      <dgm:prSet presAssocID="{A7C0043D-E398-45B8-8AA1-4674413032DF}" presName="c1" presStyleLbl="node1" presStyleIdx="0" presStyleCnt="19"/>
      <dgm:spPr/>
    </dgm:pt>
    <dgm:pt modelId="{FD2A7030-B6F7-4B85-9A8E-8806C28B265A}" type="pres">
      <dgm:prSet presAssocID="{A7C0043D-E398-45B8-8AA1-4674413032DF}" presName="c2" presStyleLbl="node1" presStyleIdx="1" presStyleCnt="19"/>
      <dgm:spPr/>
    </dgm:pt>
    <dgm:pt modelId="{BE1288F5-61A7-4478-AB1C-7972A364DCFC}" type="pres">
      <dgm:prSet presAssocID="{A7C0043D-E398-45B8-8AA1-4674413032DF}" presName="c3" presStyleLbl="node1" presStyleIdx="2" presStyleCnt="19"/>
      <dgm:spPr/>
    </dgm:pt>
    <dgm:pt modelId="{513425C6-6AD5-4D61-B4D6-BD137861BC04}" type="pres">
      <dgm:prSet presAssocID="{A7C0043D-E398-45B8-8AA1-4674413032DF}" presName="c4" presStyleLbl="node1" presStyleIdx="3" presStyleCnt="19"/>
      <dgm:spPr/>
    </dgm:pt>
    <dgm:pt modelId="{7AFFC669-4447-4E2E-943A-0C92612CE083}" type="pres">
      <dgm:prSet presAssocID="{A7C0043D-E398-45B8-8AA1-4674413032DF}" presName="c5" presStyleLbl="node1" presStyleIdx="4" presStyleCnt="19"/>
      <dgm:spPr/>
    </dgm:pt>
    <dgm:pt modelId="{2E0F8663-21D7-42EF-9535-FA2C103DAC7E}" type="pres">
      <dgm:prSet presAssocID="{A7C0043D-E398-45B8-8AA1-4674413032DF}" presName="c6" presStyleLbl="node1" presStyleIdx="5" presStyleCnt="19"/>
      <dgm:spPr/>
    </dgm:pt>
    <dgm:pt modelId="{DC5F899D-BA35-438F-BBB6-13C531C357BD}" type="pres">
      <dgm:prSet presAssocID="{A7C0043D-E398-45B8-8AA1-4674413032DF}" presName="c7" presStyleLbl="node1" presStyleIdx="6" presStyleCnt="19"/>
      <dgm:spPr/>
    </dgm:pt>
    <dgm:pt modelId="{02561056-6823-4886-8BB7-2B96580B2A95}" type="pres">
      <dgm:prSet presAssocID="{A7C0043D-E398-45B8-8AA1-4674413032DF}" presName="c8" presStyleLbl="node1" presStyleIdx="7" presStyleCnt="19"/>
      <dgm:spPr/>
    </dgm:pt>
    <dgm:pt modelId="{21FB6173-AA81-410F-A424-C07AD59E2DD4}" type="pres">
      <dgm:prSet presAssocID="{A7C0043D-E398-45B8-8AA1-4674413032DF}" presName="c9" presStyleLbl="node1" presStyleIdx="8" presStyleCnt="19"/>
      <dgm:spPr/>
    </dgm:pt>
    <dgm:pt modelId="{85A81B85-F7F9-469E-9730-E4B217E1F41B}" type="pres">
      <dgm:prSet presAssocID="{A7C0043D-E398-45B8-8AA1-4674413032DF}" presName="c10" presStyleLbl="node1" presStyleIdx="9" presStyleCnt="19"/>
      <dgm:spPr/>
    </dgm:pt>
    <dgm:pt modelId="{294DB1CF-006B-4B73-9D1A-5CC0B9C70B77}" type="pres">
      <dgm:prSet presAssocID="{A7C0043D-E398-45B8-8AA1-4674413032DF}" presName="c11" presStyleLbl="node1" presStyleIdx="10" presStyleCnt="19"/>
      <dgm:spPr/>
    </dgm:pt>
    <dgm:pt modelId="{48DC6BA4-3BB2-4A67-8C70-AE66E3448F5D}" type="pres">
      <dgm:prSet presAssocID="{A7C0043D-E398-45B8-8AA1-4674413032DF}" presName="c12" presStyleLbl="node1" presStyleIdx="11" presStyleCnt="19"/>
      <dgm:spPr/>
    </dgm:pt>
    <dgm:pt modelId="{57A9F703-207F-4EAB-93CE-4A6D5258BAA7}" type="pres">
      <dgm:prSet presAssocID="{A7C0043D-E398-45B8-8AA1-4674413032DF}" presName="c13" presStyleLbl="node1" presStyleIdx="12" presStyleCnt="19"/>
      <dgm:spPr/>
    </dgm:pt>
    <dgm:pt modelId="{20CC1123-33FD-43CF-96CB-A4DC2313B21F}" type="pres">
      <dgm:prSet presAssocID="{A7C0043D-E398-45B8-8AA1-4674413032DF}" presName="c14" presStyleLbl="node1" presStyleIdx="13" presStyleCnt="19"/>
      <dgm:spPr/>
    </dgm:pt>
    <dgm:pt modelId="{ABE6CEDA-73F7-42E8-B2B0-8EFCBDCD866C}" type="pres">
      <dgm:prSet presAssocID="{A7C0043D-E398-45B8-8AA1-4674413032DF}" presName="c15" presStyleLbl="node1" presStyleIdx="14" presStyleCnt="19"/>
      <dgm:spPr/>
    </dgm:pt>
    <dgm:pt modelId="{DF9ECFE0-344B-4627-89AB-F77EB7C388FE}" type="pres">
      <dgm:prSet presAssocID="{A7C0043D-E398-45B8-8AA1-4674413032DF}" presName="c16" presStyleLbl="node1" presStyleIdx="15" presStyleCnt="19"/>
      <dgm:spPr/>
    </dgm:pt>
    <dgm:pt modelId="{B7C93ED8-B35D-4068-BD5A-271FD6ACE267}" type="pres">
      <dgm:prSet presAssocID="{A7C0043D-E398-45B8-8AA1-4674413032DF}" presName="c17" presStyleLbl="node1" presStyleIdx="16" presStyleCnt="19"/>
      <dgm:spPr/>
    </dgm:pt>
    <dgm:pt modelId="{BDD4D1C9-FEB1-41DB-91E4-B4B4A7D607CC}" type="pres">
      <dgm:prSet presAssocID="{A7C0043D-E398-45B8-8AA1-4674413032DF}" presName="c18" presStyleLbl="node1" presStyleIdx="17" presStyleCnt="19"/>
      <dgm:spPr/>
    </dgm:pt>
    <dgm:pt modelId="{70FF9202-3FA2-4576-9257-2E9C33802E7B}" type="pres">
      <dgm:prSet presAssocID="{E07D06D6-6BA6-4779-AEB9-970BB1CCF4DB}" presName="chevronComposite1" presStyleCnt="0"/>
      <dgm:spPr/>
    </dgm:pt>
    <dgm:pt modelId="{5C0C7AA2-F75A-4363-87CF-31A03F61554C}" type="pres">
      <dgm:prSet presAssocID="{E07D06D6-6BA6-4779-AEB9-970BB1CCF4DB}" presName="chevron1" presStyleLbl="sibTrans2D1" presStyleIdx="0" presStyleCnt="3"/>
      <dgm:spPr/>
    </dgm:pt>
    <dgm:pt modelId="{891F780C-2435-44B4-8F69-155173ABEA61}" type="pres">
      <dgm:prSet presAssocID="{E07D06D6-6BA6-4779-AEB9-970BB1CCF4DB}" presName="spChevron1" presStyleCnt="0"/>
      <dgm:spPr/>
    </dgm:pt>
    <dgm:pt modelId="{7A52C355-2D79-4374-B960-1AA9ECAD5A05}" type="pres">
      <dgm:prSet presAssocID="{B6E57DE7-EE5F-42DD-A4AC-81CB511DE7F1}" presName="middle" presStyleCnt="0"/>
      <dgm:spPr/>
    </dgm:pt>
    <dgm:pt modelId="{6E09DEDE-47E1-46A9-8FEA-CFEFA0114840}" type="pres">
      <dgm:prSet presAssocID="{B6E57DE7-EE5F-42DD-A4AC-81CB511DE7F1}" presName="parTxMid" presStyleLbl="revTx" presStyleIdx="2" presStyleCnt="7"/>
      <dgm:spPr/>
    </dgm:pt>
    <dgm:pt modelId="{B1241853-E95E-47B2-8835-96B7497F18E6}" type="pres">
      <dgm:prSet presAssocID="{B6E57DE7-EE5F-42DD-A4AC-81CB511DE7F1}" presName="desTxMid" presStyleLbl="revTx" presStyleIdx="3" presStyleCnt="7" custScaleX="120915">
        <dgm:presLayoutVars>
          <dgm:bulletEnabled val="1"/>
        </dgm:presLayoutVars>
      </dgm:prSet>
      <dgm:spPr/>
    </dgm:pt>
    <dgm:pt modelId="{EE86E294-7A2D-4878-9812-D01BF5786EB7}" type="pres">
      <dgm:prSet presAssocID="{B6E57DE7-EE5F-42DD-A4AC-81CB511DE7F1}" presName="spMid" presStyleCnt="0"/>
      <dgm:spPr/>
    </dgm:pt>
    <dgm:pt modelId="{3B8AC7C2-E8F5-47AD-A4C9-A9B96622BC24}" type="pres">
      <dgm:prSet presAssocID="{1CE87015-6B53-46D6-A2B6-EF667B3AAE30}" presName="chevronComposite1" presStyleCnt="0"/>
      <dgm:spPr/>
    </dgm:pt>
    <dgm:pt modelId="{F23511A9-30C7-4455-9A00-960B009AB94B}" type="pres">
      <dgm:prSet presAssocID="{1CE87015-6B53-46D6-A2B6-EF667B3AAE30}" presName="chevron1" presStyleLbl="sibTrans2D1" presStyleIdx="1" presStyleCnt="3"/>
      <dgm:spPr/>
    </dgm:pt>
    <dgm:pt modelId="{FA0D29B1-0397-4A8D-B20E-E3E3E8ECEDBB}" type="pres">
      <dgm:prSet presAssocID="{1CE87015-6B53-46D6-A2B6-EF667B3AAE30}" presName="spChevron1" presStyleCnt="0"/>
      <dgm:spPr/>
    </dgm:pt>
    <dgm:pt modelId="{0FE042D4-17DC-4D15-8C88-CF4CE73DAE79}" type="pres">
      <dgm:prSet presAssocID="{D3FF3347-54C9-4D65-A26F-86496D34D79B}" presName="middle" presStyleCnt="0"/>
      <dgm:spPr/>
    </dgm:pt>
    <dgm:pt modelId="{7B5D0295-DECF-44B2-9F3D-7E24410EE119}" type="pres">
      <dgm:prSet presAssocID="{D3FF3347-54C9-4D65-A26F-86496D34D79B}" presName="parTxMid" presStyleLbl="revTx" presStyleIdx="4" presStyleCnt="7"/>
      <dgm:spPr/>
    </dgm:pt>
    <dgm:pt modelId="{8DAC1E67-F0F2-4630-B8DD-23ACAE0E1D73}" type="pres">
      <dgm:prSet presAssocID="{D3FF3347-54C9-4D65-A26F-86496D34D79B}" presName="desTxMid" presStyleLbl="revTx" presStyleIdx="5" presStyleCnt="7" custScaleX="129787">
        <dgm:presLayoutVars>
          <dgm:bulletEnabled val="1"/>
        </dgm:presLayoutVars>
      </dgm:prSet>
      <dgm:spPr/>
    </dgm:pt>
    <dgm:pt modelId="{59AC4D3E-7C4E-4049-A299-5BEBDA485FFF}" type="pres">
      <dgm:prSet presAssocID="{D3FF3347-54C9-4D65-A26F-86496D34D79B}" presName="spMid" presStyleCnt="0"/>
      <dgm:spPr/>
    </dgm:pt>
    <dgm:pt modelId="{C248813B-F2B0-4C56-AF81-B54C8D469B7E}" type="pres">
      <dgm:prSet presAssocID="{7172EFCC-A4DD-49F7-AAE5-ED4975E14562}" presName="chevronComposite1" presStyleCnt="0"/>
      <dgm:spPr/>
    </dgm:pt>
    <dgm:pt modelId="{3C0AE4DB-96B2-496A-AA47-5EF653878DD8}" type="pres">
      <dgm:prSet presAssocID="{7172EFCC-A4DD-49F7-AAE5-ED4975E14562}" presName="chevron1" presStyleLbl="sibTrans2D1" presStyleIdx="2" presStyleCnt="3"/>
      <dgm:spPr/>
    </dgm:pt>
    <dgm:pt modelId="{17D815B7-0930-45A9-8FD8-C3E4E4DA9206}" type="pres">
      <dgm:prSet presAssocID="{7172EFCC-A4DD-49F7-AAE5-ED4975E14562}" presName="spChevron1" presStyleCnt="0"/>
      <dgm:spPr/>
    </dgm:pt>
    <dgm:pt modelId="{B6D44D93-8263-4B6E-9B8A-A650C77FA4D4}" type="pres">
      <dgm:prSet presAssocID="{9FFC5A33-FFE0-4860-9FB7-6413A15C2B73}" presName="last" presStyleCnt="0"/>
      <dgm:spPr/>
    </dgm:pt>
    <dgm:pt modelId="{04A8BF7E-6D36-4A8D-8F7C-896687294A81}" type="pres">
      <dgm:prSet presAssocID="{9FFC5A33-FFE0-4860-9FB7-6413A15C2B73}" presName="circleTx" presStyleLbl="node1" presStyleIdx="18" presStyleCnt="19" custScaleX="121643"/>
      <dgm:spPr/>
    </dgm:pt>
    <dgm:pt modelId="{5605762A-1F22-47BD-A0A1-CC372A85BC8B}" type="pres">
      <dgm:prSet presAssocID="{9FFC5A33-FFE0-4860-9FB7-6413A15C2B73}" presName="desTxN" presStyleLbl="revTx" presStyleIdx="6" presStyleCnt="7" custScaleX="123610">
        <dgm:presLayoutVars>
          <dgm:bulletEnabled val="1"/>
        </dgm:presLayoutVars>
      </dgm:prSet>
      <dgm:spPr/>
    </dgm:pt>
    <dgm:pt modelId="{BB661986-D212-4AFF-80D7-41D6B39F6BB2}" type="pres">
      <dgm:prSet presAssocID="{9FFC5A33-FFE0-4860-9FB7-6413A15C2B73}" presName="spN" presStyleCnt="0"/>
      <dgm:spPr/>
    </dgm:pt>
  </dgm:ptLst>
  <dgm:cxnLst>
    <dgm:cxn modelId="{AEB5AE02-5285-42FB-912E-F1442F1BFCF4}" type="presOf" srcId="{334BDE63-A57D-4D93-9E97-BD07E72E801D}" destId="{B1241853-E95E-47B2-8835-96B7497F18E6}" srcOrd="0" destOrd="1" presId="urn:microsoft.com/office/officeart/2009/3/layout/RandomtoResultProcess"/>
    <dgm:cxn modelId="{4B21AA04-E2B3-42AD-B735-A2BE3663EB93}" srcId="{9FFC5A33-FFE0-4860-9FB7-6413A15C2B73}" destId="{2635538B-06B8-470C-B478-4F6EA03E5A21}" srcOrd="1" destOrd="0" parTransId="{02EC2B78-C96F-4B79-9EC1-265E932D8AEB}" sibTransId="{44A64E69-5C05-4E37-B6E7-A3047A740251}"/>
    <dgm:cxn modelId="{857EAD07-279B-4DF0-BFEF-FC9AEE33AAD5}" type="presOf" srcId="{E78329CD-D738-4817-8CF1-13CC456F835F}" destId="{5605762A-1F22-47BD-A0A1-CC372A85BC8B}" srcOrd="0" destOrd="2" presId="urn:microsoft.com/office/officeart/2009/3/layout/RandomtoResultProcess"/>
    <dgm:cxn modelId="{2F8F5C09-42B6-4902-8067-79AFECA40BB6}" type="presOf" srcId="{6C1F2E6D-27B1-413A-ABD3-ECD041A8EF53}" destId="{8DAC1E67-F0F2-4630-B8DD-23ACAE0E1D73}" srcOrd="0" destOrd="0" presId="urn:microsoft.com/office/officeart/2009/3/layout/RandomtoResultProcess"/>
    <dgm:cxn modelId="{598C9B15-D790-461F-BE37-AA82E9199345}" srcId="{9FFC5A33-FFE0-4860-9FB7-6413A15C2B73}" destId="{E78329CD-D738-4817-8CF1-13CC456F835F}" srcOrd="2" destOrd="0" parTransId="{51C4BA29-705A-42C8-83EA-B1841BD55CB1}" sibTransId="{076E2C7B-B2F9-4FFD-B6C2-541D026A1CFD}"/>
    <dgm:cxn modelId="{2ED96B1B-8B94-4E29-BFEE-AF9001D795BF}" type="presOf" srcId="{2635538B-06B8-470C-B478-4F6EA03E5A21}" destId="{5605762A-1F22-47BD-A0A1-CC372A85BC8B}" srcOrd="0" destOrd="1" presId="urn:microsoft.com/office/officeart/2009/3/layout/RandomtoResultProcess"/>
    <dgm:cxn modelId="{93ADF22D-6003-4CF8-B905-8C013A15966B}" type="presOf" srcId="{49F75662-C598-473F-A50A-1DA5AE817B53}" destId="{B1241853-E95E-47B2-8835-96B7497F18E6}" srcOrd="0" destOrd="0" presId="urn:microsoft.com/office/officeart/2009/3/layout/RandomtoResultProcess"/>
    <dgm:cxn modelId="{A2457E39-C36B-4F9D-A529-16D86B91EFBF}" type="presOf" srcId="{A7C0043D-E398-45B8-8AA1-4674413032DF}" destId="{9E33710C-240D-45CF-BA5D-2504087F96E3}" srcOrd="0" destOrd="0" presId="urn:microsoft.com/office/officeart/2009/3/layout/RandomtoResultProcess"/>
    <dgm:cxn modelId="{84C9A43D-5954-4997-B6FA-71E1AE2BEB6C}" type="presOf" srcId="{16626947-A4A9-49E1-946E-8D94BB3374A9}" destId="{8DAC1E67-F0F2-4630-B8DD-23ACAE0E1D73}" srcOrd="0" destOrd="1" presId="urn:microsoft.com/office/officeart/2009/3/layout/RandomtoResultProcess"/>
    <dgm:cxn modelId="{43279362-C596-4653-8D3E-630E38412391}" srcId="{BC2F5308-1E32-4296-9281-BD4A07EB3143}" destId="{D3FF3347-54C9-4D65-A26F-86496D34D79B}" srcOrd="2" destOrd="0" parTransId="{43855012-86DF-4D14-845A-8C3F791AE8BB}" sibTransId="{7172EFCC-A4DD-49F7-AAE5-ED4975E14562}"/>
    <dgm:cxn modelId="{3A83F45A-77DB-445D-8A33-10858CF1D7B3}" srcId="{B6E57DE7-EE5F-42DD-A4AC-81CB511DE7F1}" destId="{DF8BBA7C-1167-4DAC-A5FD-8C702CDB3FDE}" srcOrd="2" destOrd="0" parTransId="{0ABE8037-FFC5-4130-9CD2-EF8C3F0777D3}" sibTransId="{76AA4581-563A-48BF-8F33-9E8F3C0609A5}"/>
    <dgm:cxn modelId="{5EE5E784-15D3-47FA-9568-D21D6632CB8D}" srcId="{9FFC5A33-FFE0-4860-9FB7-6413A15C2B73}" destId="{743B9725-F161-4FB2-ADD9-4968F7FE4F63}" srcOrd="0" destOrd="0" parTransId="{F52890E0-CB84-4753-A0F6-1D9DEC8E1860}" sibTransId="{2FDF2BFC-5DDE-4EAC-A80B-922B0CC749DA}"/>
    <dgm:cxn modelId="{3893B188-42A7-4CFC-9838-8FEA07FE4EEA}" type="presOf" srcId="{B6E57DE7-EE5F-42DD-A4AC-81CB511DE7F1}" destId="{6E09DEDE-47E1-46A9-8FEA-CFEFA0114840}" srcOrd="0" destOrd="0" presId="urn:microsoft.com/office/officeart/2009/3/layout/RandomtoResultProcess"/>
    <dgm:cxn modelId="{65C2078B-BDDB-4826-B670-5DD15A722120}" srcId="{B6E57DE7-EE5F-42DD-A4AC-81CB511DE7F1}" destId="{49F75662-C598-473F-A50A-1DA5AE817B53}" srcOrd="0" destOrd="0" parTransId="{2AF26BD6-FC2D-450C-BC12-C0EA62FBB269}" sibTransId="{4BED07E1-05BE-44BC-A874-5D9A240C372E}"/>
    <dgm:cxn modelId="{C596C68E-9B5F-4EBB-9F88-46A6E621D637}" srcId="{B6E57DE7-EE5F-42DD-A4AC-81CB511DE7F1}" destId="{334BDE63-A57D-4D93-9E97-BD07E72E801D}" srcOrd="1" destOrd="0" parTransId="{23D8EE27-A104-41DB-9650-91197C5C4633}" sibTransId="{B682CDC0-D6BD-410F-8B72-3E386EA06B01}"/>
    <dgm:cxn modelId="{82632097-731B-48BD-B1FA-5A61EB1E4E2A}" srcId="{D3FF3347-54C9-4D65-A26F-86496D34D79B}" destId="{6C1F2E6D-27B1-413A-ABD3-ECD041A8EF53}" srcOrd="0" destOrd="0" parTransId="{BE41B127-9DAF-4D3F-AC2D-7FA1BEB0E872}" sibTransId="{57A4099E-CFF3-4BF4-8F64-0DFAC326B5C7}"/>
    <dgm:cxn modelId="{55358598-DEF8-41DD-8CE3-007C9FD97B00}" type="presOf" srcId="{9DF1893E-5556-489C-8AB3-280A3363A0FF}" destId="{7209DE6E-692B-4E1F-A86F-7D09578A98D6}" srcOrd="0" destOrd="0" presId="urn:microsoft.com/office/officeart/2009/3/layout/RandomtoResultProcess"/>
    <dgm:cxn modelId="{5551F8A8-AA59-45BE-981A-32D76DC820DF}" srcId="{D3FF3347-54C9-4D65-A26F-86496D34D79B}" destId="{16626947-A4A9-49E1-946E-8D94BB3374A9}" srcOrd="1" destOrd="0" parTransId="{1E399F4C-F301-4208-AFB8-9A8051B42332}" sibTransId="{D3290841-7539-4E63-ACC8-35AAED5EED18}"/>
    <dgm:cxn modelId="{A6FC61B7-C18E-4E3D-8E1F-2B0BDA563CCE}" srcId="{A7C0043D-E398-45B8-8AA1-4674413032DF}" destId="{9DF1893E-5556-489C-8AB3-280A3363A0FF}" srcOrd="0" destOrd="0" parTransId="{F0DAA5AD-D89A-47FC-84BD-7C6EC87F31B6}" sibTransId="{70B66CF3-4896-4FF0-99F1-811DF3646ABB}"/>
    <dgm:cxn modelId="{2F4EC5BF-55E2-4D1B-BBD7-1BC7A4655D75}" srcId="{BC2F5308-1E32-4296-9281-BD4A07EB3143}" destId="{B6E57DE7-EE5F-42DD-A4AC-81CB511DE7F1}" srcOrd="1" destOrd="0" parTransId="{84E3083F-9789-4807-BE88-66D6A93B8D01}" sibTransId="{1CE87015-6B53-46D6-A2B6-EF667B3AAE30}"/>
    <dgm:cxn modelId="{5EFF12C0-0038-4F3B-A614-D63052325644}" type="presOf" srcId="{BC2F5308-1E32-4296-9281-BD4A07EB3143}" destId="{BB957DA6-D7AE-452C-B9E8-664A42B7BBD1}" srcOrd="0" destOrd="0" presId="urn:microsoft.com/office/officeart/2009/3/layout/RandomtoResultProcess"/>
    <dgm:cxn modelId="{B3C96AC8-FFD4-4D32-B6D1-2E29FBFCE2BA}" srcId="{BC2F5308-1E32-4296-9281-BD4A07EB3143}" destId="{A7C0043D-E398-45B8-8AA1-4674413032DF}" srcOrd="0" destOrd="0" parTransId="{812625DF-B9B8-46FE-8A07-35B43C818403}" sibTransId="{E07D06D6-6BA6-4779-AEB9-970BB1CCF4DB}"/>
    <dgm:cxn modelId="{1AAA54C8-001A-4F64-AF0A-66FBC0A39CC2}" type="presOf" srcId="{D7D7084E-D594-4589-90CF-686E3A394E26}" destId="{7209DE6E-692B-4E1F-A86F-7D09578A98D6}" srcOrd="0" destOrd="1" presId="urn:microsoft.com/office/officeart/2009/3/layout/RandomtoResultProcess"/>
    <dgm:cxn modelId="{A0A61CCF-1D68-4E47-A47E-F92C4937633C}" type="presOf" srcId="{9FFC5A33-FFE0-4860-9FB7-6413A15C2B73}" destId="{04A8BF7E-6D36-4A8D-8F7C-896687294A81}" srcOrd="0" destOrd="0" presId="urn:microsoft.com/office/officeart/2009/3/layout/RandomtoResultProcess"/>
    <dgm:cxn modelId="{060FD5E3-8C95-4B48-BBA2-0E4A12251128}" srcId="{A7C0043D-E398-45B8-8AA1-4674413032DF}" destId="{D7D7084E-D594-4589-90CF-686E3A394E26}" srcOrd="1" destOrd="0" parTransId="{D5C60520-D94E-4EBD-9EF1-86D6ECE18D51}" sibTransId="{34D46B00-60CC-4149-A890-108307D0F98A}"/>
    <dgm:cxn modelId="{CEA822E8-B207-454D-8946-54110A13B67D}" type="presOf" srcId="{D3FF3347-54C9-4D65-A26F-86496D34D79B}" destId="{7B5D0295-DECF-44B2-9F3D-7E24410EE119}" srcOrd="0" destOrd="0" presId="urn:microsoft.com/office/officeart/2009/3/layout/RandomtoResultProcess"/>
    <dgm:cxn modelId="{1393B8E9-EC09-43E3-B34C-8C5C4F724FDC}" srcId="{BC2F5308-1E32-4296-9281-BD4A07EB3143}" destId="{9FFC5A33-FFE0-4860-9FB7-6413A15C2B73}" srcOrd="3" destOrd="0" parTransId="{3C641BBB-D5BB-4BBF-9049-751FD2CA6779}" sibTransId="{F0A72088-CD78-402A-A2E1-E01011563472}"/>
    <dgm:cxn modelId="{522A0FEC-17DE-4491-B7EA-54295E5982FB}" type="presOf" srcId="{DF8BBA7C-1167-4DAC-A5FD-8C702CDB3FDE}" destId="{B1241853-E95E-47B2-8835-96B7497F18E6}" srcOrd="0" destOrd="2" presId="urn:microsoft.com/office/officeart/2009/3/layout/RandomtoResultProcess"/>
    <dgm:cxn modelId="{002333EE-7357-4A4B-8334-C4FF92F70C70}" type="presOf" srcId="{743B9725-F161-4FB2-ADD9-4968F7FE4F63}" destId="{5605762A-1F22-47BD-A0A1-CC372A85BC8B}" srcOrd="0" destOrd="0" presId="urn:microsoft.com/office/officeart/2009/3/layout/RandomtoResultProcess"/>
    <dgm:cxn modelId="{657625E4-2E3A-40D2-AB13-A30A7F3962EB}" type="presParOf" srcId="{BB957DA6-D7AE-452C-B9E8-664A42B7BBD1}" destId="{B4888638-21F9-41B7-B59F-1C985C17C1BF}" srcOrd="0" destOrd="0" presId="urn:microsoft.com/office/officeart/2009/3/layout/RandomtoResultProcess"/>
    <dgm:cxn modelId="{2236994E-F2FD-4B51-B5B9-B79BEB5001D1}" type="presParOf" srcId="{B4888638-21F9-41B7-B59F-1C985C17C1BF}" destId="{9E33710C-240D-45CF-BA5D-2504087F96E3}" srcOrd="0" destOrd="0" presId="urn:microsoft.com/office/officeart/2009/3/layout/RandomtoResultProcess"/>
    <dgm:cxn modelId="{FFFB3100-94B0-4778-946F-741B4EC68E5C}" type="presParOf" srcId="{B4888638-21F9-41B7-B59F-1C985C17C1BF}" destId="{7209DE6E-692B-4E1F-A86F-7D09578A98D6}" srcOrd="1" destOrd="0" presId="urn:microsoft.com/office/officeart/2009/3/layout/RandomtoResultProcess"/>
    <dgm:cxn modelId="{B7BCD629-1298-463A-A27D-314F968392A2}" type="presParOf" srcId="{B4888638-21F9-41B7-B59F-1C985C17C1BF}" destId="{012A5B0F-909B-45AE-A84B-39127D3959A5}" srcOrd="2" destOrd="0" presId="urn:microsoft.com/office/officeart/2009/3/layout/RandomtoResultProcess"/>
    <dgm:cxn modelId="{DA32594C-1F75-4CF7-A8C4-342E36AF218C}" type="presParOf" srcId="{B4888638-21F9-41B7-B59F-1C985C17C1BF}" destId="{FD2A7030-B6F7-4B85-9A8E-8806C28B265A}" srcOrd="3" destOrd="0" presId="urn:microsoft.com/office/officeart/2009/3/layout/RandomtoResultProcess"/>
    <dgm:cxn modelId="{1F6D0FE2-A0DD-4C63-976F-8D7E0D6E3DED}" type="presParOf" srcId="{B4888638-21F9-41B7-B59F-1C985C17C1BF}" destId="{BE1288F5-61A7-4478-AB1C-7972A364DCFC}" srcOrd="4" destOrd="0" presId="urn:microsoft.com/office/officeart/2009/3/layout/RandomtoResultProcess"/>
    <dgm:cxn modelId="{492E4112-6A67-4CB5-A0F2-7779B2862EF1}" type="presParOf" srcId="{B4888638-21F9-41B7-B59F-1C985C17C1BF}" destId="{513425C6-6AD5-4D61-B4D6-BD137861BC04}" srcOrd="5" destOrd="0" presId="urn:microsoft.com/office/officeart/2009/3/layout/RandomtoResultProcess"/>
    <dgm:cxn modelId="{D8C8742B-79A8-48C6-B7A8-FFA8976CD906}" type="presParOf" srcId="{B4888638-21F9-41B7-B59F-1C985C17C1BF}" destId="{7AFFC669-4447-4E2E-943A-0C92612CE083}" srcOrd="6" destOrd="0" presId="urn:microsoft.com/office/officeart/2009/3/layout/RandomtoResultProcess"/>
    <dgm:cxn modelId="{D0B0F637-2099-4251-A9F8-6FC16AD223A6}" type="presParOf" srcId="{B4888638-21F9-41B7-B59F-1C985C17C1BF}" destId="{2E0F8663-21D7-42EF-9535-FA2C103DAC7E}" srcOrd="7" destOrd="0" presId="urn:microsoft.com/office/officeart/2009/3/layout/RandomtoResultProcess"/>
    <dgm:cxn modelId="{5B9D1650-FADE-4D54-A084-0CFB36170687}" type="presParOf" srcId="{B4888638-21F9-41B7-B59F-1C985C17C1BF}" destId="{DC5F899D-BA35-438F-BBB6-13C531C357BD}" srcOrd="8" destOrd="0" presId="urn:microsoft.com/office/officeart/2009/3/layout/RandomtoResultProcess"/>
    <dgm:cxn modelId="{828C76FF-63F3-47F7-B97C-03ACD407B10A}" type="presParOf" srcId="{B4888638-21F9-41B7-B59F-1C985C17C1BF}" destId="{02561056-6823-4886-8BB7-2B96580B2A95}" srcOrd="9" destOrd="0" presId="urn:microsoft.com/office/officeart/2009/3/layout/RandomtoResultProcess"/>
    <dgm:cxn modelId="{28FC9B19-EF6B-4FC9-B7DE-119E827296C5}" type="presParOf" srcId="{B4888638-21F9-41B7-B59F-1C985C17C1BF}" destId="{21FB6173-AA81-410F-A424-C07AD59E2DD4}" srcOrd="10" destOrd="0" presId="urn:microsoft.com/office/officeart/2009/3/layout/RandomtoResultProcess"/>
    <dgm:cxn modelId="{B5605242-98DF-487D-BC74-E4C1FF959520}" type="presParOf" srcId="{B4888638-21F9-41B7-B59F-1C985C17C1BF}" destId="{85A81B85-F7F9-469E-9730-E4B217E1F41B}" srcOrd="11" destOrd="0" presId="urn:microsoft.com/office/officeart/2009/3/layout/RandomtoResultProcess"/>
    <dgm:cxn modelId="{C40CDF20-CB99-4963-9654-09F585EFEEF4}" type="presParOf" srcId="{B4888638-21F9-41B7-B59F-1C985C17C1BF}" destId="{294DB1CF-006B-4B73-9D1A-5CC0B9C70B77}" srcOrd="12" destOrd="0" presId="urn:microsoft.com/office/officeart/2009/3/layout/RandomtoResultProcess"/>
    <dgm:cxn modelId="{77DC7D58-5661-4240-ADB6-425850323EF9}" type="presParOf" srcId="{B4888638-21F9-41B7-B59F-1C985C17C1BF}" destId="{48DC6BA4-3BB2-4A67-8C70-AE66E3448F5D}" srcOrd="13" destOrd="0" presId="urn:microsoft.com/office/officeart/2009/3/layout/RandomtoResultProcess"/>
    <dgm:cxn modelId="{C4AE5EAA-4497-401E-8898-72905454D52E}" type="presParOf" srcId="{B4888638-21F9-41B7-B59F-1C985C17C1BF}" destId="{57A9F703-207F-4EAB-93CE-4A6D5258BAA7}" srcOrd="14" destOrd="0" presId="urn:microsoft.com/office/officeart/2009/3/layout/RandomtoResultProcess"/>
    <dgm:cxn modelId="{95D75506-D49A-4A2D-A0C2-827B1B2CA90F}" type="presParOf" srcId="{B4888638-21F9-41B7-B59F-1C985C17C1BF}" destId="{20CC1123-33FD-43CF-96CB-A4DC2313B21F}" srcOrd="15" destOrd="0" presId="urn:microsoft.com/office/officeart/2009/3/layout/RandomtoResultProcess"/>
    <dgm:cxn modelId="{A93426B2-FE9A-4558-AF92-4528AF1C2A10}" type="presParOf" srcId="{B4888638-21F9-41B7-B59F-1C985C17C1BF}" destId="{ABE6CEDA-73F7-42E8-B2B0-8EFCBDCD866C}" srcOrd="16" destOrd="0" presId="urn:microsoft.com/office/officeart/2009/3/layout/RandomtoResultProcess"/>
    <dgm:cxn modelId="{AC3805A3-D8C4-4DDF-8740-4F6BF5EC3750}" type="presParOf" srcId="{B4888638-21F9-41B7-B59F-1C985C17C1BF}" destId="{DF9ECFE0-344B-4627-89AB-F77EB7C388FE}" srcOrd="17" destOrd="0" presId="urn:microsoft.com/office/officeart/2009/3/layout/RandomtoResultProcess"/>
    <dgm:cxn modelId="{68B79AFC-FAE5-4285-8C2C-9CE38DC86162}" type="presParOf" srcId="{B4888638-21F9-41B7-B59F-1C985C17C1BF}" destId="{B7C93ED8-B35D-4068-BD5A-271FD6ACE267}" srcOrd="18" destOrd="0" presId="urn:microsoft.com/office/officeart/2009/3/layout/RandomtoResultProcess"/>
    <dgm:cxn modelId="{56D403A4-78C2-4178-BD92-2C500FFADF0D}" type="presParOf" srcId="{B4888638-21F9-41B7-B59F-1C985C17C1BF}" destId="{BDD4D1C9-FEB1-41DB-91E4-B4B4A7D607CC}" srcOrd="19" destOrd="0" presId="urn:microsoft.com/office/officeart/2009/3/layout/RandomtoResultProcess"/>
    <dgm:cxn modelId="{23D6F5DE-B27C-459C-BF10-C0FA1115AE1A}" type="presParOf" srcId="{BB957DA6-D7AE-452C-B9E8-664A42B7BBD1}" destId="{70FF9202-3FA2-4576-9257-2E9C33802E7B}" srcOrd="1" destOrd="0" presId="urn:microsoft.com/office/officeart/2009/3/layout/RandomtoResultProcess"/>
    <dgm:cxn modelId="{CFC5E833-EC7D-4F42-A19A-329E59D20FF4}" type="presParOf" srcId="{70FF9202-3FA2-4576-9257-2E9C33802E7B}" destId="{5C0C7AA2-F75A-4363-87CF-31A03F61554C}" srcOrd="0" destOrd="0" presId="urn:microsoft.com/office/officeart/2009/3/layout/RandomtoResultProcess"/>
    <dgm:cxn modelId="{34EC6E5C-2E69-4393-9BA7-728F585F9DF7}" type="presParOf" srcId="{70FF9202-3FA2-4576-9257-2E9C33802E7B}" destId="{891F780C-2435-44B4-8F69-155173ABEA61}" srcOrd="1" destOrd="0" presId="urn:microsoft.com/office/officeart/2009/3/layout/RandomtoResultProcess"/>
    <dgm:cxn modelId="{9375DFFB-BD81-48FE-848A-6590C18273A4}" type="presParOf" srcId="{BB957DA6-D7AE-452C-B9E8-664A42B7BBD1}" destId="{7A52C355-2D79-4374-B960-1AA9ECAD5A05}" srcOrd="2" destOrd="0" presId="urn:microsoft.com/office/officeart/2009/3/layout/RandomtoResultProcess"/>
    <dgm:cxn modelId="{5DF71EC0-7320-4D67-980D-FFF7497435BD}" type="presParOf" srcId="{7A52C355-2D79-4374-B960-1AA9ECAD5A05}" destId="{6E09DEDE-47E1-46A9-8FEA-CFEFA0114840}" srcOrd="0" destOrd="0" presId="urn:microsoft.com/office/officeart/2009/3/layout/RandomtoResultProcess"/>
    <dgm:cxn modelId="{942282D3-8B65-4530-A1A0-38477E6EE9A6}" type="presParOf" srcId="{7A52C355-2D79-4374-B960-1AA9ECAD5A05}" destId="{B1241853-E95E-47B2-8835-96B7497F18E6}" srcOrd="1" destOrd="0" presId="urn:microsoft.com/office/officeart/2009/3/layout/RandomtoResultProcess"/>
    <dgm:cxn modelId="{7B6877DC-DAD2-4C93-8DD5-D421630DCBDC}" type="presParOf" srcId="{7A52C355-2D79-4374-B960-1AA9ECAD5A05}" destId="{EE86E294-7A2D-4878-9812-D01BF5786EB7}" srcOrd="2" destOrd="0" presId="urn:microsoft.com/office/officeart/2009/3/layout/RandomtoResultProcess"/>
    <dgm:cxn modelId="{D5310195-35C9-4869-93B1-8FB569A4389E}" type="presParOf" srcId="{BB957DA6-D7AE-452C-B9E8-664A42B7BBD1}" destId="{3B8AC7C2-E8F5-47AD-A4C9-A9B96622BC24}" srcOrd="3" destOrd="0" presId="urn:microsoft.com/office/officeart/2009/3/layout/RandomtoResultProcess"/>
    <dgm:cxn modelId="{D7D414F0-919E-4C19-94A4-93135E87477B}" type="presParOf" srcId="{3B8AC7C2-E8F5-47AD-A4C9-A9B96622BC24}" destId="{F23511A9-30C7-4455-9A00-960B009AB94B}" srcOrd="0" destOrd="0" presId="urn:microsoft.com/office/officeart/2009/3/layout/RandomtoResultProcess"/>
    <dgm:cxn modelId="{0D7CCA5E-64A2-44D8-AAA7-7D1467A5B03D}" type="presParOf" srcId="{3B8AC7C2-E8F5-47AD-A4C9-A9B96622BC24}" destId="{FA0D29B1-0397-4A8D-B20E-E3E3E8ECEDBB}" srcOrd="1" destOrd="0" presId="urn:microsoft.com/office/officeart/2009/3/layout/RandomtoResultProcess"/>
    <dgm:cxn modelId="{4B371303-EE0F-4393-985B-3834A8F66EF9}" type="presParOf" srcId="{BB957DA6-D7AE-452C-B9E8-664A42B7BBD1}" destId="{0FE042D4-17DC-4D15-8C88-CF4CE73DAE79}" srcOrd="4" destOrd="0" presId="urn:microsoft.com/office/officeart/2009/3/layout/RandomtoResultProcess"/>
    <dgm:cxn modelId="{DB1BCFA6-5B24-4717-9112-01DF541227D1}" type="presParOf" srcId="{0FE042D4-17DC-4D15-8C88-CF4CE73DAE79}" destId="{7B5D0295-DECF-44B2-9F3D-7E24410EE119}" srcOrd="0" destOrd="0" presId="urn:microsoft.com/office/officeart/2009/3/layout/RandomtoResultProcess"/>
    <dgm:cxn modelId="{6E1D535F-E32E-4A6E-9406-6F5A5BBD4428}" type="presParOf" srcId="{0FE042D4-17DC-4D15-8C88-CF4CE73DAE79}" destId="{8DAC1E67-F0F2-4630-B8DD-23ACAE0E1D73}" srcOrd="1" destOrd="0" presId="urn:microsoft.com/office/officeart/2009/3/layout/RandomtoResultProcess"/>
    <dgm:cxn modelId="{B6B5802E-382A-4612-92E8-2E2CA0DA8A47}" type="presParOf" srcId="{0FE042D4-17DC-4D15-8C88-CF4CE73DAE79}" destId="{59AC4D3E-7C4E-4049-A299-5BEBDA485FFF}" srcOrd="2" destOrd="0" presId="urn:microsoft.com/office/officeart/2009/3/layout/RandomtoResultProcess"/>
    <dgm:cxn modelId="{92C53974-DD96-4E35-B8CE-A57F1592EB2F}" type="presParOf" srcId="{BB957DA6-D7AE-452C-B9E8-664A42B7BBD1}" destId="{C248813B-F2B0-4C56-AF81-B54C8D469B7E}" srcOrd="5" destOrd="0" presId="urn:microsoft.com/office/officeart/2009/3/layout/RandomtoResultProcess"/>
    <dgm:cxn modelId="{747CAE47-34AE-40C5-A16B-CF20290454F7}" type="presParOf" srcId="{C248813B-F2B0-4C56-AF81-B54C8D469B7E}" destId="{3C0AE4DB-96B2-496A-AA47-5EF653878DD8}" srcOrd="0" destOrd="0" presId="urn:microsoft.com/office/officeart/2009/3/layout/RandomtoResultProcess"/>
    <dgm:cxn modelId="{F5939EDE-8989-4A08-A452-B0B83FF56847}" type="presParOf" srcId="{C248813B-F2B0-4C56-AF81-B54C8D469B7E}" destId="{17D815B7-0930-45A9-8FD8-C3E4E4DA9206}" srcOrd="1" destOrd="0" presId="urn:microsoft.com/office/officeart/2009/3/layout/RandomtoResultProcess"/>
    <dgm:cxn modelId="{FDD7AE4C-3715-4A23-A291-A539576DFF0D}" type="presParOf" srcId="{BB957DA6-D7AE-452C-B9E8-664A42B7BBD1}" destId="{B6D44D93-8263-4B6E-9B8A-A650C77FA4D4}" srcOrd="6" destOrd="0" presId="urn:microsoft.com/office/officeart/2009/3/layout/RandomtoResultProcess"/>
    <dgm:cxn modelId="{E7E1FF60-7437-4100-86AB-CF08E6B271AC}" type="presParOf" srcId="{B6D44D93-8263-4B6E-9B8A-A650C77FA4D4}" destId="{04A8BF7E-6D36-4A8D-8F7C-896687294A81}" srcOrd="0" destOrd="0" presId="urn:microsoft.com/office/officeart/2009/3/layout/RandomtoResultProcess"/>
    <dgm:cxn modelId="{92965D40-2D27-4FDC-8C25-F0218449911E}" type="presParOf" srcId="{B6D44D93-8263-4B6E-9B8A-A650C77FA4D4}" destId="{5605762A-1F22-47BD-A0A1-CC372A85BC8B}" srcOrd="1" destOrd="0" presId="urn:microsoft.com/office/officeart/2009/3/layout/RandomtoResultProcess"/>
    <dgm:cxn modelId="{668CA125-CE38-472D-AAF4-9D1F52509DF1}" type="presParOf" srcId="{B6D44D93-8263-4B6E-9B8A-A650C77FA4D4}" destId="{BB661986-D212-4AFF-80D7-41D6B39F6BB2}" srcOrd="2" destOrd="0" presId="urn:microsoft.com/office/officeart/2009/3/layout/RandomtoResult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5880016-B855-48F2-8D09-994D03319E0C}" type="doc">
      <dgm:prSet loTypeId="urn:microsoft.com/office/officeart/2005/8/layout/vProcess5" loCatId="process" qsTypeId="urn:microsoft.com/office/officeart/2005/8/quickstyle/simple5" qsCatId="simple" csTypeId="urn:microsoft.com/office/officeart/2005/8/colors/colorful1" csCatId="colorful" phldr="1"/>
      <dgm:spPr/>
      <dgm:t>
        <a:bodyPr/>
        <a:lstStyle/>
        <a:p>
          <a:endParaRPr lang="en-US"/>
        </a:p>
      </dgm:t>
    </dgm:pt>
    <dgm:pt modelId="{68725A99-2062-48B4-8938-57D41F3AF21A}">
      <dgm:prSet/>
      <dgm:spPr/>
      <dgm:t>
        <a:bodyPr/>
        <a:lstStyle/>
        <a:p>
          <a:pPr>
            <a:buNone/>
            <a:defRPr b="1"/>
          </a:pPr>
          <a:r>
            <a:rPr lang="en-US"/>
            <a:t>Name all controls and windows in the GUI</a:t>
          </a:r>
        </a:p>
      </dgm:t>
    </dgm:pt>
    <dgm:pt modelId="{C6FA1A0A-68AF-48A0-BC77-D3B2C8CDAE06}" type="parTrans" cxnId="{2FA56AAB-27A7-4755-8FC3-90A0CA9AE5F7}">
      <dgm:prSet/>
      <dgm:spPr/>
      <dgm:t>
        <a:bodyPr/>
        <a:lstStyle/>
        <a:p>
          <a:endParaRPr lang="en-US"/>
        </a:p>
      </dgm:t>
    </dgm:pt>
    <dgm:pt modelId="{14F0CC1D-8976-4336-BD8A-B2FC86BE8A6A}" type="sibTrans" cxnId="{2FA56AAB-27A7-4755-8FC3-90A0CA9AE5F7}">
      <dgm:prSet/>
      <dgm:spPr/>
      <dgm:t>
        <a:bodyPr/>
        <a:lstStyle/>
        <a:p>
          <a:endParaRPr lang="en-US"/>
        </a:p>
      </dgm:t>
    </dgm:pt>
    <dgm:pt modelId="{D93F6AF3-A2C9-4528-A928-D3F89A929542}">
      <dgm:prSet/>
      <dgm:spPr/>
      <dgm:t>
        <a:bodyPr/>
        <a:lstStyle/>
        <a:p>
          <a:pPr>
            <a:buNone/>
          </a:pPr>
          <a:r>
            <a:rPr lang="en-US" dirty="0"/>
            <a:t>This will be used by PowerShell to create variables (Explained later)</a:t>
          </a:r>
        </a:p>
      </dgm:t>
    </dgm:pt>
    <dgm:pt modelId="{DB28A70B-571E-47B6-B5AD-775D50E4B491}" type="parTrans" cxnId="{2CC2B9EB-5001-4949-A62C-F44896D1CF17}">
      <dgm:prSet/>
      <dgm:spPr/>
      <dgm:t>
        <a:bodyPr/>
        <a:lstStyle/>
        <a:p>
          <a:endParaRPr lang="en-US"/>
        </a:p>
      </dgm:t>
    </dgm:pt>
    <dgm:pt modelId="{F256306B-8CA7-4AD2-97FC-56DFA869C075}" type="sibTrans" cxnId="{2CC2B9EB-5001-4949-A62C-F44896D1CF17}">
      <dgm:prSet/>
      <dgm:spPr/>
      <dgm:t>
        <a:bodyPr/>
        <a:lstStyle/>
        <a:p>
          <a:endParaRPr lang="en-US"/>
        </a:p>
      </dgm:t>
    </dgm:pt>
    <dgm:pt modelId="{54C7D4EA-6BBE-456B-97C6-E1CA6B46B23B}">
      <dgm:prSet/>
      <dgm:spPr/>
      <dgm:t>
        <a:bodyPr/>
        <a:lstStyle/>
        <a:p>
          <a:pPr>
            <a:buNone/>
            <a:defRPr b="1"/>
          </a:pPr>
          <a:r>
            <a:rPr lang="en-US"/>
            <a:t>Do not create any code behind the form (*.xaml.cs file)</a:t>
          </a:r>
        </a:p>
      </dgm:t>
    </dgm:pt>
    <dgm:pt modelId="{C6931957-E78C-49E8-AE39-267583513D9B}" type="parTrans" cxnId="{2F73BE33-A348-4D0F-8263-D2913BA1E8EF}">
      <dgm:prSet/>
      <dgm:spPr/>
      <dgm:t>
        <a:bodyPr/>
        <a:lstStyle/>
        <a:p>
          <a:endParaRPr lang="en-US"/>
        </a:p>
      </dgm:t>
    </dgm:pt>
    <dgm:pt modelId="{67E3B08A-95C8-4EBB-B4BE-87A69027C59C}" type="sibTrans" cxnId="{2F73BE33-A348-4D0F-8263-D2913BA1E8EF}">
      <dgm:prSet/>
      <dgm:spPr/>
      <dgm:t>
        <a:bodyPr/>
        <a:lstStyle/>
        <a:p>
          <a:endParaRPr lang="en-US"/>
        </a:p>
      </dgm:t>
    </dgm:pt>
    <dgm:pt modelId="{E8A14CAC-747A-4773-8543-F1FAEED3FF34}">
      <dgm:prSet/>
      <dgm:spPr/>
      <dgm:t>
        <a:bodyPr/>
        <a:lstStyle/>
        <a:p>
          <a:pPr>
            <a:buNone/>
          </a:pPr>
          <a:r>
            <a:rPr lang="en-US" dirty="0"/>
            <a:t>This is the code that needs to be created in PowerShell</a:t>
          </a:r>
        </a:p>
      </dgm:t>
    </dgm:pt>
    <dgm:pt modelId="{8D50D233-A0FF-4D3E-AD00-13CC18D41E44}" type="parTrans" cxnId="{0361021A-A1AE-4197-88AA-B090700C9FED}">
      <dgm:prSet/>
      <dgm:spPr/>
      <dgm:t>
        <a:bodyPr/>
        <a:lstStyle/>
        <a:p>
          <a:endParaRPr lang="en-US"/>
        </a:p>
      </dgm:t>
    </dgm:pt>
    <dgm:pt modelId="{26AEE917-0B92-4AB1-B09F-78AFD108DD97}" type="sibTrans" cxnId="{0361021A-A1AE-4197-88AA-B090700C9FED}">
      <dgm:prSet/>
      <dgm:spPr/>
      <dgm:t>
        <a:bodyPr/>
        <a:lstStyle/>
        <a:p>
          <a:endParaRPr lang="en-US"/>
        </a:p>
      </dgm:t>
    </dgm:pt>
    <dgm:pt modelId="{A37B2019-ACF4-43CE-85CD-D3CA6BF5ED90}">
      <dgm:prSet/>
      <dgm:spPr/>
      <dgm:t>
        <a:bodyPr/>
        <a:lstStyle/>
        <a:p>
          <a:pPr>
            <a:buNone/>
            <a:defRPr b="1"/>
          </a:pPr>
          <a:r>
            <a:rPr lang="en-US"/>
            <a:t>3</a:t>
          </a:r>
          <a:r>
            <a:rPr lang="en-US" baseline="30000"/>
            <a:t>rd</a:t>
          </a:r>
          <a:r>
            <a:rPr lang="en-US"/>
            <a:t> party controls need to be added via PowerShell</a:t>
          </a:r>
        </a:p>
      </dgm:t>
    </dgm:pt>
    <dgm:pt modelId="{7D0191E2-74D5-4DD0-AA06-0211CE2C9F07}" type="parTrans" cxnId="{9EE3536D-C479-444F-B969-6619D793CA90}">
      <dgm:prSet/>
      <dgm:spPr/>
      <dgm:t>
        <a:bodyPr/>
        <a:lstStyle/>
        <a:p>
          <a:endParaRPr lang="en-US"/>
        </a:p>
      </dgm:t>
    </dgm:pt>
    <dgm:pt modelId="{5E6FB971-D109-45C1-A0A5-DCE74C85FD11}" type="sibTrans" cxnId="{9EE3536D-C479-444F-B969-6619D793CA90}">
      <dgm:prSet/>
      <dgm:spPr/>
      <dgm:t>
        <a:bodyPr/>
        <a:lstStyle/>
        <a:p>
          <a:endParaRPr lang="en-US"/>
        </a:p>
      </dgm:t>
    </dgm:pt>
    <dgm:pt modelId="{B7149F6A-68AB-465E-8EAF-C70D85668F37}">
      <dgm:prSet/>
      <dgm:spPr/>
      <dgm:t>
        <a:bodyPr/>
        <a:lstStyle/>
        <a:p>
          <a:pPr>
            <a:buNone/>
          </a:pPr>
          <a:r>
            <a:rPr lang="en-US" dirty="0"/>
            <a:t>This complicates the GUI and requires dependencies</a:t>
          </a:r>
        </a:p>
      </dgm:t>
    </dgm:pt>
    <dgm:pt modelId="{EC513CA6-03F4-4414-A390-5FC88A902F6C}" type="parTrans" cxnId="{70AC3B2B-F51A-416B-8E16-4F530A3D67B2}">
      <dgm:prSet/>
      <dgm:spPr/>
      <dgm:t>
        <a:bodyPr/>
        <a:lstStyle/>
        <a:p>
          <a:endParaRPr lang="en-US"/>
        </a:p>
      </dgm:t>
    </dgm:pt>
    <dgm:pt modelId="{CFFEC6EB-A911-4921-968B-F14A1F07F2C4}" type="sibTrans" cxnId="{70AC3B2B-F51A-416B-8E16-4F530A3D67B2}">
      <dgm:prSet/>
      <dgm:spPr/>
      <dgm:t>
        <a:bodyPr/>
        <a:lstStyle/>
        <a:p>
          <a:endParaRPr lang="en-US"/>
        </a:p>
      </dgm:t>
    </dgm:pt>
    <dgm:pt modelId="{467E7F53-B691-48A3-8345-07289EB452B8}">
      <dgm:prSet/>
      <dgm:spPr/>
      <dgm:t>
        <a:bodyPr/>
        <a:lstStyle/>
        <a:p>
          <a:pPr>
            <a:defRPr b="1"/>
          </a:pPr>
          <a:r>
            <a:rPr lang="en-US"/>
            <a:t>During migration from VS to PowerShell, only use the *.xaml  formatting code</a:t>
          </a:r>
        </a:p>
      </dgm:t>
    </dgm:pt>
    <dgm:pt modelId="{9CB1AC28-3357-4288-8981-CEDF7A5AD614}" type="parTrans" cxnId="{0A4B9CEC-2D5A-4ED2-9139-1413ACBC6E23}">
      <dgm:prSet/>
      <dgm:spPr/>
      <dgm:t>
        <a:bodyPr/>
        <a:lstStyle/>
        <a:p>
          <a:endParaRPr lang="en-US"/>
        </a:p>
      </dgm:t>
    </dgm:pt>
    <dgm:pt modelId="{A11AA572-8AA1-4184-B3A7-2D29456AB6FF}" type="sibTrans" cxnId="{0A4B9CEC-2D5A-4ED2-9139-1413ACBC6E23}">
      <dgm:prSet/>
      <dgm:spPr/>
      <dgm:t>
        <a:bodyPr/>
        <a:lstStyle/>
        <a:p>
          <a:endParaRPr lang="en-US"/>
        </a:p>
      </dgm:t>
    </dgm:pt>
    <dgm:pt modelId="{44B78BC6-DA13-46EA-940C-0D72472C6711}" type="pres">
      <dgm:prSet presAssocID="{25880016-B855-48F2-8D09-994D03319E0C}" presName="outerComposite" presStyleCnt="0">
        <dgm:presLayoutVars>
          <dgm:chMax val="5"/>
          <dgm:dir/>
          <dgm:resizeHandles val="exact"/>
        </dgm:presLayoutVars>
      </dgm:prSet>
      <dgm:spPr/>
    </dgm:pt>
    <dgm:pt modelId="{B2138193-AF37-430B-AC34-9789F1BB627D}" type="pres">
      <dgm:prSet presAssocID="{25880016-B855-48F2-8D09-994D03319E0C}" presName="dummyMaxCanvas" presStyleCnt="0">
        <dgm:presLayoutVars/>
      </dgm:prSet>
      <dgm:spPr/>
    </dgm:pt>
    <dgm:pt modelId="{76BB6B23-AC59-48E3-9AF0-6FF1E6B445C4}" type="pres">
      <dgm:prSet presAssocID="{25880016-B855-48F2-8D09-994D03319E0C}" presName="FourNodes_1" presStyleLbl="node1" presStyleIdx="0" presStyleCnt="4">
        <dgm:presLayoutVars>
          <dgm:bulletEnabled val="1"/>
        </dgm:presLayoutVars>
      </dgm:prSet>
      <dgm:spPr/>
    </dgm:pt>
    <dgm:pt modelId="{808B6CBC-D192-44A6-A959-F7B0D44457CD}" type="pres">
      <dgm:prSet presAssocID="{25880016-B855-48F2-8D09-994D03319E0C}" presName="FourNodes_2" presStyleLbl="node1" presStyleIdx="1" presStyleCnt="4">
        <dgm:presLayoutVars>
          <dgm:bulletEnabled val="1"/>
        </dgm:presLayoutVars>
      </dgm:prSet>
      <dgm:spPr/>
    </dgm:pt>
    <dgm:pt modelId="{E2402A48-EC35-40FA-9181-8432F598940D}" type="pres">
      <dgm:prSet presAssocID="{25880016-B855-48F2-8D09-994D03319E0C}" presName="FourNodes_3" presStyleLbl="node1" presStyleIdx="2" presStyleCnt="4">
        <dgm:presLayoutVars>
          <dgm:bulletEnabled val="1"/>
        </dgm:presLayoutVars>
      </dgm:prSet>
      <dgm:spPr/>
    </dgm:pt>
    <dgm:pt modelId="{69817142-23B5-4621-9F8E-06E04380EF09}" type="pres">
      <dgm:prSet presAssocID="{25880016-B855-48F2-8D09-994D03319E0C}" presName="FourNodes_4" presStyleLbl="node1" presStyleIdx="3" presStyleCnt="4">
        <dgm:presLayoutVars>
          <dgm:bulletEnabled val="1"/>
        </dgm:presLayoutVars>
      </dgm:prSet>
      <dgm:spPr/>
    </dgm:pt>
    <dgm:pt modelId="{51112339-9194-4DED-A5CC-CFA7E84655E9}" type="pres">
      <dgm:prSet presAssocID="{25880016-B855-48F2-8D09-994D03319E0C}" presName="FourConn_1-2" presStyleLbl="fgAccFollowNode1" presStyleIdx="0" presStyleCnt="3">
        <dgm:presLayoutVars>
          <dgm:bulletEnabled val="1"/>
        </dgm:presLayoutVars>
      </dgm:prSet>
      <dgm:spPr/>
    </dgm:pt>
    <dgm:pt modelId="{ACB5DD38-D35F-4BAE-98ED-F06957697878}" type="pres">
      <dgm:prSet presAssocID="{25880016-B855-48F2-8D09-994D03319E0C}" presName="FourConn_2-3" presStyleLbl="fgAccFollowNode1" presStyleIdx="1" presStyleCnt="3">
        <dgm:presLayoutVars>
          <dgm:bulletEnabled val="1"/>
        </dgm:presLayoutVars>
      </dgm:prSet>
      <dgm:spPr/>
    </dgm:pt>
    <dgm:pt modelId="{F5D18D75-16D7-4386-89B9-87375478ADF1}" type="pres">
      <dgm:prSet presAssocID="{25880016-B855-48F2-8D09-994D03319E0C}" presName="FourConn_3-4" presStyleLbl="fgAccFollowNode1" presStyleIdx="2" presStyleCnt="3">
        <dgm:presLayoutVars>
          <dgm:bulletEnabled val="1"/>
        </dgm:presLayoutVars>
      </dgm:prSet>
      <dgm:spPr/>
    </dgm:pt>
    <dgm:pt modelId="{CB26A737-39DE-4CE5-AD05-26614EF45847}" type="pres">
      <dgm:prSet presAssocID="{25880016-B855-48F2-8D09-994D03319E0C}" presName="FourNodes_1_text" presStyleLbl="node1" presStyleIdx="3" presStyleCnt="4">
        <dgm:presLayoutVars>
          <dgm:bulletEnabled val="1"/>
        </dgm:presLayoutVars>
      </dgm:prSet>
      <dgm:spPr/>
    </dgm:pt>
    <dgm:pt modelId="{FF7A1CCB-3BF7-43BC-83F4-733B35A54783}" type="pres">
      <dgm:prSet presAssocID="{25880016-B855-48F2-8D09-994D03319E0C}" presName="FourNodes_2_text" presStyleLbl="node1" presStyleIdx="3" presStyleCnt="4">
        <dgm:presLayoutVars>
          <dgm:bulletEnabled val="1"/>
        </dgm:presLayoutVars>
      </dgm:prSet>
      <dgm:spPr/>
    </dgm:pt>
    <dgm:pt modelId="{7849CE55-6A72-4E9E-A229-06700C623A07}" type="pres">
      <dgm:prSet presAssocID="{25880016-B855-48F2-8D09-994D03319E0C}" presName="FourNodes_3_text" presStyleLbl="node1" presStyleIdx="3" presStyleCnt="4">
        <dgm:presLayoutVars>
          <dgm:bulletEnabled val="1"/>
        </dgm:presLayoutVars>
      </dgm:prSet>
      <dgm:spPr/>
    </dgm:pt>
    <dgm:pt modelId="{2620CD83-D494-480F-9951-D9A03DC2526A}" type="pres">
      <dgm:prSet presAssocID="{25880016-B855-48F2-8D09-994D03319E0C}" presName="FourNodes_4_text" presStyleLbl="node1" presStyleIdx="3" presStyleCnt="4">
        <dgm:presLayoutVars>
          <dgm:bulletEnabled val="1"/>
        </dgm:presLayoutVars>
      </dgm:prSet>
      <dgm:spPr/>
    </dgm:pt>
  </dgm:ptLst>
  <dgm:cxnLst>
    <dgm:cxn modelId="{EE190911-9A8A-41CE-A51D-C0F16DF86D02}" type="presOf" srcId="{A37B2019-ACF4-43CE-85CD-D3CA6BF5ED90}" destId="{7849CE55-6A72-4E9E-A229-06700C623A07}" srcOrd="1" destOrd="0" presId="urn:microsoft.com/office/officeart/2005/8/layout/vProcess5"/>
    <dgm:cxn modelId="{0FE67D12-7C63-4469-972B-DD5A5201D120}" type="presOf" srcId="{E8A14CAC-747A-4773-8543-F1FAEED3FF34}" destId="{808B6CBC-D192-44A6-A959-F7B0D44457CD}" srcOrd="0" destOrd="1" presId="urn:microsoft.com/office/officeart/2005/8/layout/vProcess5"/>
    <dgm:cxn modelId="{76DDB914-697D-46D1-99C0-8B7AFD2460C7}" type="presOf" srcId="{467E7F53-B691-48A3-8345-07289EB452B8}" destId="{2620CD83-D494-480F-9951-D9A03DC2526A}" srcOrd="1" destOrd="0" presId="urn:microsoft.com/office/officeart/2005/8/layout/vProcess5"/>
    <dgm:cxn modelId="{C30C2415-37D5-4F01-8499-E83739B406B9}" type="presOf" srcId="{67E3B08A-95C8-4EBB-B4BE-87A69027C59C}" destId="{ACB5DD38-D35F-4BAE-98ED-F06957697878}" srcOrd="0" destOrd="0" presId="urn:microsoft.com/office/officeart/2005/8/layout/vProcess5"/>
    <dgm:cxn modelId="{0361021A-A1AE-4197-88AA-B090700C9FED}" srcId="{54C7D4EA-6BBE-456B-97C6-E1CA6B46B23B}" destId="{E8A14CAC-747A-4773-8543-F1FAEED3FF34}" srcOrd="0" destOrd="0" parTransId="{8D50D233-A0FF-4D3E-AD00-13CC18D41E44}" sibTransId="{26AEE917-0B92-4AB1-B09F-78AFD108DD97}"/>
    <dgm:cxn modelId="{3BD01923-E3BA-43B5-BB09-EEE455D43031}" type="presOf" srcId="{68725A99-2062-48B4-8938-57D41F3AF21A}" destId="{CB26A737-39DE-4CE5-AD05-26614EF45847}" srcOrd="1" destOrd="0" presId="urn:microsoft.com/office/officeart/2005/8/layout/vProcess5"/>
    <dgm:cxn modelId="{70AC3B2B-F51A-416B-8E16-4F530A3D67B2}" srcId="{A37B2019-ACF4-43CE-85CD-D3CA6BF5ED90}" destId="{B7149F6A-68AB-465E-8EAF-C70D85668F37}" srcOrd="0" destOrd="0" parTransId="{EC513CA6-03F4-4414-A390-5FC88A902F6C}" sibTransId="{CFFEC6EB-A911-4921-968B-F14A1F07F2C4}"/>
    <dgm:cxn modelId="{2F73BE33-A348-4D0F-8263-D2913BA1E8EF}" srcId="{25880016-B855-48F2-8D09-994D03319E0C}" destId="{54C7D4EA-6BBE-456B-97C6-E1CA6B46B23B}" srcOrd="1" destOrd="0" parTransId="{C6931957-E78C-49E8-AE39-267583513D9B}" sibTransId="{67E3B08A-95C8-4EBB-B4BE-87A69027C59C}"/>
    <dgm:cxn modelId="{375D413B-736B-4943-AB35-1ED9044597FB}" type="presOf" srcId="{A37B2019-ACF4-43CE-85CD-D3CA6BF5ED90}" destId="{E2402A48-EC35-40FA-9181-8432F598940D}" srcOrd="0" destOrd="0" presId="urn:microsoft.com/office/officeart/2005/8/layout/vProcess5"/>
    <dgm:cxn modelId="{9EE3536D-C479-444F-B969-6619D793CA90}" srcId="{25880016-B855-48F2-8D09-994D03319E0C}" destId="{A37B2019-ACF4-43CE-85CD-D3CA6BF5ED90}" srcOrd="2" destOrd="0" parTransId="{7D0191E2-74D5-4DD0-AA06-0211CE2C9F07}" sibTransId="{5E6FB971-D109-45C1-A0A5-DCE74C85FD11}"/>
    <dgm:cxn modelId="{239E7172-19BE-4817-BE97-071CFDF5E5CB}" type="presOf" srcId="{14F0CC1D-8976-4336-BD8A-B2FC86BE8A6A}" destId="{51112339-9194-4DED-A5CC-CFA7E84655E9}" srcOrd="0" destOrd="0" presId="urn:microsoft.com/office/officeart/2005/8/layout/vProcess5"/>
    <dgm:cxn modelId="{FCA5F577-DF45-47B3-965A-085D82C732E7}" type="presOf" srcId="{5E6FB971-D109-45C1-A0A5-DCE74C85FD11}" destId="{F5D18D75-16D7-4386-89B9-87375478ADF1}" srcOrd="0" destOrd="0" presId="urn:microsoft.com/office/officeart/2005/8/layout/vProcess5"/>
    <dgm:cxn modelId="{1D20667A-E137-4D92-80F5-C52DE08D4B2A}" type="presOf" srcId="{D93F6AF3-A2C9-4528-A928-D3F89A929542}" destId="{CB26A737-39DE-4CE5-AD05-26614EF45847}" srcOrd="1" destOrd="1" presId="urn:microsoft.com/office/officeart/2005/8/layout/vProcess5"/>
    <dgm:cxn modelId="{2BF52283-E1D7-4132-88EA-C81DF58771D4}" type="presOf" srcId="{25880016-B855-48F2-8D09-994D03319E0C}" destId="{44B78BC6-DA13-46EA-940C-0D72472C6711}" srcOrd="0" destOrd="0" presId="urn:microsoft.com/office/officeart/2005/8/layout/vProcess5"/>
    <dgm:cxn modelId="{42D5FE85-5287-4ED2-B2F8-F83E43A00F17}" type="presOf" srcId="{467E7F53-B691-48A3-8345-07289EB452B8}" destId="{69817142-23B5-4621-9F8E-06E04380EF09}" srcOrd="0" destOrd="0" presId="urn:microsoft.com/office/officeart/2005/8/layout/vProcess5"/>
    <dgm:cxn modelId="{1C388B97-BDED-452D-9C65-5528029724AC}" type="presOf" srcId="{B7149F6A-68AB-465E-8EAF-C70D85668F37}" destId="{7849CE55-6A72-4E9E-A229-06700C623A07}" srcOrd="1" destOrd="1" presId="urn:microsoft.com/office/officeart/2005/8/layout/vProcess5"/>
    <dgm:cxn modelId="{453CD399-773D-49B1-9CB8-7476C5906B58}" type="presOf" srcId="{54C7D4EA-6BBE-456B-97C6-E1CA6B46B23B}" destId="{808B6CBC-D192-44A6-A959-F7B0D44457CD}" srcOrd="0" destOrd="0" presId="urn:microsoft.com/office/officeart/2005/8/layout/vProcess5"/>
    <dgm:cxn modelId="{E46F5EA5-97CF-4B4E-BC8F-DB3A342704BA}" type="presOf" srcId="{B7149F6A-68AB-465E-8EAF-C70D85668F37}" destId="{E2402A48-EC35-40FA-9181-8432F598940D}" srcOrd="0" destOrd="1" presId="urn:microsoft.com/office/officeart/2005/8/layout/vProcess5"/>
    <dgm:cxn modelId="{4F9DC3A7-5A9F-4C8F-8FB1-51AAF4DFD10D}" type="presOf" srcId="{68725A99-2062-48B4-8938-57D41F3AF21A}" destId="{76BB6B23-AC59-48E3-9AF0-6FF1E6B445C4}" srcOrd="0" destOrd="0" presId="urn:microsoft.com/office/officeart/2005/8/layout/vProcess5"/>
    <dgm:cxn modelId="{2FA56AAB-27A7-4755-8FC3-90A0CA9AE5F7}" srcId="{25880016-B855-48F2-8D09-994D03319E0C}" destId="{68725A99-2062-48B4-8938-57D41F3AF21A}" srcOrd="0" destOrd="0" parTransId="{C6FA1A0A-68AF-48A0-BC77-D3B2C8CDAE06}" sibTransId="{14F0CC1D-8976-4336-BD8A-B2FC86BE8A6A}"/>
    <dgm:cxn modelId="{BFF5BCC1-88E9-42FA-9D5D-E7ECE3D66531}" type="presOf" srcId="{54C7D4EA-6BBE-456B-97C6-E1CA6B46B23B}" destId="{FF7A1CCB-3BF7-43BC-83F4-733B35A54783}" srcOrd="1" destOrd="0" presId="urn:microsoft.com/office/officeart/2005/8/layout/vProcess5"/>
    <dgm:cxn modelId="{DBFAE1D6-E71F-4D30-888C-CB1FB29A8B6F}" type="presOf" srcId="{D93F6AF3-A2C9-4528-A928-D3F89A929542}" destId="{76BB6B23-AC59-48E3-9AF0-6FF1E6B445C4}" srcOrd="0" destOrd="1" presId="urn:microsoft.com/office/officeart/2005/8/layout/vProcess5"/>
    <dgm:cxn modelId="{2CC2B9EB-5001-4949-A62C-F44896D1CF17}" srcId="{68725A99-2062-48B4-8938-57D41F3AF21A}" destId="{D93F6AF3-A2C9-4528-A928-D3F89A929542}" srcOrd="0" destOrd="0" parTransId="{DB28A70B-571E-47B6-B5AD-775D50E4B491}" sibTransId="{F256306B-8CA7-4AD2-97FC-56DFA869C075}"/>
    <dgm:cxn modelId="{0A4B9CEC-2D5A-4ED2-9139-1413ACBC6E23}" srcId="{25880016-B855-48F2-8D09-994D03319E0C}" destId="{467E7F53-B691-48A3-8345-07289EB452B8}" srcOrd="3" destOrd="0" parTransId="{9CB1AC28-3357-4288-8981-CEDF7A5AD614}" sibTransId="{A11AA572-8AA1-4184-B3A7-2D29456AB6FF}"/>
    <dgm:cxn modelId="{42A56AF1-2C63-4A67-AA29-3E92B21C8BD2}" type="presOf" srcId="{E8A14CAC-747A-4773-8543-F1FAEED3FF34}" destId="{FF7A1CCB-3BF7-43BC-83F4-733B35A54783}" srcOrd="1" destOrd="1" presId="urn:microsoft.com/office/officeart/2005/8/layout/vProcess5"/>
    <dgm:cxn modelId="{5C0B0398-B103-4ED6-8FA4-33B6251EF9F6}" type="presParOf" srcId="{44B78BC6-DA13-46EA-940C-0D72472C6711}" destId="{B2138193-AF37-430B-AC34-9789F1BB627D}" srcOrd="0" destOrd="0" presId="urn:microsoft.com/office/officeart/2005/8/layout/vProcess5"/>
    <dgm:cxn modelId="{52911908-922B-4280-B55B-0BEEDB65AB87}" type="presParOf" srcId="{44B78BC6-DA13-46EA-940C-0D72472C6711}" destId="{76BB6B23-AC59-48E3-9AF0-6FF1E6B445C4}" srcOrd="1" destOrd="0" presId="urn:microsoft.com/office/officeart/2005/8/layout/vProcess5"/>
    <dgm:cxn modelId="{03A62FE9-B239-4442-A29B-478A30CC4626}" type="presParOf" srcId="{44B78BC6-DA13-46EA-940C-0D72472C6711}" destId="{808B6CBC-D192-44A6-A959-F7B0D44457CD}" srcOrd="2" destOrd="0" presId="urn:microsoft.com/office/officeart/2005/8/layout/vProcess5"/>
    <dgm:cxn modelId="{6EBBA18F-D82F-4213-ACEE-7A9113C1DFCC}" type="presParOf" srcId="{44B78BC6-DA13-46EA-940C-0D72472C6711}" destId="{E2402A48-EC35-40FA-9181-8432F598940D}" srcOrd="3" destOrd="0" presId="urn:microsoft.com/office/officeart/2005/8/layout/vProcess5"/>
    <dgm:cxn modelId="{1FEE7402-8825-4483-9E2B-746606B6D4BD}" type="presParOf" srcId="{44B78BC6-DA13-46EA-940C-0D72472C6711}" destId="{69817142-23B5-4621-9F8E-06E04380EF09}" srcOrd="4" destOrd="0" presId="urn:microsoft.com/office/officeart/2005/8/layout/vProcess5"/>
    <dgm:cxn modelId="{B072A3AA-B3B9-47C3-A720-4E95C5AACE50}" type="presParOf" srcId="{44B78BC6-DA13-46EA-940C-0D72472C6711}" destId="{51112339-9194-4DED-A5CC-CFA7E84655E9}" srcOrd="5" destOrd="0" presId="urn:microsoft.com/office/officeart/2005/8/layout/vProcess5"/>
    <dgm:cxn modelId="{266A8B58-2FFC-4C47-8467-5CEF1C485C07}" type="presParOf" srcId="{44B78BC6-DA13-46EA-940C-0D72472C6711}" destId="{ACB5DD38-D35F-4BAE-98ED-F06957697878}" srcOrd="6" destOrd="0" presId="urn:microsoft.com/office/officeart/2005/8/layout/vProcess5"/>
    <dgm:cxn modelId="{B129E59C-D661-4E93-BDE5-B2265081F9D7}" type="presParOf" srcId="{44B78BC6-DA13-46EA-940C-0D72472C6711}" destId="{F5D18D75-16D7-4386-89B9-87375478ADF1}" srcOrd="7" destOrd="0" presId="urn:microsoft.com/office/officeart/2005/8/layout/vProcess5"/>
    <dgm:cxn modelId="{1567F43D-D070-4584-A0AA-59A1E504F3C0}" type="presParOf" srcId="{44B78BC6-DA13-46EA-940C-0D72472C6711}" destId="{CB26A737-39DE-4CE5-AD05-26614EF45847}" srcOrd="8" destOrd="0" presId="urn:microsoft.com/office/officeart/2005/8/layout/vProcess5"/>
    <dgm:cxn modelId="{FDD74B8B-E6F2-4B09-A18A-A0303F168115}" type="presParOf" srcId="{44B78BC6-DA13-46EA-940C-0D72472C6711}" destId="{FF7A1CCB-3BF7-43BC-83F4-733B35A54783}" srcOrd="9" destOrd="0" presId="urn:microsoft.com/office/officeart/2005/8/layout/vProcess5"/>
    <dgm:cxn modelId="{D399DA7C-64C3-4FCE-83DA-0D828FB1AF25}" type="presParOf" srcId="{44B78BC6-DA13-46EA-940C-0D72472C6711}" destId="{7849CE55-6A72-4E9E-A229-06700C623A07}" srcOrd="10" destOrd="0" presId="urn:microsoft.com/office/officeart/2005/8/layout/vProcess5"/>
    <dgm:cxn modelId="{B9B91DD1-32A9-4206-A7B7-D2D399B5F918}" type="presParOf" srcId="{44B78BC6-DA13-46EA-940C-0D72472C6711}" destId="{2620CD83-D494-480F-9951-D9A03DC2526A}" srcOrd="11"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098FD91-DBCF-4EC9-A047-5D38CED4729E}" type="doc">
      <dgm:prSet loTypeId="urn:microsoft.com/office/officeart/2005/8/layout/vList5" loCatId="list" qsTypeId="urn:microsoft.com/office/officeart/2005/8/quickstyle/simple2" qsCatId="simple" csTypeId="urn:microsoft.com/office/officeart/2005/8/colors/colorful1" csCatId="colorful" phldr="1"/>
      <dgm:spPr/>
      <dgm:t>
        <a:bodyPr/>
        <a:lstStyle/>
        <a:p>
          <a:endParaRPr lang="en-US"/>
        </a:p>
      </dgm:t>
    </dgm:pt>
    <dgm:pt modelId="{AC3E9C15-77B3-4A87-BE3A-85906A252E85}">
      <dgm:prSet/>
      <dgm:spPr/>
      <dgm:t>
        <a:bodyPr/>
        <a:lstStyle/>
        <a:p>
          <a:pPr>
            <a:defRPr b="1"/>
          </a:pPr>
          <a:r>
            <a:rPr lang="en-US"/>
            <a:t>A functionality to update a control when the source it points to changes</a:t>
          </a:r>
        </a:p>
      </dgm:t>
    </dgm:pt>
    <dgm:pt modelId="{9AA29BE9-D639-4EB6-816B-7A2D945FB6C4}" type="parTrans" cxnId="{7DB6D0E8-8BB4-47E4-A765-35CAFF0F8AE4}">
      <dgm:prSet/>
      <dgm:spPr/>
      <dgm:t>
        <a:bodyPr/>
        <a:lstStyle/>
        <a:p>
          <a:endParaRPr lang="en-US"/>
        </a:p>
      </dgm:t>
    </dgm:pt>
    <dgm:pt modelId="{3CB797D5-AC8B-491B-86F5-820614015E2B}" type="sibTrans" cxnId="{7DB6D0E8-8BB4-47E4-A765-35CAFF0F8AE4}">
      <dgm:prSet/>
      <dgm:spPr/>
      <dgm:t>
        <a:bodyPr/>
        <a:lstStyle/>
        <a:p>
          <a:endParaRPr lang="en-US"/>
        </a:p>
      </dgm:t>
    </dgm:pt>
    <dgm:pt modelId="{CD323CFF-4F68-4E53-B766-106F81C113AF}">
      <dgm:prSet/>
      <dgm:spPr/>
      <dgm:t>
        <a:bodyPr/>
        <a:lstStyle/>
        <a:p>
          <a:r>
            <a:rPr lang="en-US"/>
            <a:t>Updating source can cause a chain of other controls to get updated automatically</a:t>
          </a:r>
        </a:p>
      </dgm:t>
    </dgm:pt>
    <dgm:pt modelId="{861F9E08-460A-4274-99DA-8EE23193C29C}" type="parTrans" cxnId="{74915EA2-E8F8-4F7E-8393-C6FEB5E8ACFF}">
      <dgm:prSet/>
      <dgm:spPr/>
      <dgm:t>
        <a:bodyPr/>
        <a:lstStyle/>
        <a:p>
          <a:endParaRPr lang="en-US"/>
        </a:p>
      </dgm:t>
    </dgm:pt>
    <dgm:pt modelId="{6200ACFA-FBBF-48FF-A1DE-81AED00F1836}" type="sibTrans" cxnId="{74915EA2-E8F8-4F7E-8393-C6FEB5E8ACFF}">
      <dgm:prSet/>
      <dgm:spPr/>
      <dgm:t>
        <a:bodyPr/>
        <a:lstStyle/>
        <a:p>
          <a:endParaRPr lang="en-US"/>
        </a:p>
      </dgm:t>
    </dgm:pt>
    <dgm:pt modelId="{903DB6DB-D25C-4045-A31B-DA8318062D21}">
      <dgm:prSet/>
      <dgm:spPr/>
      <dgm:t>
        <a:bodyPr/>
        <a:lstStyle/>
        <a:p>
          <a:pPr>
            <a:defRPr b="1"/>
          </a:pPr>
          <a:r>
            <a:rPr lang="en-US"/>
            <a:t>Ways to declare data binding</a:t>
          </a:r>
        </a:p>
      </dgm:t>
    </dgm:pt>
    <dgm:pt modelId="{CC6A0FE0-1269-42DB-A610-42719C96A71C}" type="parTrans" cxnId="{A041D3DD-A7D8-448E-8C60-A55F20DD67C9}">
      <dgm:prSet/>
      <dgm:spPr/>
      <dgm:t>
        <a:bodyPr/>
        <a:lstStyle/>
        <a:p>
          <a:endParaRPr lang="en-US"/>
        </a:p>
      </dgm:t>
    </dgm:pt>
    <dgm:pt modelId="{967D56EC-0095-4F3C-9711-A519E8DD77A3}" type="sibTrans" cxnId="{A041D3DD-A7D8-448E-8C60-A55F20DD67C9}">
      <dgm:prSet/>
      <dgm:spPr/>
      <dgm:t>
        <a:bodyPr/>
        <a:lstStyle/>
        <a:p>
          <a:endParaRPr lang="en-US"/>
        </a:p>
      </dgm:t>
    </dgm:pt>
    <dgm:pt modelId="{778BE23F-AB3C-447B-B363-B930078F09A9}">
      <dgm:prSet/>
      <dgm:spPr/>
      <dgm:t>
        <a:bodyPr/>
        <a:lstStyle/>
        <a:p>
          <a:r>
            <a:rPr lang="en-US" dirty="0"/>
            <a:t>Directly in XAML referencing an other control as source</a:t>
          </a:r>
        </a:p>
      </dgm:t>
    </dgm:pt>
    <dgm:pt modelId="{EBA31F86-64C9-47F7-81CC-6B0D3E09AF3A}" type="parTrans" cxnId="{4271D13C-D9E1-4E26-BE0F-8D287ADAF7F5}">
      <dgm:prSet/>
      <dgm:spPr/>
      <dgm:t>
        <a:bodyPr/>
        <a:lstStyle/>
        <a:p>
          <a:endParaRPr lang="en-US"/>
        </a:p>
      </dgm:t>
    </dgm:pt>
    <dgm:pt modelId="{3755714C-C224-476C-B5EF-1913806476D0}" type="sibTrans" cxnId="{4271D13C-D9E1-4E26-BE0F-8D287ADAF7F5}">
      <dgm:prSet/>
      <dgm:spPr/>
      <dgm:t>
        <a:bodyPr/>
        <a:lstStyle/>
        <a:p>
          <a:endParaRPr lang="en-US"/>
        </a:p>
      </dgm:t>
    </dgm:pt>
    <dgm:pt modelId="{2444AB7B-B6AB-4495-B158-B402EDC08B76}">
      <dgm:prSet/>
      <dgm:spPr/>
      <dgm:t>
        <a:bodyPr/>
        <a:lstStyle/>
        <a:p>
          <a:r>
            <a:rPr lang="en-US"/>
            <a:t>In PowerShell code referencing a PowerShell variable object</a:t>
          </a:r>
        </a:p>
      </dgm:t>
    </dgm:pt>
    <dgm:pt modelId="{09B26175-C571-42EF-9EDF-89ED44362AFA}" type="parTrans" cxnId="{9415BA10-B36B-4727-98EF-4BB23BBDCDBC}">
      <dgm:prSet/>
      <dgm:spPr/>
      <dgm:t>
        <a:bodyPr/>
        <a:lstStyle/>
        <a:p>
          <a:endParaRPr lang="en-US"/>
        </a:p>
      </dgm:t>
    </dgm:pt>
    <dgm:pt modelId="{99A57409-E337-4988-BD19-BC37B54F3450}" type="sibTrans" cxnId="{9415BA10-B36B-4727-98EF-4BB23BBDCDBC}">
      <dgm:prSet/>
      <dgm:spPr/>
      <dgm:t>
        <a:bodyPr/>
        <a:lstStyle/>
        <a:p>
          <a:endParaRPr lang="en-US"/>
        </a:p>
      </dgm:t>
    </dgm:pt>
    <dgm:pt modelId="{0268401D-136D-4A3E-A9FD-C6B7B08581E1}">
      <dgm:prSet/>
      <dgm:spPr/>
      <dgm:t>
        <a:bodyPr/>
        <a:lstStyle/>
        <a:p>
          <a:pPr>
            <a:defRPr b="1"/>
          </a:pPr>
          <a:r>
            <a:rPr lang="en-US"/>
            <a:t>A data bind can be used by all children of the parent	</a:t>
          </a:r>
        </a:p>
      </dgm:t>
    </dgm:pt>
    <dgm:pt modelId="{F0724C39-1306-499D-AA7C-D3E2FC4343C7}" type="parTrans" cxnId="{209E74CE-F0AE-4BFF-BB92-872C4F3A25A1}">
      <dgm:prSet/>
      <dgm:spPr/>
      <dgm:t>
        <a:bodyPr/>
        <a:lstStyle/>
        <a:p>
          <a:endParaRPr lang="en-US"/>
        </a:p>
      </dgm:t>
    </dgm:pt>
    <dgm:pt modelId="{583506FB-2093-4A98-881C-B113100BD33B}" type="sibTrans" cxnId="{209E74CE-F0AE-4BFF-BB92-872C4F3A25A1}">
      <dgm:prSet/>
      <dgm:spPr/>
      <dgm:t>
        <a:bodyPr/>
        <a:lstStyle/>
        <a:p>
          <a:endParaRPr lang="en-US"/>
        </a:p>
      </dgm:t>
    </dgm:pt>
    <dgm:pt modelId="{D019D8E2-31D6-4F38-A41B-93D5F8A4E68C}" type="pres">
      <dgm:prSet presAssocID="{4098FD91-DBCF-4EC9-A047-5D38CED4729E}" presName="Name0" presStyleCnt="0">
        <dgm:presLayoutVars>
          <dgm:dir/>
          <dgm:animLvl val="lvl"/>
          <dgm:resizeHandles val="exact"/>
        </dgm:presLayoutVars>
      </dgm:prSet>
      <dgm:spPr/>
    </dgm:pt>
    <dgm:pt modelId="{49CBDC68-F5F4-4463-BD94-A7DC95C5AC02}" type="pres">
      <dgm:prSet presAssocID="{AC3E9C15-77B3-4A87-BE3A-85906A252E85}" presName="linNode" presStyleCnt="0"/>
      <dgm:spPr/>
    </dgm:pt>
    <dgm:pt modelId="{823156E3-AC48-48A1-850D-A016B485CB7B}" type="pres">
      <dgm:prSet presAssocID="{AC3E9C15-77B3-4A87-BE3A-85906A252E85}" presName="parentText" presStyleLbl="node1" presStyleIdx="0" presStyleCnt="3">
        <dgm:presLayoutVars>
          <dgm:chMax val="1"/>
          <dgm:bulletEnabled val="1"/>
        </dgm:presLayoutVars>
      </dgm:prSet>
      <dgm:spPr/>
    </dgm:pt>
    <dgm:pt modelId="{376A7534-7BF4-47ED-95EB-D893D4259CB6}" type="pres">
      <dgm:prSet presAssocID="{AC3E9C15-77B3-4A87-BE3A-85906A252E85}" presName="descendantText" presStyleLbl="alignAccFollowNode1" presStyleIdx="0" presStyleCnt="2">
        <dgm:presLayoutVars>
          <dgm:bulletEnabled val="1"/>
        </dgm:presLayoutVars>
      </dgm:prSet>
      <dgm:spPr/>
    </dgm:pt>
    <dgm:pt modelId="{34937E74-57C2-4DDB-AC47-DC26697304BC}" type="pres">
      <dgm:prSet presAssocID="{3CB797D5-AC8B-491B-86F5-820614015E2B}" presName="sp" presStyleCnt="0"/>
      <dgm:spPr/>
    </dgm:pt>
    <dgm:pt modelId="{5A4D1BB2-E6CE-40DC-81E7-67B80FE3D94C}" type="pres">
      <dgm:prSet presAssocID="{903DB6DB-D25C-4045-A31B-DA8318062D21}" presName="linNode" presStyleCnt="0"/>
      <dgm:spPr/>
    </dgm:pt>
    <dgm:pt modelId="{7C4670DD-5A1D-4C8D-A285-27236C2A2D7C}" type="pres">
      <dgm:prSet presAssocID="{903DB6DB-D25C-4045-A31B-DA8318062D21}" presName="parentText" presStyleLbl="node1" presStyleIdx="1" presStyleCnt="3">
        <dgm:presLayoutVars>
          <dgm:chMax val="1"/>
          <dgm:bulletEnabled val="1"/>
        </dgm:presLayoutVars>
      </dgm:prSet>
      <dgm:spPr/>
    </dgm:pt>
    <dgm:pt modelId="{E3B74B82-FBDF-464E-87B3-55C656401475}" type="pres">
      <dgm:prSet presAssocID="{903DB6DB-D25C-4045-A31B-DA8318062D21}" presName="descendantText" presStyleLbl="alignAccFollowNode1" presStyleIdx="1" presStyleCnt="2">
        <dgm:presLayoutVars>
          <dgm:bulletEnabled val="1"/>
        </dgm:presLayoutVars>
      </dgm:prSet>
      <dgm:spPr/>
    </dgm:pt>
    <dgm:pt modelId="{0F899D2C-EE77-4FDC-AFFF-3D0D140D418C}" type="pres">
      <dgm:prSet presAssocID="{967D56EC-0095-4F3C-9711-A519E8DD77A3}" presName="sp" presStyleCnt="0"/>
      <dgm:spPr/>
    </dgm:pt>
    <dgm:pt modelId="{5B2D156F-79E5-4A7D-AEBD-B9B2ACB41575}" type="pres">
      <dgm:prSet presAssocID="{0268401D-136D-4A3E-A9FD-C6B7B08581E1}" presName="linNode" presStyleCnt="0"/>
      <dgm:spPr/>
    </dgm:pt>
    <dgm:pt modelId="{E0D7464A-8D1D-4FE8-A4A3-E44DB12742EA}" type="pres">
      <dgm:prSet presAssocID="{0268401D-136D-4A3E-A9FD-C6B7B08581E1}" presName="parentText" presStyleLbl="node1" presStyleIdx="2" presStyleCnt="3">
        <dgm:presLayoutVars>
          <dgm:chMax val="1"/>
          <dgm:bulletEnabled val="1"/>
        </dgm:presLayoutVars>
      </dgm:prSet>
      <dgm:spPr/>
    </dgm:pt>
  </dgm:ptLst>
  <dgm:cxnLst>
    <dgm:cxn modelId="{9415BA10-B36B-4727-98EF-4BB23BBDCDBC}" srcId="{903DB6DB-D25C-4045-A31B-DA8318062D21}" destId="{2444AB7B-B6AB-4495-B158-B402EDC08B76}" srcOrd="1" destOrd="0" parTransId="{09B26175-C571-42EF-9EDF-89ED44362AFA}" sibTransId="{99A57409-E337-4988-BD19-BC37B54F3450}"/>
    <dgm:cxn modelId="{081B4C21-7301-4C91-A80F-F87C8FD6EF63}" type="presOf" srcId="{2444AB7B-B6AB-4495-B158-B402EDC08B76}" destId="{E3B74B82-FBDF-464E-87B3-55C656401475}" srcOrd="0" destOrd="1" presId="urn:microsoft.com/office/officeart/2005/8/layout/vList5"/>
    <dgm:cxn modelId="{4271D13C-D9E1-4E26-BE0F-8D287ADAF7F5}" srcId="{903DB6DB-D25C-4045-A31B-DA8318062D21}" destId="{778BE23F-AB3C-447B-B363-B930078F09A9}" srcOrd="0" destOrd="0" parTransId="{EBA31F86-64C9-47F7-81CC-6B0D3E09AF3A}" sibTransId="{3755714C-C224-476C-B5EF-1913806476D0}"/>
    <dgm:cxn modelId="{3199365F-0424-41E4-A4DC-2D0AD2D96B13}" type="presOf" srcId="{CD323CFF-4F68-4E53-B766-106F81C113AF}" destId="{376A7534-7BF4-47ED-95EB-D893D4259CB6}" srcOrd="0" destOrd="0" presId="urn:microsoft.com/office/officeart/2005/8/layout/vList5"/>
    <dgm:cxn modelId="{94216058-3B2C-4AD0-8ACF-FC2397B2D709}" type="presOf" srcId="{AC3E9C15-77B3-4A87-BE3A-85906A252E85}" destId="{823156E3-AC48-48A1-850D-A016B485CB7B}" srcOrd="0" destOrd="0" presId="urn:microsoft.com/office/officeart/2005/8/layout/vList5"/>
    <dgm:cxn modelId="{74915EA2-E8F8-4F7E-8393-C6FEB5E8ACFF}" srcId="{AC3E9C15-77B3-4A87-BE3A-85906A252E85}" destId="{CD323CFF-4F68-4E53-B766-106F81C113AF}" srcOrd="0" destOrd="0" parTransId="{861F9E08-460A-4274-99DA-8EE23193C29C}" sibTransId="{6200ACFA-FBBF-48FF-A1DE-81AED00F1836}"/>
    <dgm:cxn modelId="{052960A8-EC99-4392-A738-CFAAB864ACED}" type="presOf" srcId="{903DB6DB-D25C-4045-A31B-DA8318062D21}" destId="{7C4670DD-5A1D-4C8D-A285-27236C2A2D7C}" srcOrd="0" destOrd="0" presId="urn:microsoft.com/office/officeart/2005/8/layout/vList5"/>
    <dgm:cxn modelId="{20632BCC-8255-4D8E-A98A-590EA72CCECF}" type="presOf" srcId="{778BE23F-AB3C-447B-B363-B930078F09A9}" destId="{E3B74B82-FBDF-464E-87B3-55C656401475}" srcOrd="0" destOrd="0" presId="urn:microsoft.com/office/officeart/2005/8/layout/vList5"/>
    <dgm:cxn modelId="{209E74CE-F0AE-4BFF-BB92-872C4F3A25A1}" srcId="{4098FD91-DBCF-4EC9-A047-5D38CED4729E}" destId="{0268401D-136D-4A3E-A9FD-C6B7B08581E1}" srcOrd="2" destOrd="0" parTransId="{F0724C39-1306-499D-AA7C-D3E2FC4343C7}" sibTransId="{583506FB-2093-4A98-881C-B113100BD33B}"/>
    <dgm:cxn modelId="{A041D3DD-A7D8-448E-8C60-A55F20DD67C9}" srcId="{4098FD91-DBCF-4EC9-A047-5D38CED4729E}" destId="{903DB6DB-D25C-4045-A31B-DA8318062D21}" srcOrd="1" destOrd="0" parTransId="{CC6A0FE0-1269-42DB-A610-42719C96A71C}" sibTransId="{967D56EC-0095-4F3C-9711-A519E8DD77A3}"/>
    <dgm:cxn modelId="{7DB6D0E8-8BB4-47E4-A765-35CAFF0F8AE4}" srcId="{4098FD91-DBCF-4EC9-A047-5D38CED4729E}" destId="{AC3E9C15-77B3-4A87-BE3A-85906A252E85}" srcOrd="0" destOrd="0" parTransId="{9AA29BE9-D639-4EB6-816B-7A2D945FB6C4}" sibTransId="{3CB797D5-AC8B-491B-86F5-820614015E2B}"/>
    <dgm:cxn modelId="{4405BCF3-7CF5-48A1-A968-266CEF8E9626}" type="presOf" srcId="{0268401D-136D-4A3E-A9FD-C6B7B08581E1}" destId="{E0D7464A-8D1D-4FE8-A4A3-E44DB12742EA}" srcOrd="0" destOrd="0" presId="urn:microsoft.com/office/officeart/2005/8/layout/vList5"/>
    <dgm:cxn modelId="{E0628BFF-7077-4904-9E84-963C72035F66}" type="presOf" srcId="{4098FD91-DBCF-4EC9-A047-5D38CED4729E}" destId="{D019D8E2-31D6-4F38-A41B-93D5F8A4E68C}" srcOrd="0" destOrd="0" presId="urn:microsoft.com/office/officeart/2005/8/layout/vList5"/>
    <dgm:cxn modelId="{406DD067-8BE9-4931-830F-9B1D9A1D2D8C}" type="presParOf" srcId="{D019D8E2-31D6-4F38-A41B-93D5F8A4E68C}" destId="{49CBDC68-F5F4-4463-BD94-A7DC95C5AC02}" srcOrd="0" destOrd="0" presId="urn:microsoft.com/office/officeart/2005/8/layout/vList5"/>
    <dgm:cxn modelId="{64D724C2-BDEA-4A09-AF57-B02EF218B71A}" type="presParOf" srcId="{49CBDC68-F5F4-4463-BD94-A7DC95C5AC02}" destId="{823156E3-AC48-48A1-850D-A016B485CB7B}" srcOrd="0" destOrd="0" presId="urn:microsoft.com/office/officeart/2005/8/layout/vList5"/>
    <dgm:cxn modelId="{E15D0CF5-DAF0-456E-8F55-8C1FE8E64BA0}" type="presParOf" srcId="{49CBDC68-F5F4-4463-BD94-A7DC95C5AC02}" destId="{376A7534-7BF4-47ED-95EB-D893D4259CB6}" srcOrd="1" destOrd="0" presId="urn:microsoft.com/office/officeart/2005/8/layout/vList5"/>
    <dgm:cxn modelId="{843855E1-D06C-481D-93AF-18AB1D20C560}" type="presParOf" srcId="{D019D8E2-31D6-4F38-A41B-93D5F8A4E68C}" destId="{34937E74-57C2-4DDB-AC47-DC26697304BC}" srcOrd="1" destOrd="0" presId="urn:microsoft.com/office/officeart/2005/8/layout/vList5"/>
    <dgm:cxn modelId="{E83BA06D-9177-4E89-B31F-56A842B0CD69}" type="presParOf" srcId="{D019D8E2-31D6-4F38-A41B-93D5F8A4E68C}" destId="{5A4D1BB2-E6CE-40DC-81E7-67B80FE3D94C}" srcOrd="2" destOrd="0" presId="urn:microsoft.com/office/officeart/2005/8/layout/vList5"/>
    <dgm:cxn modelId="{C06D740C-46FE-4B3C-8507-C4FBB82DC794}" type="presParOf" srcId="{5A4D1BB2-E6CE-40DC-81E7-67B80FE3D94C}" destId="{7C4670DD-5A1D-4C8D-A285-27236C2A2D7C}" srcOrd="0" destOrd="0" presId="urn:microsoft.com/office/officeart/2005/8/layout/vList5"/>
    <dgm:cxn modelId="{EBB7B6D6-4BE8-489F-A22B-C9DFF0F51190}" type="presParOf" srcId="{5A4D1BB2-E6CE-40DC-81E7-67B80FE3D94C}" destId="{E3B74B82-FBDF-464E-87B3-55C656401475}" srcOrd="1" destOrd="0" presId="urn:microsoft.com/office/officeart/2005/8/layout/vList5"/>
    <dgm:cxn modelId="{23EC317A-48F5-4F57-A29D-548721F6A3B9}" type="presParOf" srcId="{D019D8E2-31D6-4F38-A41B-93D5F8A4E68C}" destId="{0F899D2C-EE77-4FDC-AFFF-3D0D140D418C}" srcOrd="3" destOrd="0" presId="urn:microsoft.com/office/officeart/2005/8/layout/vList5"/>
    <dgm:cxn modelId="{03D4CED5-227B-4646-B69E-78E720FE186F}" type="presParOf" srcId="{D019D8E2-31D6-4F38-A41B-93D5F8A4E68C}" destId="{5B2D156F-79E5-4A7D-AEBD-B9B2ACB41575}" srcOrd="4" destOrd="0" presId="urn:microsoft.com/office/officeart/2005/8/layout/vList5"/>
    <dgm:cxn modelId="{82481018-CAB6-416D-BCDC-085A30E5F333}" type="presParOf" srcId="{5B2D156F-79E5-4A7D-AEBD-B9B2ACB41575}" destId="{E0D7464A-8D1D-4FE8-A4A3-E44DB12742EA}" srcOrd="0"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0E6AC4F-32C4-4913-B616-48B511F71147}"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5073C61F-406C-4262-BBB7-13A1C9F1E409}">
      <dgm:prSet/>
      <dgm:spPr/>
      <dgm:t>
        <a:bodyPr/>
        <a:lstStyle/>
        <a:p>
          <a:r>
            <a:rPr lang="en-US" dirty="0"/>
            <a:t>Easy to implement</a:t>
          </a:r>
        </a:p>
      </dgm:t>
    </dgm:pt>
    <dgm:pt modelId="{1EB3FE7B-702B-4818-8CC9-84639BEDA7BF}" type="parTrans" cxnId="{35FB6735-98FC-4BF9-A7B6-B0F7530D3FF3}">
      <dgm:prSet/>
      <dgm:spPr/>
      <dgm:t>
        <a:bodyPr/>
        <a:lstStyle/>
        <a:p>
          <a:endParaRPr lang="en-US"/>
        </a:p>
      </dgm:t>
    </dgm:pt>
    <dgm:pt modelId="{2840D4D3-326E-45D1-8DCC-2AD7D928C2CA}" type="sibTrans" cxnId="{35FB6735-98FC-4BF9-A7B6-B0F7530D3FF3}">
      <dgm:prSet/>
      <dgm:spPr/>
      <dgm:t>
        <a:bodyPr/>
        <a:lstStyle/>
        <a:p>
          <a:endParaRPr lang="en-US"/>
        </a:p>
      </dgm:t>
    </dgm:pt>
    <dgm:pt modelId="{C61CE188-B55D-4321-900E-4587970513E6}">
      <dgm:prSet/>
      <dgm:spPr/>
      <dgm:t>
        <a:bodyPr/>
        <a:lstStyle/>
        <a:p>
          <a:r>
            <a:rPr lang="en-US" dirty="0"/>
            <a:t>Run in a dispatcher queue</a:t>
          </a:r>
        </a:p>
      </dgm:t>
    </dgm:pt>
    <dgm:pt modelId="{C7ED8FDF-8E75-4632-8954-4475A4068E7F}" type="parTrans" cxnId="{9EF5F85F-69B4-4A2C-B339-5F9A5E10BFB9}">
      <dgm:prSet/>
      <dgm:spPr/>
      <dgm:t>
        <a:bodyPr/>
        <a:lstStyle/>
        <a:p>
          <a:endParaRPr lang="en-US"/>
        </a:p>
      </dgm:t>
    </dgm:pt>
    <dgm:pt modelId="{D6AD7F3A-56C6-41B3-B569-AD6FE0B61EEE}" type="sibTrans" cxnId="{9EF5F85F-69B4-4A2C-B339-5F9A5E10BFB9}">
      <dgm:prSet/>
      <dgm:spPr/>
      <dgm:t>
        <a:bodyPr/>
        <a:lstStyle/>
        <a:p>
          <a:endParaRPr lang="en-US"/>
        </a:p>
      </dgm:t>
    </dgm:pt>
    <dgm:pt modelId="{D9707998-2497-4E18-BDD3-F8027644CA80}">
      <dgm:prSet/>
      <dgm:spPr/>
      <dgm:t>
        <a:bodyPr/>
        <a:lstStyle/>
        <a:p>
          <a:r>
            <a:rPr lang="en-US" dirty="0"/>
            <a:t>Timer guarantees only interval has elapsed</a:t>
          </a:r>
        </a:p>
      </dgm:t>
    </dgm:pt>
    <dgm:pt modelId="{8A75A646-4886-4889-8A3D-9C317FFE15DB}" type="parTrans" cxnId="{FCF8A051-2889-40B4-87E6-E91783AD26A4}">
      <dgm:prSet/>
      <dgm:spPr/>
      <dgm:t>
        <a:bodyPr/>
        <a:lstStyle/>
        <a:p>
          <a:endParaRPr lang="en-US"/>
        </a:p>
      </dgm:t>
    </dgm:pt>
    <dgm:pt modelId="{DE99AE0F-1217-4FB2-B533-FD2416EDB718}" type="sibTrans" cxnId="{FCF8A051-2889-40B4-87E6-E91783AD26A4}">
      <dgm:prSet/>
      <dgm:spPr/>
      <dgm:t>
        <a:bodyPr/>
        <a:lstStyle/>
        <a:p>
          <a:endParaRPr lang="en-US"/>
        </a:p>
      </dgm:t>
    </dgm:pt>
    <dgm:pt modelId="{71FD426B-BE7C-483C-9971-3688B64072DA}">
      <dgm:prSet/>
      <dgm:spPr/>
      <dgm:t>
        <a:bodyPr/>
        <a:lstStyle/>
        <a:p>
          <a:r>
            <a:rPr lang="en-US" dirty="0"/>
            <a:t>Exact start time is not guaranteed</a:t>
          </a:r>
        </a:p>
      </dgm:t>
    </dgm:pt>
    <dgm:pt modelId="{068838AC-2FBA-480B-B53B-839E0F300863}" type="parTrans" cxnId="{6D072A04-DED7-4C71-B927-C8F31223235E}">
      <dgm:prSet/>
      <dgm:spPr/>
      <dgm:t>
        <a:bodyPr/>
        <a:lstStyle/>
        <a:p>
          <a:endParaRPr lang="en-US"/>
        </a:p>
      </dgm:t>
    </dgm:pt>
    <dgm:pt modelId="{40CBDFB4-94CB-477D-B020-F17B4C4A10AE}" type="sibTrans" cxnId="{6D072A04-DED7-4C71-B927-C8F31223235E}">
      <dgm:prSet/>
      <dgm:spPr/>
      <dgm:t>
        <a:bodyPr/>
        <a:lstStyle/>
        <a:p>
          <a:endParaRPr lang="en-US"/>
        </a:p>
      </dgm:t>
    </dgm:pt>
    <dgm:pt modelId="{D4710EA9-4E7A-41B1-8D6E-799BDA8499E9}">
      <dgm:prSet/>
      <dgm:spPr/>
      <dgm:t>
        <a:bodyPr/>
        <a:lstStyle/>
        <a:p>
          <a:r>
            <a:rPr lang="en-US"/>
            <a:t>Used for short and fast running code</a:t>
          </a:r>
        </a:p>
      </dgm:t>
    </dgm:pt>
    <dgm:pt modelId="{B1A9CFB7-4638-480A-ACAE-55B645DD296B}" type="parTrans" cxnId="{F03EAA2F-3EAB-431C-BB9A-897EE585A198}">
      <dgm:prSet/>
      <dgm:spPr/>
      <dgm:t>
        <a:bodyPr/>
        <a:lstStyle/>
        <a:p>
          <a:endParaRPr lang="en-US"/>
        </a:p>
      </dgm:t>
    </dgm:pt>
    <dgm:pt modelId="{DD21D93C-83A4-4641-9916-817730F6AF12}" type="sibTrans" cxnId="{F03EAA2F-3EAB-431C-BB9A-897EE585A198}">
      <dgm:prSet/>
      <dgm:spPr/>
      <dgm:t>
        <a:bodyPr/>
        <a:lstStyle/>
        <a:p>
          <a:endParaRPr lang="en-US"/>
        </a:p>
      </dgm:t>
    </dgm:pt>
    <dgm:pt modelId="{7C8A2ED5-9E4D-4E57-8C43-61ED8FDFB118}">
      <dgm:prSet/>
      <dgm:spPr/>
      <dgm:t>
        <a:bodyPr/>
        <a:lstStyle/>
        <a:p>
          <a:r>
            <a:rPr lang="en-US" dirty="0"/>
            <a:t>Maximum of ~2 sec runtime</a:t>
          </a:r>
        </a:p>
      </dgm:t>
    </dgm:pt>
    <dgm:pt modelId="{4A09510C-97A5-44EB-81C7-9F772A22F231}" type="parTrans" cxnId="{13958A22-8B4B-4993-AF47-4C31D06C2FA9}">
      <dgm:prSet/>
      <dgm:spPr/>
      <dgm:t>
        <a:bodyPr/>
        <a:lstStyle/>
        <a:p>
          <a:endParaRPr lang="en-US"/>
        </a:p>
      </dgm:t>
    </dgm:pt>
    <dgm:pt modelId="{AB0B8E0B-44F6-4E59-AF29-944F35BF6456}" type="sibTrans" cxnId="{13958A22-8B4B-4993-AF47-4C31D06C2FA9}">
      <dgm:prSet/>
      <dgm:spPr/>
      <dgm:t>
        <a:bodyPr/>
        <a:lstStyle/>
        <a:p>
          <a:endParaRPr lang="en-US"/>
        </a:p>
      </dgm:t>
    </dgm:pt>
    <dgm:pt modelId="{8A09594C-DB7E-4BFE-BDDF-25D53B0A6A06}" type="pres">
      <dgm:prSet presAssocID="{40E6AC4F-32C4-4913-B616-48B511F71147}" presName="root" presStyleCnt="0">
        <dgm:presLayoutVars>
          <dgm:dir/>
          <dgm:resizeHandles val="exact"/>
        </dgm:presLayoutVars>
      </dgm:prSet>
      <dgm:spPr/>
    </dgm:pt>
    <dgm:pt modelId="{6E06427F-6DC0-4F12-B662-3A058A60B81A}" type="pres">
      <dgm:prSet presAssocID="{5073C61F-406C-4262-BBB7-13A1C9F1E409}" presName="compNode" presStyleCnt="0"/>
      <dgm:spPr/>
    </dgm:pt>
    <dgm:pt modelId="{A05D49F2-635D-4F8C-ACB5-C9A6CF353C87}" type="pres">
      <dgm:prSet presAssocID="{5073C61F-406C-4262-BBB7-13A1C9F1E409}" presName="bgRect" presStyleLbl="bgShp" presStyleIdx="0" presStyleCnt="4"/>
      <dgm:spPr/>
    </dgm:pt>
    <dgm:pt modelId="{F48F4AB1-57CF-411B-BD20-BC251B2A827B}" type="pres">
      <dgm:prSet presAssocID="{5073C61F-406C-4262-BBB7-13A1C9F1E40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05059D1F-FD23-4197-A4A8-E1BDFBC527C8}" type="pres">
      <dgm:prSet presAssocID="{5073C61F-406C-4262-BBB7-13A1C9F1E409}" presName="spaceRect" presStyleCnt="0"/>
      <dgm:spPr/>
    </dgm:pt>
    <dgm:pt modelId="{EE77D6A8-AE1F-44CC-A7CE-F9DA262D53D2}" type="pres">
      <dgm:prSet presAssocID="{5073C61F-406C-4262-BBB7-13A1C9F1E409}" presName="parTx" presStyleLbl="revTx" presStyleIdx="0" presStyleCnt="6">
        <dgm:presLayoutVars>
          <dgm:chMax val="0"/>
          <dgm:chPref val="0"/>
        </dgm:presLayoutVars>
      </dgm:prSet>
      <dgm:spPr/>
    </dgm:pt>
    <dgm:pt modelId="{D44BED9D-C927-4D73-BDB5-D74314911FCC}" type="pres">
      <dgm:prSet presAssocID="{2840D4D3-326E-45D1-8DCC-2AD7D928C2CA}" presName="sibTrans" presStyleCnt="0"/>
      <dgm:spPr/>
    </dgm:pt>
    <dgm:pt modelId="{A19DF975-6953-470C-830F-D9A4CAC6CFE5}" type="pres">
      <dgm:prSet presAssocID="{C61CE188-B55D-4321-900E-4587970513E6}" presName="compNode" presStyleCnt="0"/>
      <dgm:spPr/>
    </dgm:pt>
    <dgm:pt modelId="{10B5AEC4-C2DC-4BEC-B659-564721F6B851}" type="pres">
      <dgm:prSet presAssocID="{C61CE188-B55D-4321-900E-4587970513E6}" presName="bgRect" presStyleLbl="bgShp" presStyleIdx="1" presStyleCnt="4"/>
      <dgm:spPr/>
    </dgm:pt>
    <dgm:pt modelId="{CAD5270C-54EC-491D-BF00-15CAD6247966}" type="pres">
      <dgm:prSet presAssocID="{C61CE188-B55D-4321-900E-4587970513E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alk"/>
        </a:ext>
      </dgm:extLst>
    </dgm:pt>
    <dgm:pt modelId="{79BE05DF-3098-475C-A9AC-BAEDBDEF50CE}" type="pres">
      <dgm:prSet presAssocID="{C61CE188-B55D-4321-900E-4587970513E6}" presName="spaceRect" presStyleCnt="0"/>
      <dgm:spPr/>
    </dgm:pt>
    <dgm:pt modelId="{F652C1B4-3061-46B9-8F11-C0ADBEB3F6B6}" type="pres">
      <dgm:prSet presAssocID="{C61CE188-B55D-4321-900E-4587970513E6}" presName="parTx" presStyleLbl="revTx" presStyleIdx="1" presStyleCnt="6">
        <dgm:presLayoutVars>
          <dgm:chMax val="0"/>
          <dgm:chPref val="0"/>
        </dgm:presLayoutVars>
      </dgm:prSet>
      <dgm:spPr/>
    </dgm:pt>
    <dgm:pt modelId="{37EDF73B-FE4F-4CBC-8283-59EE77F38958}" type="pres">
      <dgm:prSet presAssocID="{D6AD7F3A-56C6-41B3-B569-AD6FE0B61EEE}" presName="sibTrans" presStyleCnt="0"/>
      <dgm:spPr/>
    </dgm:pt>
    <dgm:pt modelId="{635DA18B-1C2A-44F2-A2B7-A7026CED8F41}" type="pres">
      <dgm:prSet presAssocID="{D9707998-2497-4E18-BDD3-F8027644CA80}" presName="compNode" presStyleCnt="0"/>
      <dgm:spPr/>
    </dgm:pt>
    <dgm:pt modelId="{7C51AF3A-5EA4-4126-82A9-2C43C426DFD7}" type="pres">
      <dgm:prSet presAssocID="{D9707998-2497-4E18-BDD3-F8027644CA80}" presName="bgRect" presStyleLbl="bgShp" presStyleIdx="2" presStyleCnt="4"/>
      <dgm:spPr/>
    </dgm:pt>
    <dgm:pt modelId="{1ED87843-0C87-47EE-BBA5-B406B061C36C}" type="pres">
      <dgm:prSet presAssocID="{D9707998-2497-4E18-BDD3-F8027644CA8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opwatch"/>
        </a:ext>
      </dgm:extLst>
    </dgm:pt>
    <dgm:pt modelId="{91217273-0618-42C4-A2E4-C0DF2E60491D}" type="pres">
      <dgm:prSet presAssocID="{D9707998-2497-4E18-BDD3-F8027644CA80}" presName="spaceRect" presStyleCnt="0"/>
      <dgm:spPr/>
    </dgm:pt>
    <dgm:pt modelId="{DD80953D-535A-4A8F-8526-2F821A23EF15}" type="pres">
      <dgm:prSet presAssocID="{D9707998-2497-4E18-BDD3-F8027644CA80}" presName="parTx" presStyleLbl="revTx" presStyleIdx="2" presStyleCnt="6">
        <dgm:presLayoutVars>
          <dgm:chMax val="0"/>
          <dgm:chPref val="0"/>
        </dgm:presLayoutVars>
      </dgm:prSet>
      <dgm:spPr/>
    </dgm:pt>
    <dgm:pt modelId="{D064D4FB-D531-433F-8833-ED37F25B52ED}" type="pres">
      <dgm:prSet presAssocID="{D9707998-2497-4E18-BDD3-F8027644CA80}" presName="desTx" presStyleLbl="revTx" presStyleIdx="3" presStyleCnt="6">
        <dgm:presLayoutVars/>
      </dgm:prSet>
      <dgm:spPr/>
    </dgm:pt>
    <dgm:pt modelId="{0EE62829-ED24-434A-A362-F0984ABE699B}" type="pres">
      <dgm:prSet presAssocID="{DE99AE0F-1217-4FB2-B533-FD2416EDB718}" presName="sibTrans" presStyleCnt="0"/>
      <dgm:spPr/>
    </dgm:pt>
    <dgm:pt modelId="{F1673243-45CA-4F51-96D9-9111F0DAB092}" type="pres">
      <dgm:prSet presAssocID="{D4710EA9-4E7A-41B1-8D6E-799BDA8499E9}" presName="compNode" presStyleCnt="0"/>
      <dgm:spPr/>
    </dgm:pt>
    <dgm:pt modelId="{F02F8292-FD53-499E-8314-3E5A27702C04}" type="pres">
      <dgm:prSet presAssocID="{D4710EA9-4E7A-41B1-8D6E-799BDA8499E9}" presName="bgRect" presStyleLbl="bgShp" presStyleIdx="3" presStyleCnt="4"/>
      <dgm:spPr/>
    </dgm:pt>
    <dgm:pt modelId="{602A7F36-D0C5-4EED-9E6A-4D77B6F4E6CB}" type="pres">
      <dgm:prSet presAssocID="{D4710EA9-4E7A-41B1-8D6E-799BDA8499E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ourglass"/>
        </a:ext>
      </dgm:extLst>
    </dgm:pt>
    <dgm:pt modelId="{C12A0EC9-E252-4026-935D-1083FAA15BD4}" type="pres">
      <dgm:prSet presAssocID="{D4710EA9-4E7A-41B1-8D6E-799BDA8499E9}" presName="spaceRect" presStyleCnt="0"/>
      <dgm:spPr/>
    </dgm:pt>
    <dgm:pt modelId="{4FC10DD9-1B88-4D7E-B69E-C03F6AE5F660}" type="pres">
      <dgm:prSet presAssocID="{D4710EA9-4E7A-41B1-8D6E-799BDA8499E9}" presName="parTx" presStyleLbl="revTx" presStyleIdx="4" presStyleCnt="6">
        <dgm:presLayoutVars>
          <dgm:chMax val="0"/>
          <dgm:chPref val="0"/>
        </dgm:presLayoutVars>
      </dgm:prSet>
      <dgm:spPr/>
    </dgm:pt>
    <dgm:pt modelId="{D5330BE6-0F65-476C-BBCD-57104DAE014E}" type="pres">
      <dgm:prSet presAssocID="{D4710EA9-4E7A-41B1-8D6E-799BDA8499E9}" presName="desTx" presStyleLbl="revTx" presStyleIdx="5" presStyleCnt="6">
        <dgm:presLayoutVars/>
      </dgm:prSet>
      <dgm:spPr/>
    </dgm:pt>
  </dgm:ptLst>
  <dgm:cxnLst>
    <dgm:cxn modelId="{6D072A04-DED7-4C71-B927-C8F31223235E}" srcId="{D9707998-2497-4E18-BDD3-F8027644CA80}" destId="{71FD426B-BE7C-483C-9971-3688B64072DA}" srcOrd="0" destOrd="0" parTransId="{068838AC-2FBA-480B-B53B-839E0F300863}" sibTransId="{40CBDFB4-94CB-477D-B020-F17B4C4A10AE}"/>
    <dgm:cxn modelId="{D8F25817-49DC-4951-99D3-697B3DBF457A}" type="presOf" srcId="{C61CE188-B55D-4321-900E-4587970513E6}" destId="{F652C1B4-3061-46B9-8F11-C0ADBEB3F6B6}" srcOrd="0" destOrd="0" presId="urn:microsoft.com/office/officeart/2018/2/layout/IconVerticalSolidList"/>
    <dgm:cxn modelId="{13958A22-8B4B-4993-AF47-4C31D06C2FA9}" srcId="{D4710EA9-4E7A-41B1-8D6E-799BDA8499E9}" destId="{7C8A2ED5-9E4D-4E57-8C43-61ED8FDFB118}" srcOrd="0" destOrd="0" parTransId="{4A09510C-97A5-44EB-81C7-9F772A22F231}" sibTransId="{AB0B8E0B-44F6-4E59-AF29-944F35BF6456}"/>
    <dgm:cxn modelId="{F03EAA2F-3EAB-431C-BB9A-897EE585A198}" srcId="{40E6AC4F-32C4-4913-B616-48B511F71147}" destId="{D4710EA9-4E7A-41B1-8D6E-799BDA8499E9}" srcOrd="3" destOrd="0" parTransId="{B1A9CFB7-4638-480A-ACAE-55B645DD296B}" sibTransId="{DD21D93C-83A4-4641-9916-817730F6AF12}"/>
    <dgm:cxn modelId="{35FB6735-98FC-4BF9-A7B6-B0F7530D3FF3}" srcId="{40E6AC4F-32C4-4913-B616-48B511F71147}" destId="{5073C61F-406C-4262-BBB7-13A1C9F1E409}" srcOrd="0" destOrd="0" parTransId="{1EB3FE7B-702B-4818-8CC9-84639BEDA7BF}" sibTransId="{2840D4D3-326E-45D1-8DCC-2AD7D928C2CA}"/>
    <dgm:cxn modelId="{9EF5F85F-69B4-4A2C-B339-5F9A5E10BFB9}" srcId="{40E6AC4F-32C4-4913-B616-48B511F71147}" destId="{C61CE188-B55D-4321-900E-4587970513E6}" srcOrd="1" destOrd="0" parTransId="{C7ED8FDF-8E75-4632-8954-4475A4068E7F}" sibTransId="{D6AD7F3A-56C6-41B3-B569-AD6FE0B61EEE}"/>
    <dgm:cxn modelId="{48E6766F-8810-4916-8E62-999E6204BC05}" type="presOf" srcId="{D9707998-2497-4E18-BDD3-F8027644CA80}" destId="{DD80953D-535A-4A8F-8526-2F821A23EF15}" srcOrd="0" destOrd="0" presId="urn:microsoft.com/office/officeart/2018/2/layout/IconVerticalSolidList"/>
    <dgm:cxn modelId="{FCF8A051-2889-40B4-87E6-E91783AD26A4}" srcId="{40E6AC4F-32C4-4913-B616-48B511F71147}" destId="{D9707998-2497-4E18-BDD3-F8027644CA80}" srcOrd="2" destOrd="0" parTransId="{8A75A646-4886-4889-8A3D-9C317FFE15DB}" sibTransId="{DE99AE0F-1217-4FB2-B533-FD2416EDB718}"/>
    <dgm:cxn modelId="{6DC5D151-64CD-43AF-9525-D28025C77495}" type="presOf" srcId="{D4710EA9-4E7A-41B1-8D6E-799BDA8499E9}" destId="{4FC10DD9-1B88-4D7E-B69E-C03F6AE5F660}" srcOrd="0" destOrd="0" presId="urn:microsoft.com/office/officeart/2018/2/layout/IconVerticalSolidList"/>
    <dgm:cxn modelId="{9B685F7D-7C35-40C4-8F2C-5E5EE5E23178}" type="presOf" srcId="{71FD426B-BE7C-483C-9971-3688B64072DA}" destId="{D064D4FB-D531-433F-8833-ED37F25B52ED}" srcOrd="0" destOrd="0" presId="urn:microsoft.com/office/officeart/2018/2/layout/IconVerticalSolidList"/>
    <dgm:cxn modelId="{8E5ACA7E-2875-40FF-A4DB-DBD181B1316E}" type="presOf" srcId="{5073C61F-406C-4262-BBB7-13A1C9F1E409}" destId="{EE77D6A8-AE1F-44CC-A7CE-F9DA262D53D2}" srcOrd="0" destOrd="0" presId="urn:microsoft.com/office/officeart/2018/2/layout/IconVerticalSolidList"/>
    <dgm:cxn modelId="{9CDED87E-86BE-4E7B-9F6D-A673064A2AC5}" type="presOf" srcId="{40E6AC4F-32C4-4913-B616-48B511F71147}" destId="{8A09594C-DB7E-4BFE-BDDF-25D53B0A6A06}" srcOrd="0" destOrd="0" presId="urn:microsoft.com/office/officeart/2018/2/layout/IconVerticalSolidList"/>
    <dgm:cxn modelId="{222A2D80-084C-47EA-923C-0AC579EAFF1A}" type="presOf" srcId="{7C8A2ED5-9E4D-4E57-8C43-61ED8FDFB118}" destId="{D5330BE6-0F65-476C-BBCD-57104DAE014E}" srcOrd="0" destOrd="0" presId="urn:microsoft.com/office/officeart/2018/2/layout/IconVerticalSolidList"/>
    <dgm:cxn modelId="{FF9F3482-27C4-44F3-9C64-BF768131D120}" type="presParOf" srcId="{8A09594C-DB7E-4BFE-BDDF-25D53B0A6A06}" destId="{6E06427F-6DC0-4F12-B662-3A058A60B81A}" srcOrd="0" destOrd="0" presId="urn:microsoft.com/office/officeart/2018/2/layout/IconVerticalSolidList"/>
    <dgm:cxn modelId="{431D67F1-02A7-4398-9866-AAF394335FAB}" type="presParOf" srcId="{6E06427F-6DC0-4F12-B662-3A058A60B81A}" destId="{A05D49F2-635D-4F8C-ACB5-C9A6CF353C87}" srcOrd="0" destOrd="0" presId="urn:microsoft.com/office/officeart/2018/2/layout/IconVerticalSolidList"/>
    <dgm:cxn modelId="{C2ABA0AA-7880-46D9-A0CE-1A84A94169ED}" type="presParOf" srcId="{6E06427F-6DC0-4F12-B662-3A058A60B81A}" destId="{F48F4AB1-57CF-411B-BD20-BC251B2A827B}" srcOrd="1" destOrd="0" presId="urn:microsoft.com/office/officeart/2018/2/layout/IconVerticalSolidList"/>
    <dgm:cxn modelId="{1DC8C377-5E16-4E8D-9BE4-B3FB5A211675}" type="presParOf" srcId="{6E06427F-6DC0-4F12-B662-3A058A60B81A}" destId="{05059D1F-FD23-4197-A4A8-E1BDFBC527C8}" srcOrd="2" destOrd="0" presId="urn:microsoft.com/office/officeart/2018/2/layout/IconVerticalSolidList"/>
    <dgm:cxn modelId="{06085A50-E748-40F9-AE4C-B26ECA4C6885}" type="presParOf" srcId="{6E06427F-6DC0-4F12-B662-3A058A60B81A}" destId="{EE77D6A8-AE1F-44CC-A7CE-F9DA262D53D2}" srcOrd="3" destOrd="0" presId="urn:microsoft.com/office/officeart/2018/2/layout/IconVerticalSolidList"/>
    <dgm:cxn modelId="{70FCC2E8-E98A-4ABE-8694-65A84CCF152A}" type="presParOf" srcId="{8A09594C-DB7E-4BFE-BDDF-25D53B0A6A06}" destId="{D44BED9D-C927-4D73-BDB5-D74314911FCC}" srcOrd="1" destOrd="0" presId="urn:microsoft.com/office/officeart/2018/2/layout/IconVerticalSolidList"/>
    <dgm:cxn modelId="{1A70F8CA-3D52-453A-ABE3-7F2FD5A5D607}" type="presParOf" srcId="{8A09594C-DB7E-4BFE-BDDF-25D53B0A6A06}" destId="{A19DF975-6953-470C-830F-D9A4CAC6CFE5}" srcOrd="2" destOrd="0" presId="urn:microsoft.com/office/officeart/2018/2/layout/IconVerticalSolidList"/>
    <dgm:cxn modelId="{E2F2C9AE-682E-4235-9694-0C45E065C2AD}" type="presParOf" srcId="{A19DF975-6953-470C-830F-D9A4CAC6CFE5}" destId="{10B5AEC4-C2DC-4BEC-B659-564721F6B851}" srcOrd="0" destOrd="0" presId="urn:microsoft.com/office/officeart/2018/2/layout/IconVerticalSolidList"/>
    <dgm:cxn modelId="{A60063DC-0CD2-44B5-ACEA-A66C1FEC7ABC}" type="presParOf" srcId="{A19DF975-6953-470C-830F-D9A4CAC6CFE5}" destId="{CAD5270C-54EC-491D-BF00-15CAD6247966}" srcOrd="1" destOrd="0" presId="urn:microsoft.com/office/officeart/2018/2/layout/IconVerticalSolidList"/>
    <dgm:cxn modelId="{176ED6B8-F8BF-450F-BD5C-CFF519307F00}" type="presParOf" srcId="{A19DF975-6953-470C-830F-D9A4CAC6CFE5}" destId="{79BE05DF-3098-475C-A9AC-BAEDBDEF50CE}" srcOrd="2" destOrd="0" presId="urn:microsoft.com/office/officeart/2018/2/layout/IconVerticalSolidList"/>
    <dgm:cxn modelId="{DA43F705-5891-4C89-8AFB-F1D039E76A1D}" type="presParOf" srcId="{A19DF975-6953-470C-830F-D9A4CAC6CFE5}" destId="{F652C1B4-3061-46B9-8F11-C0ADBEB3F6B6}" srcOrd="3" destOrd="0" presId="urn:microsoft.com/office/officeart/2018/2/layout/IconVerticalSolidList"/>
    <dgm:cxn modelId="{465DE322-FE28-4A1E-A1B1-F27E63E29989}" type="presParOf" srcId="{8A09594C-DB7E-4BFE-BDDF-25D53B0A6A06}" destId="{37EDF73B-FE4F-4CBC-8283-59EE77F38958}" srcOrd="3" destOrd="0" presId="urn:microsoft.com/office/officeart/2018/2/layout/IconVerticalSolidList"/>
    <dgm:cxn modelId="{85638099-9530-4C4D-B253-8E727D381440}" type="presParOf" srcId="{8A09594C-DB7E-4BFE-BDDF-25D53B0A6A06}" destId="{635DA18B-1C2A-44F2-A2B7-A7026CED8F41}" srcOrd="4" destOrd="0" presId="urn:microsoft.com/office/officeart/2018/2/layout/IconVerticalSolidList"/>
    <dgm:cxn modelId="{6E7271D8-2FA7-4906-B3E7-6B71A82F6344}" type="presParOf" srcId="{635DA18B-1C2A-44F2-A2B7-A7026CED8F41}" destId="{7C51AF3A-5EA4-4126-82A9-2C43C426DFD7}" srcOrd="0" destOrd="0" presId="urn:microsoft.com/office/officeart/2018/2/layout/IconVerticalSolidList"/>
    <dgm:cxn modelId="{3A65097D-0A83-456C-942F-DADC9BD11D83}" type="presParOf" srcId="{635DA18B-1C2A-44F2-A2B7-A7026CED8F41}" destId="{1ED87843-0C87-47EE-BBA5-B406B061C36C}" srcOrd="1" destOrd="0" presId="urn:microsoft.com/office/officeart/2018/2/layout/IconVerticalSolidList"/>
    <dgm:cxn modelId="{6C006F84-AFF5-46DE-AA01-79CD3248AC90}" type="presParOf" srcId="{635DA18B-1C2A-44F2-A2B7-A7026CED8F41}" destId="{91217273-0618-42C4-A2E4-C0DF2E60491D}" srcOrd="2" destOrd="0" presId="urn:microsoft.com/office/officeart/2018/2/layout/IconVerticalSolidList"/>
    <dgm:cxn modelId="{F91F6AFC-B325-4EFB-A0AA-8DC72AB70F1E}" type="presParOf" srcId="{635DA18B-1C2A-44F2-A2B7-A7026CED8F41}" destId="{DD80953D-535A-4A8F-8526-2F821A23EF15}" srcOrd="3" destOrd="0" presId="urn:microsoft.com/office/officeart/2018/2/layout/IconVerticalSolidList"/>
    <dgm:cxn modelId="{840ED08B-1ABD-49C5-A949-CA72C08BBE38}" type="presParOf" srcId="{635DA18B-1C2A-44F2-A2B7-A7026CED8F41}" destId="{D064D4FB-D531-433F-8833-ED37F25B52ED}" srcOrd="4" destOrd="0" presId="urn:microsoft.com/office/officeart/2018/2/layout/IconVerticalSolidList"/>
    <dgm:cxn modelId="{FAE54829-81D8-4EAE-8669-A5017FFFB33C}" type="presParOf" srcId="{8A09594C-DB7E-4BFE-BDDF-25D53B0A6A06}" destId="{0EE62829-ED24-434A-A362-F0984ABE699B}" srcOrd="5" destOrd="0" presId="urn:microsoft.com/office/officeart/2018/2/layout/IconVerticalSolidList"/>
    <dgm:cxn modelId="{596A7FA8-D111-44FA-833B-F00B309BF3DF}" type="presParOf" srcId="{8A09594C-DB7E-4BFE-BDDF-25D53B0A6A06}" destId="{F1673243-45CA-4F51-96D9-9111F0DAB092}" srcOrd="6" destOrd="0" presId="urn:microsoft.com/office/officeart/2018/2/layout/IconVerticalSolidList"/>
    <dgm:cxn modelId="{52DFFE86-7F86-4D0A-A295-2798AFF1A415}" type="presParOf" srcId="{F1673243-45CA-4F51-96D9-9111F0DAB092}" destId="{F02F8292-FD53-499E-8314-3E5A27702C04}" srcOrd="0" destOrd="0" presId="urn:microsoft.com/office/officeart/2018/2/layout/IconVerticalSolidList"/>
    <dgm:cxn modelId="{D4758008-7E08-40A7-827A-076662FEFE9D}" type="presParOf" srcId="{F1673243-45CA-4F51-96D9-9111F0DAB092}" destId="{602A7F36-D0C5-4EED-9E6A-4D77B6F4E6CB}" srcOrd="1" destOrd="0" presId="urn:microsoft.com/office/officeart/2018/2/layout/IconVerticalSolidList"/>
    <dgm:cxn modelId="{65AD8F83-6AB4-4B50-AEF7-526757E11AAD}" type="presParOf" srcId="{F1673243-45CA-4F51-96D9-9111F0DAB092}" destId="{C12A0EC9-E252-4026-935D-1083FAA15BD4}" srcOrd="2" destOrd="0" presId="urn:microsoft.com/office/officeart/2018/2/layout/IconVerticalSolidList"/>
    <dgm:cxn modelId="{EFB0FE10-FC41-476B-99C5-FBBF7885E193}" type="presParOf" srcId="{F1673243-45CA-4F51-96D9-9111F0DAB092}" destId="{4FC10DD9-1B88-4D7E-B69E-C03F6AE5F660}" srcOrd="3" destOrd="0" presId="urn:microsoft.com/office/officeart/2018/2/layout/IconVerticalSolidList"/>
    <dgm:cxn modelId="{685A7F6E-18BF-480E-8C74-C0B6516E914F}" type="presParOf" srcId="{F1673243-45CA-4F51-96D9-9111F0DAB092}" destId="{D5330BE6-0F65-476C-BBCD-57104DAE014E}" srcOrd="4"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6F187D-77D9-48B6-9200-ECC0DFBF8EA6}">
      <dsp:nvSpPr>
        <dsp:cNvPr id="0" name=""/>
        <dsp:cNvSpPr/>
      </dsp:nvSpPr>
      <dsp:spPr>
        <a:xfrm>
          <a:off x="0" y="4351"/>
          <a:ext cx="10880726" cy="101283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B6A167-59E7-4662-AEB0-642BAA4409F6}">
      <dsp:nvSpPr>
        <dsp:cNvPr id="0" name=""/>
        <dsp:cNvSpPr/>
      </dsp:nvSpPr>
      <dsp:spPr>
        <a:xfrm>
          <a:off x="306381" y="232238"/>
          <a:ext cx="557056" cy="5570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50DF0B-7CFC-4B95-AF19-5C6F8265011C}">
      <dsp:nvSpPr>
        <dsp:cNvPr id="0" name=""/>
        <dsp:cNvSpPr/>
      </dsp:nvSpPr>
      <dsp:spPr>
        <a:xfrm>
          <a:off x="1169819" y="4351"/>
          <a:ext cx="9709762"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977900">
            <a:lnSpc>
              <a:spcPct val="100000"/>
            </a:lnSpc>
            <a:spcBef>
              <a:spcPct val="0"/>
            </a:spcBef>
            <a:spcAft>
              <a:spcPct val="35000"/>
            </a:spcAft>
            <a:buNone/>
          </a:pPr>
          <a:r>
            <a:rPr lang="en-US" sz="2200" kern="1200" dirty="0"/>
            <a:t>Turn your tool into something more user friendly</a:t>
          </a:r>
        </a:p>
      </dsp:txBody>
      <dsp:txXfrm>
        <a:off x="1169819" y="4351"/>
        <a:ext cx="9709762" cy="1012830"/>
      </dsp:txXfrm>
    </dsp:sp>
    <dsp:sp modelId="{D2FCEDE9-DBDD-4CB8-97F1-E42747B69001}">
      <dsp:nvSpPr>
        <dsp:cNvPr id="0" name=""/>
        <dsp:cNvSpPr/>
      </dsp:nvSpPr>
      <dsp:spPr>
        <a:xfrm>
          <a:off x="0" y="1270390"/>
          <a:ext cx="10880726" cy="101283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195E63-87BB-46C1-9DBD-CEBE259810C0}">
      <dsp:nvSpPr>
        <dsp:cNvPr id="0" name=""/>
        <dsp:cNvSpPr/>
      </dsp:nvSpPr>
      <dsp:spPr>
        <a:xfrm>
          <a:off x="306381" y="1498277"/>
          <a:ext cx="557056" cy="5570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EEE21AB-736C-4F86-86BA-8E54B469C2DD}">
      <dsp:nvSpPr>
        <dsp:cNvPr id="0" name=""/>
        <dsp:cNvSpPr/>
      </dsp:nvSpPr>
      <dsp:spPr>
        <a:xfrm>
          <a:off x="1169819" y="1270390"/>
          <a:ext cx="4896326"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977900">
            <a:lnSpc>
              <a:spcPct val="100000"/>
            </a:lnSpc>
            <a:spcBef>
              <a:spcPct val="0"/>
            </a:spcBef>
            <a:spcAft>
              <a:spcPct val="35000"/>
            </a:spcAft>
            <a:buNone/>
          </a:pPr>
          <a:r>
            <a:rPr lang="en-US" sz="2200" kern="1200" dirty="0"/>
            <a:t>Gather input from a user with tools such as:</a:t>
          </a:r>
        </a:p>
      </dsp:txBody>
      <dsp:txXfrm>
        <a:off x="1169819" y="1270390"/>
        <a:ext cx="4896326" cy="1012830"/>
      </dsp:txXfrm>
    </dsp:sp>
    <dsp:sp modelId="{506DEA7F-57CF-4DD7-B2F5-22C204F40BE3}">
      <dsp:nvSpPr>
        <dsp:cNvPr id="0" name=""/>
        <dsp:cNvSpPr/>
      </dsp:nvSpPr>
      <dsp:spPr>
        <a:xfrm>
          <a:off x="6066146" y="1270390"/>
          <a:ext cx="4813436"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800100">
            <a:lnSpc>
              <a:spcPct val="100000"/>
            </a:lnSpc>
            <a:spcBef>
              <a:spcPct val="0"/>
            </a:spcBef>
            <a:spcAft>
              <a:spcPct val="35000"/>
            </a:spcAft>
            <a:buNone/>
          </a:pPr>
          <a:r>
            <a:rPr lang="en-US" sz="1800" kern="1200" dirty="0"/>
            <a:t>- Text boxes		- Date pickers</a:t>
          </a:r>
        </a:p>
        <a:p>
          <a:pPr marL="0" lvl="0" indent="0" algn="l" defTabSz="800100">
            <a:lnSpc>
              <a:spcPct val="100000"/>
            </a:lnSpc>
            <a:spcBef>
              <a:spcPct val="0"/>
            </a:spcBef>
            <a:spcAft>
              <a:spcPct val="35000"/>
            </a:spcAft>
            <a:buNone/>
          </a:pPr>
          <a:r>
            <a:rPr lang="en-US" sz="1800" kern="1200" dirty="0"/>
            <a:t>- Submit Buttons</a:t>
          </a:r>
        </a:p>
      </dsp:txBody>
      <dsp:txXfrm>
        <a:off x="6066146" y="1270390"/>
        <a:ext cx="4813436" cy="1012830"/>
      </dsp:txXfrm>
    </dsp:sp>
    <dsp:sp modelId="{C8888E3A-8131-43F1-869F-C6424D331CBF}">
      <dsp:nvSpPr>
        <dsp:cNvPr id="0" name=""/>
        <dsp:cNvSpPr/>
      </dsp:nvSpPr>
      <dsp:spPr>
        <a:xfrm>
          <a:off x="0" y="2536428"/>
          <a:ext cx="10880726" cy="101283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4BFD5D-8A67-4171-845F-6EE852DB00E8}">
      <dsp:nvSpPr>
        <dsp:cNvPr id="0" name=""/>
        <dsp:cNvSpPr/>
      </dsp:nvSpPr>
      <dsp:spPr>
        <a:xfrm>
          <a:off x="306381" y="2764315"/>
          <a:ext cx="557056" cy="5570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A7B643-F8FC-4083-B8E6-981ACE4E1B25}">
      <dsp:nvSpPr>
        <dsp:cNvPr id="0" name=""/>
        <dsp:cNvSpPr/>
      </dsp:nvSpPr>
      <dsp:spPr>
        <a:xfrm>
          <a:off x="1169819" y="2536428"/>
          <a:ext cx="4896326"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977900">
            <a:lnSpc>
              <a:spcPct val="100000"/>
            </a:lnSpc>
            <a:spcBef>
              <a:spcPct val="0"/>
            </a:spcBef>
            <a:spcAft>
              <a:spcPct val="35000"/>
            </a:spcAft>
            <a:buNone/>
          </a:pPr>
          <a:r>
            <a:rPr lang="en-US" sz="2200" kern="1200"/>
            <a:t>Display large, interactive data sets for output</a:t>
          </a:r>
        </a:p>
      </dsp:txBody>
      <dsp:txXfrm>
        <a:off x="1169819" y="2536428"/>
        <a:ext cx="4896326" cy="1012830"/>
      </dsp:txXfrm>
    </dsp:sp>
    <dsp:sp modelId="{3FC37B7C-6921-4A03-B5D5-EBECD59B67BD}">
      <dsp:nvSpPr>
        <dsp:cNvPr id="0" name=""/>
        <dsp:cNvSpPr/>
      </dsp:nvSpPr>
      <dsp:spPr>
        <a:xfrm>
          <a:off x="6066146" y="2536428"/>
          <a:ext cx="4813436"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174625" lvl="0" indent="-174625" algn="l" defTabSz="800100">
            <a:lnSpc>
              <a:spcPct val="100000"/>
            </a:lnSpc>
            <a:spcBef>
              <a:spcPct val="0"/>
            </a:spcBef>
            <a:spcAft>
              <a:spcPct val="35000"/>
            </a:spcAft>
            <a:buNone/>
          </a:pPr>
          <a:r>
            <a:rPr lang="en-US" sz="1800" kern="1200" dirty="0"/>
            <a:t>- GUI can even adapt to screen resolutions and touch screens</a:t>
          </a:r>
          <a:br>
            <a:rPr lang="en-US" sz="1500" kern="1200" dirty="0"/>
          </a:br>
          <a:endParaRPr lang="en-US" sz="1500" kern="1200" dirty="0"/>
        </a:p>
      </dsp:txBody>
      <dsp:txXfrm>
        <a:off x="6066146" y="2536428"/>
        <a:ext cx="4813436" cy="1012830"/>
      </dsp:txXfrm>
    </dsp:sp>
    <dsp:sp modelId="{FCA8AE58-FF95-4CFB-8485-E600DE147A31}">
      <dsp:nvSpPr>
        <dsp:cNvPr id="0" name=""/>
        <dsp:cNvSpPr/>
      </dsp:nvSpPr>
      <dsp:spPr>
        <a:xfrm>
          <a:off x="0" y="3802467"/>
          <a:ext cx="10880726" cy="101283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D71319-1BA9-4DE1-91C7-A7B3F0A7BACA}">
      <dsp:nvSpPr>
        <dsp:cNvPr id="0" name=""/>
        <dsp:cNvSpPr/>
      </dsp:nvSpPr>
      <dsp:spPr>
        <a:xfrm>
          <a:off x="306381" y="4030354"/>
          <a:ext cx="557056" cy="55705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C97D1CC-1FC8-4F67-83DE-034668702815}">
      <dsp:nvSpPr>
        <dsp:cNvPr id="0" name=""/>
        <dsp:cNvSpPr/>
      </dsp:nvSpPr>
      <dsp:spPr>
        <a:xfrm>
          <a:off x="1169819" y="3802467"/>
          <a:ext cx="9709762"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977900">
            <a:lnSpc>
              <a:spcPct val="100000"/>
            </a:lnSpc>
            <a:spcBef>
              <a:spcPct val="0"/>
            </a:spcBef>
            <a:spcAft>
              <a:spcPct val="35000"/>
            </a:spcAft>
            <a:buNone/>
          </a:pPr>
          <a:r>
            <a:rPr lang="en-US" sz="2200" kern="1200"/>
            <a:t>WPF data binding is a feature that allows us to show live data changes in the GUI</a:t>
          </a:r>
        </a:p>
      </dsp:txBody>
      <dsp:txXfrm>
        <a:off x="1169819" y="3802467"/>
        <a:ext cx="9709762" cy="10128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80B4A1-9D8C-4A1C-85AC-E42456D3CF56}">
      <dsp:nvSpPr>
        <dsp:cNvPr id="0" name=""/>
        <dsp:cNvSpPr/>
      </dsp:nvSpPr>
      <dsp:spPr>
        <a:xfrm>
          <a:off x="0" y="4351"/>
          <a:ext cx="10880726" cy="101283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3692AE-977B-47AB-A8A2-47EAF0945224}">
      <dsp:nvSpPr>
        <dsp:cNvPr id="0" name=""/>
        <dsp:cNvSpPr/>
      </dsp:nvSpPr>
      <dsp:spPr>
        <a:xfrm>
          <a:off x="306381" y="232238"/>
          <a:ext cx="557056" cy="5570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2251E8B-25B4-4870-BFC9-3F3A014A9CAF}">
      <dsp:nvSpPr>
        <dsp:cNvPr id="0" name=""/>
        <dsp:cNvSpPr/>
      </dsp:nvSpPr>
      <dsp:spPr>
        <a:xfrm>
          <a:off x="1169819" y="4351"/>
          <a:ext cx="9709762"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977900">
            <a:lnSpc>
              <a:spcPct val="100000"/>
            </a:lnSpc>
            <a:spcBef>
              <a:spcPct val="0"/>
            </a:spcBef>
            <a:spcAft>
              <a:spcPct val="35000"/>
            </a:spcAft>
            <a:buNone/>
          </a:pPr>
          <a:r>
            <a:rPr lang="en-US" sz="2200" kern="1200" dirty="0"/>
            <a:t>Readability</a:t>
          </a:r>
        </a:p>
      </dsp:txBody>
      <dsp:txXfrm>
        <a:off x="1169819" y="4351"/>
        <a:ext cx="9709762" cy="1012830"/>
      </dsp:txXfrm>
    </dsp:sp>
    <dsp:sp modelId="{6E20BFFE-70E9-4A3C-85A6-BDE355054732}">
      <dsp:nvSpPr>
        <dsp:cNvPr id="0" name=""/>
        <dsp:cNvSpPr/>
      </dsp:nvSpPr>
      <dsp:spPr>
        <a:xfrm>
          <a:off x="0" y="1270390"/>
          <a:ext cx="10880726" cy="101283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430D99-6B11-46F3-B56B-A8D8B53E81E6}">
      <dsp:nvSpPr>
        <dsp:cNvPr id="0" name=""/>
        <dsp:cNvSpPr/>
      </dsp:nvSpPr>
      <dsp:spPr>
        <a:xfrm>
          <a:off x="306381" y="1498277"/>
          <a:ext cx="557056" cy="5570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71FD07-C285-42E4-9172-8A67895DD696}">
      <dsp:nvSpPr>
        <dsp:cNvPr id="0" name=""/>
        <dsp:cNvSpPr/>
      </dsp:nvSpPr>
      <dsp:spPr>
        <a:xfrm>
          <a:off x="1169819" y="1270390"/>
          <a:ext cx="4896326"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977900">
            <a:lnSpc>
              <a:spcPct val="100000"/>
            </a:lnSpc>
            <a:spcBef>
              <a:spcPct val="0"/>
            </a:spcBef>
            <a:spcAft>
              <a:spcPct val="35000"/>
            </a:spcAft>
            <a:buNone/>
          </a:pPr>
          <a:r>
            <a:rPr lang="en-US" sz="2200" kern="1200" dirty="0"/>
            <a:t>Dynamic UI Generation</a:t>
          </a:r>
        </a:p>
      </dsp:txBody>
      <dsp:txXfrm>
        <a:off x="1169819" y="1270390"/>
        <a:ext cx="4896326" cy="1012830"/>
      </dsp:txXfrm>
    </dsp:sp>
    <dsp:sp modelId="{74696D5A-3BFA-43E8-8A79-189B5EEEDB8C}">
      <dsp:nvSpPr>
        <dsp:cNvPr id="0" name=""/>
        <dsp:cNvSpPr/>
      </dsp:nvSpPr>
      <dsp:spPr>
        <a:xfrm>
          <a:off x="5973776" y="1277925"/>
          <a:ext cx="4813436"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800100">
            <a:lnSpc>
              <a:spcPct val="100000"/>
            </a:lnSpc>
            <a:spcBef>
              <a:spcPct val="0"/>
            </a:spcBef>
            <a:spcAft>
              <a:spcPct val="35000"/>
            </a:spcAft>
            <a:buNone/>
          </a:pPr>
          <a:r>
            <a:rPr lang="en-US" sz="1800" kern="1200" dirty="0"/>
            <a:t>PowerShell scripting allows for the creation of UI at runtime, and can adapt on specific conditions</a:t>
          </a:r>
        </a:p>
      </dsp:txBody>
      <dsp:txXfrm>
        <a:off x="5973776" y="1277925"/>
        <a:ext cx="4813436" cy="1012830"/>
      </dsp:txXfrm>
    </dsp:sp>
    <dsp:sp modelId="{1FC7EE80-0752-4D9B-8D5B-D433A657734E}">
      <dsp:nvSpPr>
        <dsp:cNvPr id="0" name=""/>
        <dsp:cNvSpPr/>
      </dsp:nvSpPr>
      <dsp:spPr>
        <a:xfrm>
          <a:off x="0" y="2536428"/>
          <a:ext cx="10880726" cy="101283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5C1E9F-1E4B-4D71-BEED-BC7F0E6761D3}">
      <dsp:nvSpPr>
        <dsp:cNvPr id="0" name=""/>
        <dsp:cNvSpPr/>
      </dsp:nvSpPr>
      <dsp:spPr>
        <a:xfrm>
          <a:off x="306381" y="2764315"/>
          <a:ext cx="557056" cy="5570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A70620B-85F5-42E9-80F1-AA276A8E3BEB}">
      <dsp:nvSpPr>
        <dsp:cNvPr id="0" name=""/>
        <dsp:cNvSpPr/>
      </dsp:nvSpPr>
      <dsp:spPr>
        <a:xfrm>
          <a:off x="1169819" y="2536428"/>
          <a:ext cx="9709762"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977900">
            <a:lnSpc>
              <a:spcPct val="100000"/>
            </a:lnSpc>
            <a:spcBef>
              <a:spcPct val="0"/>
            </a:spcBef>
            <a:spcAft>
              <a:spcPct val="35000"/>
            </a:spcAft>
            <a:buNone/>
          </a:pPr>
          <a:r>
            <a:rPr lang="en-US" sz="2200" kern="1200" dirty="0"/>
            <a:t>Reduce External Dependencies</a:t>
          </a:r>
        </a:p>
      </dsp:txBody>
      <dsp:txXfrm>
        <a:off x="1169819" y="2536428"/>
        <a:ext cx="9709762" cy="1012830"/>
      </dsp:txXfrm>
    </dsp:sp>
    <dsp:sp modelId="{69FBC543-F843-4F5B-8F8E-62DAABB32B71}">
      <dsp:nvSpPr>
        <dsp:cNvPr id="0" name=""/>
        <dsp:cNvSpPr/>
      </dsp:nvSpPr>
      <dsp:spPr>
        <a:xfrm>
          <a:off x="0" y="3802467"/>
          <a:ext cx="10880726" cy="101283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903D0C-A6D3-4FC1-95C5-3A2A146A67C2}">
      <dsp:nvSpPr>
        <dsp:cNvPr id="0" name=""/>
        <dsp:cNvSpPr/>
      </dsp:nvSpPr>
      <dsp:spPr>
        <a:xfrm>
          <a:off x="306381" y="4030354"/>
          <a:ext cx="557056" cy="55705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A809405-D9B3-42AE-BFBD-3FDBDB3E896F}">
      <dsp:nvSpPr>
        <dsp:cNvPr id="0" name=""/>
        <dsp:cNvSpPr/>
      </dsp:nvSpPr>
      <dsp:spPr>
        <a:xfrm>
          <a:off x="1169819" y="3802467"/>
          <a:ext cx="9709762"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977900">
            <a:lnSpc>
              <a:spcPct val="100000"/>
            </a:lnSpc>
            <a:spcBef>
              <a:spcPct val="0"/>
            </a:spcBef>
            <a:spcAft>
              <a:spcPct val="35000"/>
            </a:spcAft>
            <a:buNone/>
          </a:pPr>
          <a:r>
            <a:rPr lang="en-US" sz="2200" kern="1200" dirty="0"/>
            <a:t>Immediate Feedback</a:t>
          </a:r>
        </a:p>
      </dsp:txBody>
      <dsp:txXfrm>
        <a:off x="1169819" y="3802467"/>
        <a:ext cx="9709762" cy="10128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80B4A1-9D8C-4A1C-85AC-E42456D3CF56}">
      <dsp:nvSpPr>
        <dsp:cNvPr id="0" name=""/>
        <dsp:cNvSpPr/>
      </dsp:nvSpPr>
      <dsp:spPr>
        <a:xfrm>
          <a:off x="0" y="4351"/>
          <a:ext cx="10880726" cy="101283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3692AE-977B-47AB-A8A2-47EAF0945224}">
      <dsp:nvSpPr>
        <dsp:cNvPr id="0" name=""/>
        <dsp:cNvSpPr/>
      </dsp:nvSpPr>
      <dsp:spPr>
        <a:xfrm>
          <a:off x="306381" y="232238"/>
          <a:ext cx="557056" cy="5570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2251E8B-25B4-4870-BFC9-3F3A014A9CAF}">
      <dsp:nvSpPr>
        <dsp:cNvPr id="0" name=""/>
        <dsp:cNvSpPr/>
      </dsp:nvSpPr>
      <dsp:spPr>
        <a:xfrm>
          <a:off x="1169819" y="4351"/>
          <a:ext cx="9709762"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977900">
            <a:lnSpc>
              <a:spcPct val="100000"/>
            </a:lnSpc>
            <a:spcBef>
              <a:spcPct val="0"/>
            </a:spcBef>
            <a:spcAft>
              <a:spcPct val="35000"/>
            </a:spcAft>
            <a:buNone/>
          </a:pPr>
          <a:r>
            <a:rPr lang="en-US" sz="2200" kern="1200" dirty="0"/>
            <a:t>Code Maintenance</a:t>
          </a:r>
        </a:p>
      </dsp:txBody>
      <dsp:txXfrm>
        <a:off x="1169819" y="4351"/>
        <a:ext cx="9709762" cy="1012830"/>
      </dsp:txXfrm>
    </dsp:sp>
    <dsp:sp modelId="{6E20BFFE-70E9-4A3C-85A6-BDE355054732}">
      <dsp:nvSpPr>
        <dsp:cNvPr id="0" name=""/>
        <dsp:cNvSpPr/>
      </dsp:nvSpPr>
      <dsp:spPr>
        <a:xfrm>
          <a:off x="0" y="1270390"/>
          <a:ext cx="10880726" cy="101283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430D99-6B11-46F3-B56B-A8D8B53E81E6}">
      <dsp:nvSpPr>
        <dsp:cNvPr id="0" name=""/>
        <dsp:cNvSpPr/>
      </dsp:nvSpPr>
      <dsp:spPr>
        <a:xfrm>
          <a:off x="306381" y="1498277"/>
          <a:ext cx="557056" cy="5570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71FD07-C285-42E4-9172-8A67895DD696}">
      <dsp:nvSpPr>
        <dsp:cNvPr id="0" name=""/>
        <dsp:cNvSpPr/>
      </dsp:nvSpPr>
      <dsp:spPr>
        <a:xfrm>
          <a:off x="1169819" y="1270390"/>
          <a:ext cx="4896326"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977900">
            <a:lnSpc>
              <a:spcPct val="100000"/>
            </a:lnSpc>
            <a:spcBef>
              <a:spcPct val="0"/>
            </a:spcBef>
            <a:spcAft>
              <a:spcPct val="35000"/>
            </a:spcAft>
            <a:buNone/>
          </a:pPr>
          <a:r>
            <a:rPr lang="en-US" sz="2200" kern="1200" dirty="0"/>
            <a:t>Rising Complexity</a:t>
          </a:r>
        </a:p>
      </dsp:txBody>
      <dsp:txXfrm>
        <a:off x="1169819" y="1270390"/>
        <a:ext cx="4896326" cy="1012830"/>
      </dsp:txXfrm>
    </dsp:sp>
    <dsp:sp modelId="{74696D5A-3BFA-43E8-8A79-189B5EEEDB8C}">
      <dsp:nvSpPr>
        <dsp:cNvPr id="0" name=""/>
        <dsp:cNvSpPr/>
      </dsp:nvSpPr>
      <dsp:spPr>
        <a:xfrm>
          <a:off x="5994281" y="1519242"/>
          <a:ext cx="4813436"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800100">
            <a:lnSpc>
              <a:spcPct val="100000"/>
            </a:lnSpc>
            <a:spcBef>
              <a:spcPct val="0"/>
            </a:spcBef>
            <a:spcAft>
              <a:spcPct val="35000"/>
            </a:spcAft>
            <a:buNone/>
          </a:pPr>
          <a:r>
            <a:rPr lang="en-US" sz="1800" kern="1200" dirty="0"/>
            <a:t>Creating larger GUIs manually can be challenging</a:t>
          </a:r>
        </a:p>
        <a:p>
          <a:pPr marL="0" lvl="0" indent="0" algn="l" defTabSz="800100">
            <a:lnSpc>
              <a:spcPct val="100000"/>
            </a:lnSpc>
            <a:spcBef>
              <a:spcPct val="0"/>
            </a:spcBef>
            <a:spcAft>
              <a:spcPct val="35000"/>
            </a:spcAft>
            <a:buNone/>
          </a:pPr>
          <a:endParaRPr lang="en-IL" sz="1800" kern="1200" dirty="0"/>
        </a:p>
      </dsp:txBody>
      <dsp:txXfrm>
        <a:off x="5994281" y="1519242"/>
        <a:ext cx="4813436" cy="1012830"/>
      </dsp:txXfrm>
    </dsp:sp>
    <dsp:sp modelId="{1FC7EE80-0752-4D9B-8D5B-D433A657734E}">
      <dsp:nvSpPr>
        <dsp:cNvPr id="0" name=""/>
        <dsp:cNvSpPr/>
      </dsp:nvSpPr>
      <dsp:spPr>
        <a:xfrm>
          <a:off x="0" y="2536428"/>
          <a:ext cx="10880726" cy="101283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5C1E9F-1E4B-4D71-BEED-BC7F0E6761D3}">
      <dsp:nvSpPr>
        <dsp:cNvPr id="0" name=""/>
        <dsp:cNvSpPr/>
      </dsp:nvSpPr>
      <dsp:spPr>
        <a:xfrm>
          <a:off x="306381" y="2764315"/>
          <a:ext cx="557056" cy="5570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A70620B-85F5-42E9-80F1-AA276A8E3BEB}">
      <dsp:nvSpPr>
        <dsp:cNvPr id="0" name=""/>
        <dsp:cNvSpPr/>
      </dsp:nvSpPr>
      <dsp:spPr>
        <a:xfrm>
          <a:off x="1169819" y="2536428"/>
          <a:ext cx="9709762"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977900">
            <a:lnSpc>
              <a:spcPct val="100000"/>
            </a:lnSpc>
            <a:spcBef>
              <a:spcPct val="0"/>
            </a:spcBef>
            <a:spcAft>
              <a:spcPct val="35000"/>
            </a:spcAft>
            <a:buNone/>
          </a:pPr>
          <a:r>
            <a:rPr lang="en-US" sz="2200" kern="1200" dirty="0"/>
            <a:t>Lack of Separation of Concerns</a:t>
          </a:r>
        </a:p>
      </dsp:txBody>
      <dsp:txXfrm>
        <a:off x="1169819" y="2536428"/>
        <a:ext cx="9709762" cy="1012830"/>
      </dsp:txXfrm>
    </dsp:sp>
    <dsp:sp modelId="{69FBC543-F843-4F5B-8F8E-62DAABB32B71}">
      <dsp:nvSpPr>
        <dsp:cNvPr id="0" name=""/>
        <dsp:cNvSpPr/>
      </dsp:nvSpPr>
      <dsp:spPr>
        <a:xfrm>
          <a:off x="0" y="3802467"/>
          <a:ext cx="10880726" cy="101283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903D0C-A6D3-4FC1-95C5-3A2A146A67C2}">
      <dsp:nvSpPr>
        <dsp:cNvPr id="0" name=""/>
        <dsp:cNvSpPr/>
      </dsp:nvSpPr>
      <dsp:spPr>
        <a:xfrm>
          <a:off x="306381" y="4030354"/>
          <a:ext cx="557056" cy="55705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A809405-D9B3-42AE-BFBD-3FDBDB3E896F}">
      <dsp:nvSpPr>
        <dsp:cNvPr id="0" name=""/>
        <dsp:cNvSpPr/>
      </dsp:nvSpPr>
      <dsp:spPr>
        <a:xfrm>
          <a:off x="1169819" y="3802467"/>
          <a:ext cx="9709762"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977900">
            <a:lnSpc>
              <a:spcPct val="100000"/>
            </a:lnSpc>
            <a:spcBef>
              <a:spcPct val="0"/>
            </a:spcBef>
            <a:spcAft>
              <a:spcPct val="35000"/>
            </a:spcAft>
            <a:buNone/>
          </a:pPr>
          <a:r>
            <a:rPr lang="en-US" sz="2200" kern="1200" dirty="0"/>
            <a:t>Limited Design Tool Integration</a:t>
          </a:r>
        </a:p>
      </dsp:txBody>
      <dsp:txXfrm>
        <a:off x="1169819" y="3802467"/>
        <a:ext cx="9709762" cy="101283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80B4A1-9D8C-4A1C-85AC-E42456D3CF56}">
      <dsp:nvSpPr>
        <dsp:cNvPr id="0" name=""/>
        <dsp:cNvSpPr/>
      </dsp:nvSpPr>
      <dsp:spPr>
        <a:xfrm>
          <a:off x="0" y="4351"/>
          <a:ext cx="10880726" cy="101283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3692AE-977B-47AB-A8A2-47EAF0945224}">
      <dsp:nvSpPr>
        <dsp:cNvPr id="0" name=""/>
        <dsp:cNvSpPr/>
      </dsp:nvSpPr>
      <dsp:spPr>
        <a:xfrm>
          <a:off x="306381" y="232238"/>
          <a:ext cx="557056" cy="5570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2251E8B-25B4-4870-BFC9-3F3A014A9CAF}">
      <dsp:nvSpPr>
        <dsp:cNvPr id="0" name=""/>
        <dsp:cNvSpPr/>
      </dsp:nvSpPr>
      <dsp:spPr>
        <a:xfrm>
          <a:off x="1169819" y="4351"/>
          <a:ext cx="9709762"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977900">
            <a:lnSpc>
              <a:spcPct val="100000"/>
            </a:lnSpc>
            <a:spcBef>
              <a:spcPct val="0"/>
            </a:spcBef>
            <a:spcAft>
              <a:spcPct val="35000"/>
            </a:spcAft>
            <a:buNone/>
          </a:pPr>
          <a:r>
            <a:rPr lang="en-US" sz="2200" kern="1200"/>
            <a:t>Powerful IDE for writing XAML or C# based GUI code</a:t>
          </a:r>
        </a:p>
      </dsp:txBody>
      <dsp:txXfrm>
        <a:off x="1169819" y="4351"/>
        <a:ext cx="9709762" cy="1012830"/>
      </dsp:txXfrm>
    </dsp:sp>
    <dsp:sp modelId="{6E20BFFE-70E9-4A3C-85A6-BDE355054732}">
      <dsp:nvSpPr>
        <dsp:cNvPr id="0" name=""/>
        <dsp:cNvSpPr/>
      </dsp:nvSpPr>
      <dsp:spPr>
        <a:xfrm>
          <a:off x="0" y="1270390"/>
          <a:ext cx="10880726" cy="101283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430D99-6B11-46F3-B56B-A8D8B53E81E6}">
      <dsp:nvSpPr>
        <dsp:cNvPr id="0" name=""/>
        <dsp:cNvSpPr/>
      </dsp:nvSpPr>
      <dsp:spPr>
        <a:xfrm>
          <a:off x="306381" y="1498277"/>
          <a:ext cx="557056" cy="5570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71FD07-C285-42E4-9172-8A67895DD696}">
      <dsp:nvSpPr>
        <dsp:cNvPr id="0" name=""/>
        <dsp:cNvSpPr/>
      </dsp:nvSpPr>
      <dsp:spPr>
        <a:xfrm>
          <a:off x="1169819" y="1270390"/>
          <a:ext cx="4896326"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977900">
            <a:lnSpc>
              <a:spcPct val="100000"/>
            </a:lnSpc>
            <a:spcBef>
              <a:spcPct val="0"/>
            </a:spcBef>
            <a:spcAft>
              <a:spcPct val="35000"/>
            </a:spcAft>
            <a:buNone/>
          </a:pPr>
          <a:r>
            <a:rPr lang="en-US" sz="2200" kern="1200"/>
            <a:t>GUI for editing XAML code in real time</a:t>
          </a:r>
        </a:p>
      </dsp:txBody>
      <dsp:txXfrm>
        <a:off x="1169819" y="1270390"/>
        <a:ext cx="4896326" cy="1012830"/>
      </dsp:txXfrm>
    </dsp:sp>
    <dsp:sp modelId="{74696D5A-3BFA-43E8-8A79-189B5EEEDB8C}">
      <dsp:nvSpPr>
        <dsp:cNvPr id="0" name=""/>
        <dsp:cNvSpPr/>
      </dsp:nvSpPr>
      <dsp:spPr>
        <a:xfrm>
          <a:off x="6066146" y="1270390"/>
          <a:ext cx="4813436"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800100">
            <a:lnSpc>
              <a:spcPct val="100000"/>
            </a:lnSpc>
            <a:spcBef>
              <a:spcPct val="0"/>
            </a:spcBef>
            <a:spcAft>
              <a:spcPct val="35000"/>
            </a:spcAft>
            <a:buNone/>
          </a:pPr>
          <a:r>
            <a:rPr lang="en-US" sz="1800" kern="1200" dirty="0"/>
            <a:t>Changing an option in the rendered form causes VS to update the code and the opposite</a:t>
          </a:r>
        </a:p>
      </dsp:txBody>
      <dsp:txXfrm>
        <a:off x="6066146" y="1270390"/>
        <a:ext cx="4813436" cy="1012830"/>
      </dsp:txXfrm>
    </dsp:sp>
    <dsp:sp modelId="{1FC7EE80-0752-4D9B-8D5B-D433A657734E}">
      <dsp:nvSpPr>
        <dsp:cNvPr id="0" name=""/>
        <dsp:cNvSpPr/>
      </dsp:nvSpPr>
      <dsp:spPr>
        <a:xfrm>
          <a:off x="0" y="2536428"/>
          <a:ext cx="10880726" cy="101283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5C1E9F-1E4B-4D71-BEED-BC7F0E6761D3}">
      <dsp:nvSpPr>
        <dsp:cNvPr id="0" name=""/>
        <dsp:cNvSpPr/>
      </dsp:nvSpPr>
      <dsp:spPr>
        <a:xfrm>
          <a:off x="306381" y="2764315"/>
          <a:ext cx="557056" cy="5570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A70620B-85F5-42E9-80F1-AA276A8E3BEB}">
      <dsp:nvSpPr>
        <dsp:cNvPr id="0" name=""/>
        <dsp:cNvSpPr/>
      </dsp:nvSpPr>
      <dsp:spPr>
        <a:xfrm>
          <a:off x="1169819" y="2536428"/>
          <a:ext cx="9709762"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977900">
            <a:lnSpc>
              <a:spcPct val="100000"/>
            </a:lnSpc>
            <a:spcBef>
              <a:spcPct val="0"/>
            </a:spcBef>
            <a:spcAft>
              <a:spcPct val="35000"/>
            </a:spcAft>
            <a:buNone/>
          </a:pPr>
          <a:r>
            <a:rPr lang="en-US" sz="2200" kern="1200"/>
            <a:t>Drag and drop functionality for adding new controls</a:t>
          </a:r>
        </a:p>
      </dsp:txBody>
      <dsp:txXfrm>
        <a:off x="1169819" y="2536428"/>
        <a:ext cx="9709762" cy="1012830"/>
      </dsp:txXfrm>
    </dsp:sp>
    <dsp:sp modelId="{69FBC543-F843-4F5B-8F8E-62DAABB32B71}">
      <dsp:nvSpPr>
        <dsp:cNvPr id="0" name=""/>
        <dsp:cNvSpPr/>
      </dsp:nvSpPr>
      <dsp:spPr>
        <a:xfrm>
          <a:off x="0" y="3802467"/>
          <a:ext cx="10880726" cy="101283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903D0C-A6D3-4FC1-95C5-3A2A146A67C2}">
      <dsp:nvSpPr>
        <dsp:cNvPr id="0" name=""/>
        <dsp:cNvSpPr/>
      </dsp:nvSpPr>
      <dsp:spPr>
        <a:xfrm>
          <a:off x="306381" y="4030354"/>
          <a:ext cx="557056" cy="55705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A809405-D9B3-42AE-BFBD-3FDBDB3E896F}">
      <dsp:nvSpPr>
        <dsp:cNvPr id="0" name=""/>
        <dsp:cNvSpPr/>
      </dsp:nvSpPr>
      <dsp:spPr>
        <a:xfrm>
          <a:off x="1169819" y="3802467"/>
          <a:ext cx="9709762"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977900">
            <a:lnSpc>
              <a:spcPct val="100000"/>
            </a:lnSpc>
            <a:spcBef>
              <a:spcPct val="0"/>
            </a:spcBef>
            <a:spcAft>
              <a:spcPct val="35000"/>
            </a:spcAft>
            <a:buNone/>
          </a:pPr>
          <a:r>
            <a:rPr lang="en-US" sz="2200" kern="1200"/>
            <a:t>Easy GUI guided based support for setting advanced options</a:t>
          </a:r>
        </a:p>
      </dsp:txBody>
      <dsp:txXfrm>
        <a:off x="1169819" y="3802467"/>
        <a:ext cx="9709762" cy="101283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59B653-1222-4059-A7DF-B7CFABA7A399}">
      <dsp:nvSpPr>
        <dsp:cNvPr id="0" name=""/>
        <dsp:cNvSpPr/>
      </dsp:nvSpPr>
      <dsp:spPr>
        <a:xfrm>
          <a:off x="0" y="4351"/>
          <a:ext cx="10880726" cy="101283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668AA8-6364-4231-BB93-4FBF4EA8224A}">
      <dsp:nvSpPr>
        <dsp:cNvPr id="0" name=""/>
        <dsp:cNvSpPr/>
      </dsp:nvSpPr>
      <dsp:spPr>
        <a:xfrm>
          <a:off x="306381" y="232238"/>
          <a:ext cx="557056" cy="5570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686D91-F461-43D8-9B9F-5474E795B878}">
      <dsp:nvSpPr>
        <dsp:cNvPr id="0" name=""/>
        <dsp:cNvSpPr/>
      </dsp:nvSpPr>
      <dsp:spPr>
        <a:xfrm>
          <a:off x="1169819" y="4351"/>
          <a:ext cx="4896326"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977900">
            <a:lnSpc>
              <a:spcPct val="100000"/>
            </a:lnSpc>
            <a:spcBef>
              <a:spcPct val="0"/>
            </a:spcBef>
            <a:spcAft>
              <a:spcPct val="35000"/>
            </a:spcAft>
            <a:buNone/>
          </a:pPr>
          <a:r>
            <a:rPr lang="en-US" sz="2200" kern="1200"/>
            <a:t>Visual Studio Express</a:t>
          </a:r>
        </a:p>
      </dsp:txBody>
      <dsp:txXfrm>
        <a:off x="1169819" y="4351"/>
        <a:ext cx="4896326" cy="1012830"/>
      </dsp:txXfrm>
    </dsp:sp>
    <dsp:sp modelId="{0E88A9D1-023A-445E-AAF9-21ED50490E3D}">
      <dsp:nvSpPr>
        <dsp:cNvPr id="0" name=""/>
        <dsp:cNvSpPr/>
      </dsp:nvSpPr>
      <dsp:spPr>
        <a:xfrm>
          <a:off x="6066146" y="4351"/>
          <a:ext cx="4813436"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800100">
            <a:lnSpc>
              <a:spcPct val="100000"/>
            </a:lnSpc>
            <a:spcBef>
              <a:spcPct val="0"/>
            </a:spcBef>
            <a:spcAft>
              <a:spcPct val="35000"/>
            </a:spcAft>
            <a:buNone/>
          </a:pPr>
          <a:r>
            <a:rPr lang="en-US" sz="1800" kern="1200" dirty="0"/>
            <a:t>Free for everyone but discontinued</a:t>
          </a:r>
        </a:p>
      </dsp:txBody>
      <dsp:txXfrm>
        <a:off x="6066146" y="4351"/>
        <a:ext cx="4813436" cy="1012830"/>
      </dsp:txXfrm>
    </dsp:sp>
    <dsp:sp modelId="{5B6B60D5-9D31-4D09-8E2A-3A7FF30997C4}">
      <dsp:nvSpPr>
        <dsp:cNvPr id="0" name=""/>
        <dsp:cNvSpPr/>
      </dsp:nvSpPr>
      <dsp:spPr>
        <a:xfrm>
          <a:off x="0" y="1270390"/>
          <a:ext cx="10880726" cy="101283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A75440-3331-4080-8B3F-301FCB7ECAE8}">
      <dsp:nvSpPr>
        <dsp:cNvPr id="0" name=""/>
        <dsp:cNvSpPr/>
      </dsp:nvSpPr>
      <dsp:spPr>
        <a:xfrm>
          <a:off x="306381" y="1498277"/>
          <a:ext cx="557056" cy="5570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9DF7EA-8C50-4B4B-B5A6-BC18FB336B6B}">
      <dsp:nvSpPr>
        <dsp:cNvPr id="0" name=""/>
        <dsp:cNvSpPr/>
      </dsp:nvSpPr>
      <dsp:spPr>
        <a:xfrm>
          <a:off x="1169819" y="1270390"/>
          <a:ext cx="4896326"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977900">
            <a:lnSpc>
              <a:spcPct val="100000"/>
            </a:lnSpc>
            <a:spcBef>
              <a:spcPct val="0"/>
            </a:spcBef>
            <a:spcAft>
              <a:spcPct val="35000"/>
            </a:spcAft>
            <a:buNone/>
          </a:pPr>
          <a:r>
            <a:rPr lang="en-US" sz="2200" kern="1200"/>
            <a:t>Visual Studio Community</a:t>
          </a:r>
        </a:p>
      </dsp:txBody>
      <dsp:txXfrm>
        <a:off x="1169819" y="1270390"/>
        <a:ext cx="4896326" cy="1012830"/>
      </dsp:txXfrm>
    </dsp:sp>
    <dsp:sp modelId="{ECED687E-8BA0-4DC5-A007-FE40194EFFB1}">
      <dsp:nvSpPr>
        <dsp:cNvPr id="0" name=""/>
        <dsp:cNvSpPr/>
      </dsp:nvSpPr>
      <dsp:spPr>
        <a:xfrm>
          <a:off x="6066146" y="1270390"/>
          <a:ext cx="4813436"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800100">
            <a:lnSpc>
              <a:spcPct val="100000"/>
            </a:lnSpc>
            <a:spcBef>
              <a:spcPct val="0"/>
            </a:spcBef>
            <a:spcAft>
              <a:spcPct val="35000"/>
            </a:spcAft>
            <a:buNone/>
          </a:pPr>
          <a:r>
            <a:rPr lang="en-US" sz="1800" kern="1200" dirty="0"/>
            <a:t>Free for use on Opensource, Classroom training, Academic research</a:t>
          </a:r>
        </a:p>
        <a:p>
          <a:pPr marL="0" lvl="0" indent="0" algn="l" defTabSz="800100">
            <a:lnSpc>
              <a:spcPct val="100000"/>
            </a:lnSpc>
            <a:spcBef>
              <a:spcPct val="0"/>
            </a:spcBef>
            <a:spcAft>
              <a:spcPct val="35000"/>
            </a:spcAft>
            <a:buNone/>
          </a:pPr>
          <a:r>
            <a:rPr lang="en-US" sz="1800" b="1" kern="1200" dirty="0"/>
            <a:t>Not for Enterprise</a:t>
          </a:r>
        </a:p>
      </dsp:txBody>
      <dsp:txXfrm>
        <a:off x="6066146" y="1270390"/>
        <a:ext cx="4813436" cy="1012830"/>
      </dsp:txXfrm>
    </dsp:sp>
    <dsp:sp modelId="{F4EDC5D1-DBF9-41F6-AB2A-D59E80AEDECE}">
      <dsp:nvSpPr>
        <dsp:cNvPr id="0" name=""/>
        <dsp:cNvSpPr/>
      </dsp:nvSpPr>
      <dsp:spPr>
        <a:xfrm>
          <a:off x="0" y="2536428"/>
          <a:ext cx="10880726" cy="101283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053FA4-60EA-43A7-886A-3AF4FA0A6D95}">
      <dsp:nvSpPr>
        <dsp:cNvPr id="0" name=""/>
        <dsp:cNvSpPr/>
      </dsp:nvSpPr>
      <dsp:spPr>
        <a:xfrm>
          <a:off x="306381" y="2764315"/>
          <a:ext cx="557056" cy="5570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562D4B-463F-47A1-B88D-3ADD628B2C87}">
      <dsp:nvSpPr>
        <dsp:cNvPr id="0" name=""/>
        <dsp:cNvSpPr/>
      </dsp:nvSpPr>
      <dsp:spPr>
        <a:xfrm>
          <a:off x="1169819" y="2536428"/>
          <a:ext cx="4896326"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977900">
            <a:lnSpc>
              <a:spcPct val="100000"/>
            </a:lnSpc>
            <a:spcBef>
              <a:spcPct val="0"/>
            </a:spcBef>
            <a:spcAft>
              <a:spcPct val="35000"/>
            </a:spcAft>
            <a:buNone/>
          </a:pPr>
          <a:r>
            <a:rPr lang="en-US" sz="2200" kern="1200"/>
            <a:t>Visual Studio Professional</a:t>
          </a:r>
        </a:p>
      </dsp:txBody>
      <dsp:txXfrm>
        <a:off x="1169819" y="2536428"/>
        <a:ext cx="4896326" cy="1012830"/>
      </dsp:txXfrm>
    </dsp:sp>
    <dsp:sp modelId="{F6BCD6B0-674A-448A-81B9-C697ECAB419B}">
      <dsp:nvSpPr>
        <dsp:cNvPr id="0" name=""/>
        <dsp:cNvSpPr/>
      </dsp:nvSpPr>
      <dsp:spPr>
        <a:xfrm>
          <a:off x="6066146" y="2536428"/>
          <a:ext cx="4813436"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755650">
            <a:lnSpc>
              <a:spcPct val="100000"/>
            </a:lnSpc>
            <a:spcBef>
              <a:spcPct val="0"/>
            </a:spcBef>
            <a:spcAft>
              <a:spcPct val="35000"/>
            </a:spcAft>
            <a:buNone/>
          </a:pPr>
          <a:r>
            <a:rPr lang="en-US" sz="1700" kern="1200" dirty="0"/>
            <a:t>Same version as community but for Enterprise</a:t>
          </a:r>
        </a:p>
      </dsp:txBody>
      <dsp:txXfrm>
        <a:off x="6066146" y="2536428"/>
        <a:ext cx="4813436" cy="1012830"/>
      </dsp:txXfrm>
    </dsp:sp>
    <dsp:sp modelId="{357908E1-F3BF-4494-8952-2F0CDEC4E31E}">
      <dsp:nvSpPr>
        <dsp:cNvPr id="0" name=""/>
        <dsp:cNvSpPr/>
      </dsp:nvSpPr>
      <dsp:spPr>
        <a:xfrm>
          <a:off x="0" y="3802467"/>
          <a:ext cx="10880726" cy="101283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14A60E-BE55-4E6F-B802-9122480886B0}">
      <dsp:nvSpPr>
        <dsp:cNvPr id="0" name=""/>
        <dsp:cNvSpPr/>
      </dsp:nvSpPr>
      <dsp:spPr>
        <a:xfrm>
          <a:off x="306381" y="4030354"/>
          <a:ext cx="557056" cy="55705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1B5CD1-D71A-4F99-A745-34BCF16C9C88}">
      <dsp:nvSpPr>
        <dsp:cNvPr id="0" name=""/>
        <dsp:cNvSpPr/>
      </dsp:nvSpPr>
      <dsp:spPr>
        <a:xfrm>
          <a:off x="1169819" y="3802467"/>
          <a:ext cx="4896326"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977900">
            <a:lnSpc>
              <a:spcPct val="100000"/>
            </a:lnSpc>
            <a:spcBef>
              <a:spcPct val="0"/>
            </a:spcBef>
            <a:spcAft>
              <a:spcPct val="35000"/>
            </a:spcAft>
            <a:buNone/>
          </a:pPr>
          <a:r>
            <a:rPr lang="en-US" sz="2200" kern="1200"/>
            <a:t>Visual Studio Enterprise</a:t>
          </a:r>
        </a:p>
      </dsp:txBody>
      <dsp:txXfrm>
        <a:off x="1169819" y="3802467"/>
        <a:ext cx="4896326" cy="1012830"/>
      </dsp:txXfrm>
    </dsp:sp>
    <dsp:sp modelId="{55AC425E-1B23-4BEC-ADBB-0C0898330F66}">
      <dsp:nvSpPr>
        <dsp:cNvPr id="0" name=""/>
        <dsp:cNvSpPr/>
      </dsp:nvSpPr>
      <dsp:spPr>
        <a:xfrm>
          <a:off x="6066146" y="3802467"/>
          <a:ext cx="4813436" cy="1012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191" tIns="107191" rIns="107191" bIns="107191" numCol="1" spcCol="1270" anchor="ctr" anchorCtr="0">
          <a:noAutofit/>
        </a:bodyPr>
        <a:lstStyle/>
        <a:p>
          <a:pPr marL="0" lvl="0" indent="0" algn="l" defTabSz="755650">
            <a:lnSpc>
              <a:spcPct val="100000"/>
            </a:lnSpc>
            <a:spcBef>
              <a:spcPct val="0"/>
            </a:spcBef>
            <a:spcAft>
              <a:spcPct val="35000"/>
            </a:spcAft>
            <a:buNone/>
          </a:pPr>
          <a:r>
            <a:rPr lang="en-US" sz="1700" kern="1200" dirty="0"/>
            <a:t>Advanced testing, architecture validation, performance profiling, and static code analysis</a:t>
          </a:r>
        </a:p>
      </dsp:txBody>
      <dsp:txXfrm>
        <a:off x="6066146" y="3802467"/>
        <a:ext cx="4813436" cy="101283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33710C-240D-45CF-BA5D-2504087F96E3}">
      <dsp:nvSpPr>
        <dsp:cNvPr id="0" name=""/>
        <dsp:cNvSpPr/>
      </dsp:nvSpPr>
      <dsp:spPr>
        <a:xfrm>
          <a:off x="210601" y="1555081"/>
          <a:ext cx="1788276" cy="589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GUI:</a:t>
          </a:r>
          <a:br>
            <a:rPr lang="en-US" sz="2000" kern="1200" dirty="0"/>
          </a:br>
          <a:r>
            <a:rPr lang="en-US" sz="2000" kern="1200" dirty="0"/>
            <a:t>Design</a:t>
          </a:r>
        </a:p>
      </dsp:txBody>
      <dsp:txXfrm>
        <a:off x="210601" y="1555081"/>
        <a:ext cx="1788276" cy="589318"/>
      </dsp:txXfrm>
    </dsp:sp>
    <dsp:sp modelId="{7209DE6E-692B-4E1F-A86F-7D09578A98D6}">
      <dsp:nvSpPr>
        <dsp:cNvPr id="0" name=""/>
        <dsp:cNvSpPr/>
      </dsp:nvSpPr>
      <dsp:spPr>
        <a:xfrm>
          <a:off x="1605" y="2797750"/>
          <a:ext cx="2206268" cy="11040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t" anchorCtr="0">
          <a:noAutofit/>
        </a:bodyPr>
        <a:lstStyle/>
        <a:p>
          <a:pPr marL="171450" lvl="1" indent="-171450" algn="l" defTabSz="800100">
            <a:lnSpc>
              <a:spcPct val="90000"/>
            </a:lnSpc>
            <a:spcBef>
              <a:spcPct val="0"/>
            </a:spcBef>
            <a:spcAft>
              <a:spcPct val="15000"/>
            </a:spcAft>
            <a:buChar char="•"/>
          </a:pPr>
          <a:r>
            <a:rPr lang="en-US" sz="1800" kern="1200" dirty="0"/>
            <a:t>Design GUI on Paper / MS paint</a:t>
          </a:r>
        </a:p>
        <a:p>
          <a:pPr marL="171450" lvl="1" indent="-171450" algn="l" defTabSz="800100">
            <a:lnSpc>
              <a:spcPct val="90000"/>
            </a:lnSpc>
            <a:spcBef>
              <a:spcPct val="0"/>
            </a:spcBef>
            <a:spcAft>
              <a:spcPct val="15000"/>
            </a:spcAft>
            <a:buChar char="•"/>
          </a:pPr>
          <a:r>
            <a:rPr lang="en-US" sz="1800" kern="1200" dirty="0"/>
            <a:t>Design your GUI in XAML editor</a:t>
          </a:r>
        </a:p>
      </dsp:txBody>
      <dsp:txXfrm>
        <a:off x="1605" y="2797750"/>
        <a:ext cx="2206268" cy="1104095"/>
      </dsp:txXfrm>
    </dsp:sp>
    <dsp:sp modelId="{012A5B0F-909B-45AE-A84B-39127D3959A5}">
      <dsp:nvSpPr>
        <dsp:cNvPr id="0" name=""/>
        <dsp:cNvSpPr/>
      </dsp:nvSpPr>
      <dsp:spPr>
        <a:xfrm>
          <a:off x="208569" y="1375847"/>
          <a:ext cx="142249" cy="142249"/>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2A7030-B6F7-4B85-9A8E-8806C28B265A}">
      <dsp:nvSpPr>
        <dsp:cNvPr id="0" name=""/>
        <dsp:cNvSpPr/>
      </dsp:nvSpPr>
      <dsp:spPr>
        <a:xfrm>
          <a:off x="308143" y="1176698"/>
          <a:ext cx="142249" cy="142249"/>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1288F5-61A7-4478-AB1C-7972A364DCFC}">
      <dsp:nvSpPr>
        <dsp:cNvPr id="0" name=""/>
        <dsp:cNvSpPr/>
      </dsp:nvSpPr>
      <dsp:spPr>
        <a:xfrm>
          <a:off x="547122" y="1216528"/>
          <a:ext cx="223534" cy="223534"/>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3425C6-6AD5-4D61-B4D6-BD137861BC04}">
      <dsp:nvSpPr>
        <dsp:cNvPr id="0" name=""/>
        <dsp:cNvSpPr/>
      </dsp:nvSpPr>
      <dsp:spPr>
        <a:xfrm>
          <a:off x="746271" y="997464"/>
          <a:ext cx="142249" cy="142249"/>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FFC669-4447-4E2E-943A-0C92612CE083}">
      <dsp:nvSpPr>
        <dsp:cNvPr id="0" name=""/>
        <dsp:cNvSpPr/>
      </dsp:nvSpPr>
      <dsp:spPr>
        <a:xfrm>
          <a:off x="1005165" y="917804"/>
          <a:ext cx="142249" cy="142249"/>
        </a:xfrm>
        <a:prstGeom prst="ellips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0F8663-21D7-42EF-9535-FA2C103DAC7E}">
      <dsp:nvSpPr>
        <dsp:cNvPr id="0" name=""/>
        <dsp:cNvSpPr/>
      </dsp:nvSpPr>
      <dsp:spPr>
        <a:xfrm>
          <a:off x="1323803" y="1057208"/>
          <a:ext cx="142249" cy="142249"/>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5F899D-BA35-438F-BBB6-13C531C357BD}">
      <dsp:nvSpPr>
        <dsp:cNvPr id="0" name=""/>
        <dsp:cNvSpPr/>
      </dsp:nvSpPr>
      <dsp:spPr>
        <a:xfrm>
          <a:off x="1522952" y="1156783"/>
          <a:ext cx="223534" cy="223534"/>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561056-6823-4886-8BB7-2B96580B2A95}">
      <dsp:nvSpPr>
        <dsp:cNvPr id="0" name=""/>
        <dsp:cNvSpPr/>
      </dsp:nvSpPr>
      <dsp:spPr>
        <a:xfrm>
          <a:off x="1801761" y="1375847"/>
          <a:ext cx="142249" cy="142249"/>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FB6173-AA81-410F-A424-C07AD59E2DD4}">
      <dsp:nvSpPr>
        <dsp:cNvPr id="0" name=""/>
        <dsp:cNvSpPr/>
      </dsp:nvSpPr>
      <dsp:spPr>
        <a:xfrm>
          <a:off x="1921250" y="1594911"/>
          <a:ext cx="142249" cy="142249"/>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A81B85-F7F9-469E-9730-E4B217E1F41B}">
      <dsp:nvSpPr>
        <dsp:cNvPr id="0" name=""/>
        <dsp:cNvSpPr/>
      </dsp:nvSpPr>
      <dsp:spPr>
        <a:xfrm>
          <a:off x="885675" y="1176698"/>
          <a:ext cx="365783" cy="365783"/>
        </a:xfrm>
        <a:prstGeom prst="ellips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4DB1CF-006B-4B73-9D1A-5CC0B9C70B77}">
      <dsp:nvSpPr>
        <dsp:cNvPr id="0" name=""/>
        <dsp:cNvSpPr/>
      </dsp:nvSpPr>
      <dsp:spPr>
        <a:xfrm>
          <a:off x="108994" y="1933464"/>
          <a:ext cx="142249" cy="142249"/>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DC6BA4-3BB2-4A67-8C70-AE66E3448F5D}">
      <dsp:nvSpPr>
        <dsp:cNvPr id="0" name=""/>
        <dsp:cNvSpPr/>
      </dsp:nvSpPr>
      <dsp:spPr>
        <a:xfrm>
          <a:off x="228484" y="2112698"/>
          <a:ext cx="223534" cy="223534"/>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A9F703-207F-4EAB-93CE-4A6D5258BAA7}">
      <dsp:nvSpPr>
        <dsp:cNvPr id="0" name=""/>
        <dsp:cNvSpPr/>
      </dsp:nvSpPr>
      <dsp:spPr>
        <a:xfrm>
          <a:off x="527207" y="2272017"/>
          <a:ext cx="325141" cy="325141"/>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CC1123-33FD-43CF-96CB-A4DC2313B21F}">
      <dsp:nvSpPr>
        <dsp:cNvPr id="0" name=""/>
        <dsp:cNvSpPr/>
      </dsp:nvSpPr>
      <dsp:spPr>
        <a:xfrm>
          <a:off x="945420" y="2530911"/>
          <a:ext cx="142249" cy="142249"/>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E6CEDA-73F7-42E8-B2B0-8EFCBDCD866C}">
      <dsp:nvSpPr>
        <dsp:cNvPr id="0" name=""/>
        <dsp:cNvSpPr/>
      </dsp:nvSpPr>
      <dsp:spPr>
        <a:xfrm>
          <a:off x="1025080" y="2272017"/>
          <a:ext cx="223534" cy="223534"/>
        </a:xfrm>
        <a:prstGeom prst="ellips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9ECFE0-344B-4627-89AB-F77EB7C388FE}">
      <dsp:nvSpPr>
        <dsp:cNvPr id="0" name=""/>
        <dsp:cNvSpPr/>
      </dsp:nvSpPr>
      <dsp:spPr>
        <a:xfrm>
          <a:off x="1224229" y="2550826"/>
          <a:ext cx="142249" cy="142249"/>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C93ED8-B35D-4068-BD5A-271FD6ACE267}">
      <dsp:nvSpPr>
        <dsp:cNvPr id="0" name=""/>
        <dsp:cNvSpPr/>
      </dsp:nvSpPr>
      <dsp:spPr>
        <a:xfrm>
          <a:off x="1403463" y="2232187"/>
          <a:ext cx="325141" cy="325141"/>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D4D1C9-FEB1-41DB-91E4-B4B4A7D607CC}">
      <dsp:nvSpPr>
        <dsp:cNvPr id="0" name=""/>
        <dsp:cNvSpPr/>
      </dsp:nvSpPr>
      <dsp:spPr>
        <a:xfrm>
          <a:off x="1841591" y="2152528"/>
          <a:ext cx="223534" cy="223534"/>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0C7AA2-F75A-4363-87CF-31A03F61554C}">
      <dsp:nvSpPr>
        <dsp:cNvPr id="0" name=""/>
        <dsp:cNvSpPr/>
      </dsp:nvSpPr>
      <dsp:spPr>
        <a:xfrm>
          <a:off x="2207873" y="1216196"/>
          <a:ext cx="656489" cy="1253309"/>
        </a:xfrm>
        <a:prstGeom prst="chevron">
          <a:avLst>
            <a:gd name="adj" fmla="val 6231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E09DEDE-47E1-46A9-8FEA-CFEFA0114840}">
      <dsp:nvSpPr>
        <dsp:cNvPr id="0" name=""/>
        <dsp:cNvSpPr/>
      </dsp:nvSpPr>
      <dsp:spPr>
        <a:xfrm>
          <a:off x="3051596" y="1216805"/>
          <a:ext cx="1790425" cy="12532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PowerShell:</a:t>
          </a:r>
          <a:br>
            <a:rPr lang="en-US" sz="2000" kern="1200" dirty="0"/>
          </a:br>
          <a:r>
            <a:rPr lang="en-US" sz="2000" kern="1200" dirty="0"/>
            <a:t>Prepare</a:t>
          </a:r>
        </a:p>
      </dsp:txBody>
      <dsp:txXfrm>
        <a:off x="3051596" y="1216805"/>
        <a:ext cx="1790425" cy="1253297"/>
      </dsp:txXfrm>
    </dsp:sp>
    <dsp:sp modelId="{B1241853-E95E-47B2-8835-96B7497F18E6}">
      <dsp:nvSpPr>
        <dsp:cNvPr id="0" name=""/>
        <dsp:cNvSpPr/>
      </dsp:nvSpPr>
      <dsp:spPr>
        <a:xfrm>
          <a:off x="2864363" y="2797750"/>
          <a:ext cx="2164892" cy="11040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t" anchorCtr="0">
          <a:noAutofit/>
        </a:bodyPr>
        <a:lstStyle/>
        <a:p>
          <a:pPr marL="171450" lvl="1" indent="-171450" algn="l" defTabSz="800100">
            <a:lnSpc>
              <a:spcPct val="90000"/>
            </a:lnSpc>
            <a:spcBef>
              <a:spcPct val="0"/>
            </a:spcBef>
            <a:spcAft>
              <a:spcPct val="15000"/>
            </a:spcAft>
            <a:buChar char="•"/>
          </a:pPr>
          <a:r>
            <a:rPr lang="en-US" sz="1800" kern="1200" dirty="0"/>
            <a:t>Load needed assembly files</a:t>
          </a:r>
        </a:p>
        <a:p>
          <a:pPr marL="171450" lvl="1" indent="-171450" algn="l" defTabSz="800100">
            <a:lnSpc>
              <a:spcPct val="90000"/>
            </a:lnSpc>
            <a:spcBef>
              <a:spcPct val="0"/>
            </a:spcBef>
            <a:spcAft>
              <a:spcPct val="15000"/>
            </a:spcAft>
            <a:buChar char="•"/>
          </a:pPr>
          <a:r>
            <a:rPr lang="en-US" sz="1800" kern="1200" dirty="0"/>
            <a:t>Prepare XAML code for PS usage</a:t>
          </a:r>
        </a:p>
        <a:p>
          <a:pPr marL="171450" lvl="1" indent="-171450" algn="l" defTabSz="800100">
            <a:lnSpc>
              <a:spcPct val="90000"/>
            </a:lnSpc>
            <a:spcBef>
              <a:spcPct val="0"/>
            </a:spcBef>
            <a:spcAft>
              <a:spcPct val="15000"/>
            </a:spcAft>
            <a:buChar char="•"/>
          </a:pPr>
          <a:r>
            <a:rPr lang="en-US" sz="1800" kern="1200" dirty="0"/>
            <a:t>Read XAML code in PS as XML</a:t>
          </a:r>
        </a:p>
      </dsp:txBody>
      <dsp:txXfrm>
        <a:off x="2864363" y="2797750"/>
        <a:ext cx="2164892" cy="1104095"/>
      </dsp:txXfrm>
    </dsp:sp>
    <dsp:sp modelId="{F23511A9-30C7-4455-9A00-960B009AB94B}">
      <dsp:nvSpPr>
        <dsp:cNvPr id="0" name=""/>
        <dsp:cNvSpPr/>
      </dsp:nvSpPr>
      <dsp:spPr>
        <a:xfrm>
          <a:off x="5029255" y="1216196"/>
          <a:ext cx="656489" cy="1253309"/>
        </a:xfrm>
        <a:prstGeom prst="chevron">
          <a:avLst>
            <a:gd name="adj" fmla="val 6231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B5D0295-DECF-44B2-9F3D-7E24410EE119}">
      <dsp:nvSpPr>
        <dsp:cNvPr id="0" name=""/>
        <dsp:cNvSpPr/>
      </dsp:nvSpPr>
      <dsp:spPr>
        <a:xfrm>
          <a:off x="5952401" y="1216805"/>
          <a:ext cx="1790425" cy="12532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PowerShell:</a:t>
          </a:r>
          <a:br>
            <a:rPr lang="en-US" sz="2000" kern="1200" dirty="0"/>
          </a:br>
          <a:r>
            <a:rPr lang="en-US" sz="2000" kern="1200" dirty="0"/>
            <a:t>Load</a:t>
          </a:r>
        </a:p>
      </dsp:txBody>
      <dsp:txXfrm>
        <a:off x="5952401" y="1216805"/>
        <a:ext cx="1790425" cy="1253297"/>
      </dsp:txXfrm>
    </dsp:sp>
    <dsp:sp modelId="{8DAC1E67-F0F2-4630-B8DD-23ACAE0E1D73}">
      <dsp:nvSpPr>
        <dsp:cNvPr id="0" name=""/>
        <dsp:cNvSpPr/>
      </dsp:nvSpPr>
      <dsp:spPr>
        <a:xfrm>
          <a:off x="5685744" y="2797750"/>
          <a:ext cx="2323738" cy="11040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t" anchorCtr="0">
          <a:noAutofit/>
        </a:bodyPr>
        <a:lstStyle/>
        <a:p>
          <a:pPr marL="171450" lvl="1" indent="-171450" algn="l" defTabSz="800100">
            <a:lnSpc>
              <a:spcPct val="90000"/>
            </a:lnSpc>
            <a:spcBef>
              <a:spcPct val="0"/>
            </a:spcBef>
            <a:spcAft>
              <a:spcPct val="15000"/>
            </a:spcAft>
            <a:buChar char="•"/>
          </a:pPr>
          <a:r>
            <a:rPr lang="en-US" sz="1800" kern="1200" dirty="0"/>
            <a:t>Create an XML reader to load the XML data into usable PowerShell objects</a:t>
          </a:r>
        </a:p>
        <a:p>
          <a:pPr marL="171450" lvl="1" indent="-171450" algn="l" defTabSz="800100">
            <a:lnSpc>
              <a:spcPct val="90000"/>
            </a:lnSpc>
            <a:spcBef>
              <a:spcPct val="0"/>
            </a:spcBef>
            <a:spcAft>
              <a:spcPct val="15000"/>
            </a:spcAft>
            <a:buChar char="•"/>
          </a:pPr>
          <a:r>
            <a:rPr lang="en-US" sz="1800" kern="1200" dirty="0"/>
            <a:t>Add PowerShell code to control the form</a:t>
          </a:r>
        </a:p>
      </dsp:txBody>
      <dsp:txXfrm>
        <a:off x="5685744" y="2797750"/>
        <a:ext cx="2323738" cy="1104095"/>
      </dsp:txXfrm>
    </dsp:sp>
    <dsp:sp modelId="{3C0AE4DB-96B2-496A-AA47-5EF653878DD8}">
      <dsp:nvSpPr>
        <dsp:cNvPr id="0" name=""/>
        <dsp:cNvSpPr/>
      </dsp:nvSpPr>
      <dsp:spPr>
        <a:xfrm>
          <a:off x="8009483" y="1216196"/>
          <a:ext cx="656489" cy="1253309"/>
        </a:xfrm>
        <a:prstGeom prst="chevron">
          <a:avLst>
            <a:gd name="adj" fmla="val 6231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4A8BF7E-6D36-4A8D-8F7C-896687294A81}">
      <dsp:nvSpPr>
        <dsp:cNvPr id="0" name=""/>
        <dsp:cNvSpPr/>
      </dsp:nvSpPr>
      <dsp:spPr>
        <a:xfrm>
          <a:off x="8846926" y="1127284"/>
          <a:ext cx="1851237" cy="1521861"/>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en-US" sz="2000" kern="1200" dirty="0"/>
            <a:t>PowerShell: </a:t>
          </a:r>
          <a:br>
            <a:rPr lang="en-US" sz="2000" kern="1200" dirty="0"/>
          </a:br>
          <a:r>
            <a:rPr lang="en-US" sz="2000" kern="1200" dirty="0"/>
            <a:t>Use</a:t>
          </a:r>
        </a:p>
      </dsp:txBody>
      <dsp:txXfrm>
        <a:off x="9118033" y="1350155"/>
        <a:ext cx="1309023" cy="1076119"/>
      </dsp:txXfrm>
    </dsp:sp>
    <dsp:sp modelId="{5605762A-1F22-47BD-A0A1-CC372A85BC8B}">
      <dsp:nvSpPr>
        <dsp:cNvPr id="0" name=""/>
        <dsp:cNvSpPr/>
      </dsp:nvSpPr>
      <dsp:spPr>
        <a:xfrm>
          <a:off x="8665972" y="2797750"/>
          <a:ext cx="2213144" cy="11040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t" anchorCtr="0">
          <a:noAutofit/>
        </a:bodyPr>
        <a:lstStyle/>
        <a:p>
          <a:pPr marL="171450" lvl="1" indent="-171450" algn="l" defTabSz="800100">
            <a:lnSpc>
              <a:spcPct val="90000"/>
            </a:lnSpc>
            <a:spcBef>
              <a:spcPct val="0"/>
            </a:spcBef>
            <a:spcAft>
              <a:spcPct val="15000"/>
            </a:spcAft>
            <a:buChar char="•"/>
          </a:pPr>
          <a:r>
            <a:rPr lang="en-US" sz="1800" kern="1200" dirty="0"/>
            <a:t>Preload values or run code</a:t>
          </a:r>
        </a:p>
        <a:p>
          <a:pPr marL="171450" lvl="1" indent="-171450" algn="l" defTabSz="800100">
            <a:lnSpc>
              <a:spcPct val="90000"/>
            </a:lnSpc>
            <a:spcBef>
              <a:spcPct val="0"/>
            </a:spcBef>
            <a:spcAft>
              <a:spcPct val="15000"/>
            </a:spcAft>
            <a:buChar char="•"/>
          </a:pPr>
          <a:r>
            <a:rPr lang="en-US" sz="1800" kern="1200" dirty="0"/>
            <a:t>Display form </a:t>
          </a:r>
        </a:p>
        <a:p>
          <a:pPr marL="171450" lvl="1" indent="-171450" algn="l" defTabSz="800100">
            <a:lnSpc>
              <a:spcPct val="90000"/>
            </a:lnSpc>
            <a:spcBef>
              <a:spcPct val="0"/>
            </a:spcBef>
            <a:spcAft>
              <a:spcPct val="15000"/>
            </a:spcAft>
            <a:buChar char="•"/>
          </a:pPr>
          <a:r>
            <a:rPr lang="en-US" sz="1800" kern="1200" dirty="0"/>
            <a:t>Close Form</a:t>
          </a:r>
        </a:p>
      </dsp:txBody>
      <dsp:txXfrm>
        <a:off x="8665972" y="2797750"/>
        <a:ext cx="2213144" cy="110409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BB6B23-AC59-48E3-9AF0-6FF1E6B445C4}">
      <dsp:nvSpPr>
        <dsp:cNvPr id="0" name=""/>
        <dsp:cNvSpPr/>
      </dsp:nvSpPr>
      <dsp:spPr>
        <a:xfrm>
          <a:off x="0" y="0"/>
          <a:ext cx="8704580" cy="1060323"/>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defRPr b="1"/>
          </a:pPr>
          <a:r>
            <a:rPr lang="en-US" sz="2100" kern="1200"/>
            <a:t>Name all controls and windows in the GUI</a:t>
          </a:r>
        </a:p>
        <a:p>
          <a:pPr marL="171450" lvl="1" indent="-171450" algn="l" defTabSz="711200">
            <a:lnSpc>
              <a:spcPct val="90000"/>
            </a:lnSpc>
            <a:spcBef>
              <a:spcPct val="0"/>
            </a:spcBef>
            <a:spcAft>
              <a:spcPct val="15000"/>
            </a:spcAft>
            <a:buNone/>
          </a:pPr>
          <a:r>
            <a:rPr lang="en-US" sz="1600" kern="1200" dirty="0"/>
            <a:t>This will be used by PowerShell to create variables (Explained later)</a:t>
          </a:r>
        </a:p>
      </dsp:txBody>
      <dsp:txXfrm>
        <a:off x="31056" y="31056"/>
        <a:ext cx="7470811" cy="998211"/>
      </dsp:txXfrm>
    </dsp:sp>
    <dsp:sp modelId="{808B6CBC-D192-44A6-A959-F7B0D44457CD}">
      <dsp:nvSpPr>
        <dsp:cNvPr id="0" name=""/>
        <dsp:cNvSpPr/>
      </dsp:nvSpPr>
      <dsp:spPr>
        <a:xfrm>
          <a:off x="729008" y="1253109"/>
          <a:ext cx="8704580" cy="1060323"/>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defRPr b="1"/>
          </a:pPr>
          <a:r>
            <a:rPr lang="en-US" sz="2100" kern="1200"/>
            <a:t>Do not create any code behind the form (*.xaml.cs file)</a:t>
          </a:r>
        </a:p>
        <a:p>
          <a:pPr marL="171450" lvl="1" indent="-171450" algn="l" defTabSz="711200">
            <a:lnSpc>
              <a:spcPct val="90000"/>
            </a:lnSpc>
            <a:spcBef>
              <a:spcPct val="0"/>
            </a:spcBef>
            <a:spcAft>
              <a:spcPct val="15000"/>
            </a:spcAft>
            <a:buNone/>
          </a:pPr>
          <a:r>
            <a:rPr lang="en-US" sz="1600" kern="1200" dirty="0"/>
            <a:t>This is the code that needs to be created in PowerShell</a:t>
          </a:r>
        </a:p>
      </dsp:txBody>
      <dsp:txXfrm>
        <a:off x="760064" y="1284165"/>
        <a:ext cx="7224249" cy="998210"/>
      </dsp:txXfrm>
    </dsp:sp>
    <dsp:sp modelId="{E2402A48-EC35-40FA-9181-8432F598940D}">
      <dsp:nvSpPr>
        <dsp:cNvPr id="0" name=""/>
        <dsp:cNvSpPr/>
      </dsp:nvSpPr>
      <dsp:spPr>
        <a:xfrm>
          <a:off x="1447136" y="2506218"/>
          <a:ext cx="8704580" cy="1060323"/>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defRPr b="1"/>
          </a:pPr>
          <a:r>
            <a:rPr lang="en-US" sz="2100" kern="1200"/>
            <a:t>3</a:t>
          </a:r>
          <a:r>
            <a:rPr lang="en-US" sz="2100" kern="1200" baseline="30000"/>
            <a:t>rd</a:t>
          </a:r>
          <a:r>
            <a:rPr lang="en-US" sz="2100" kern="1200"/>
            <a:t> party controls need to be added via PowerShell</a:t>
          </a:r>
        </a:p>
        <a:p>
          <a:pPr marL="171450" lvl="1" indent="-171450" algn="l" defTabSz="711200">
            <a:lnSpc>
              <a:spcPct val="90000"/>
            </a:lnSpc>
            <a:spcBef>
              <a:spcPct val="0"/>
            </a:spcBef>
            <a:spcAft>
              <a:spcPct val="15000"/>
            </a:spcAft>
            <a:buNone/>
          </a:pPr>
          <a:r>
            <a:rPr lang="en-US" sz="1600" kern="1200" dirty="0"/>
            <a:t>This complicates the GUI and requires dependencies</a:t>
          </a:r>
        </a:p>
      </dsp:txBody>
      <dsp:txXfrm>
        <a:off x="1478192" y="2537274"/>
        <a:ext cx="7235130" cy="998211"/>
      </dsp:txXfrm>
    </dsp:sp>
    <dsp:sp modelId="{69817142-23B5-4621-9F8E-06E04380EF09}">
      <dsp:nvSpPr>
        <dsp:cNvPr id="0" name=""/>
        <dsp:cNvSpPr/>
      </dsp:nvSpPr>
      <dsp:spPr>
        <a:xfrm>
          <a:off x="2176145" y="3759327"/>
          <a:ext cx="8704580" cy="1060323"/>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defRPr b="1"/>
          </a:pPr>
          <a:r>
            <a:rPr lang="en-US" sz="2100" kern="1200"/>
            <a:t>During migration from VS to PowerShell, only use the *.xaml  formatting code</a:t>
          </a:r>
        </a:p>
      </dsp:txBody>
      <dsp:txXfrm>
        <a:off x="2207201" y="3790383"/>
        <a:ext cx="7224249" cy="998211"/>
      </dsp:txXfrm>
    </dsp:sp>
    <dsp:sp modelId="{51112339-9194-4DED-A5CC-CFA7E84655E9}">
      <dsp:nvSpPr>
        <dsp:cNvPr id="0" name=""/>
        <dsp:cNvSpPr/>
      </dsp:nvSpPr>
      <dsp:spPr>
        <a:xfrm>
          <a:off x="8015370" y="812111"/>
          <a:ext cx="689209" cy="689209"/>
        </a:xfrm>
        <a:prstGeom prst="downArrow">
          <a:avLst>
            <a:gd name="adj1" fmla="val 55000"/>
            <a:gd name="adj2" fmla="val 45000"/>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8170442" y="812111"/>
        <a:ext cx="379065" cy="518630"/>
      </dsp:txXfrm>
    </dsp:sp>
    <dsp:sp modelId="{ACB5DD38-D35F-4BAE-98ED-F06957697878}">
      <dsp:nvSpPr>
        <dsp:cNvPr id="0" name=""/>
        <dsp:cNvSpPr/>
      </dsp:nvSpPr>
      <dsp:spPr>
        <a:xfrm>
          <a:off x="8744378" y="2065220"/>
          <a:ext cx="689209" cy="689209"/>
        </a:xfrm>
        <a:prstGeom prst="downArrow">
          <a:avLst>
            <a:gd name="adj1" fmla="val 55000"/>
            <a:gd name="adj2" fmla="val 45000"/>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8899450" y="2065220"/>
        <a:ext cx="379065" cy="518630"/>
      </dsp:txXfrm>
    </dsp:sp>
    <dsp:sp modelId="{F5D18D75-16D7-4386-89B9-87375478ADF1}">
      <dsp:nvSpPr>
        <dsp:cNvPr id="0" name=""/>
        <dsp:cNvSpPr/>
      </dsp:nvSpPr>
      <dsp:spPr>
        <a:xfrm>
          <a:off x="9462506" y="3318329"/>
          <a:ext cx="689209" cy="689209"/>
        </a:xfrm>
        <a:prstGeom prst="downArrow">
          <a:avLst>
            <a:gd name="adj1" fmla="val 55000"/>
            <a:gd name="adj2" fmla="val 45000"/>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endParaRPr lang="en-US" sz="2900" kern="1200"/>
        </a:p>
      </dsp:txBody>
      <dsp:txXfrm>
        <a:off x="9617578" y="3318329"/>
        <a:ext cx="379065" cy="51863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6A7534-7BF4-47ED-95EB-D893D4259CB6}">
      <dsp:nvSpPr>
        <dsp:cNvPr id="0" name=""/>
        <dsp:cNvSpPr/>
      </dsp:nvSpPr>
      <dsp:spPr>
        <a:xfrm rot="5400000">
          <a:off x="6777609" y="-2702874"/>
          <a:ext cx="1242566" cy="6963664"/>
        </a:xfrm>
        <a:prstGeom prst="round2Same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har char="•"/>
          </a:pPr>
          <a:r>
            <a:rPr lang="en-US" sz="2100" kern="1200"/>
            <a:t>Updating source can cause a chain of other controls to get updated automatically</a:t>
          </a:r>
        </a:p>
      </dsp:txBody>
      <dsp:txXfrm rot="-5400000">
        <a:off x="3917061" y="218331"/>
        <a:ext cx="6903007" cy="1121252"/>
      </dsp:txXfrm>
    </dsp:sp>
    <dsp:sp modelId="{823156E3-AC48-48A1-850D-A016B485CB7B}">
      <dsp:nvSpPr>
        <dsp:cNvPr id="0" name=""/>
        <dsp:cNvSpPr/>
      </dsp:nvSpPr>
      <dsp:spPr>
        <a:xfrm>
          <a:off x="0" y="2353"/>
          <a:ext cx="3917061" cy="1553207"/>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defRPr b="1"/>
          </a:pPr>
          <a:r>
            <a:rPr lang="en-US" sz="2300" kern="1200"/>
            <a:t>A functionality to update a control when the source it points to changes</a:t>
          </a:r>
        </a:p>
      </dsp:txBody>
      <dsp:txXfrm>
        <a:off x="75821" y="78174"/>
        <a:ext cx="3765419" cy="1401565"/>
      </dsp:txXfrm>
    </dsp:sp>
    <dsp:sp modelId="{E3B74B82-FBDF-464E-87B3-55C656401475}">
      <dsp:nvSpPr>
        <dsp:cNvPr id="0" name=""/>
        <dsp:cNvSpPr/>
      </dsp:nvSpPr>
      <dsp:spPr>
        <a:xfrm rot="5400000">
          <a:off x="6777609" y="-1072007"/>
          <a:ext cx="1242566" cy="6963664"/>
        </a:xfrm>
        <a:prstGeom prst="round2Same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har char="•"/>
          </a:pPr>
          <a:r>
            <a:rPr lang="en-US" sz="2100" kern="1200" dirty="0"/>
            <a:t>Directly in XAML referencing an other control as source</a:t>
          </a:r>
        </a:p>
        <a:p>
          <a:pPr marL="228600" lvl="1" indent="-228600" algn="l" defTabSz="933450">
            <a:lnSpc>
              <a:spcPct val="90000"/>
            </a:lnSpc>
            <a:spcBef>
              <a:spcPct val="0"/>
            </a:spcBef>
            <a:spcAft>
              <a:spcPct val="15000"/>
            </a:spcAft>
            <a:buChar char="•"/>
          </a:pPr>
          <a:r>
            <a:rPr lang="en-US" sz="2100" kern="1200"/>
            <a:t>In PowerShell code referencing a PowerShell variable object</a:t>
          </a:r>
        </a:p>
      </dsp:txBody>
      <dsp:txXfrm rot="-5400000">
        <a:off x="3917061" y="1849198"/>
        <a:ext cx="6903007" cy="1121252"/>
      </dsp:txXfrm>
    </dsp:sp>
    <dsp:sp modelId="{7C4670DD-5A1D-4C8D-A285-27236C2A2D7C}">
      <dsp:nvSpPr>
        <dsp:cNvPr id="0" name=""/>
        <dsp:cNvSpPr/>
      </dsp:nvSpPr>
      <dsp:spPr>
        <a:xfrm>
          <a:off x="0" y="1633221"/>
          <a:ext cx="3917061" cy="1553207"/>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defRPr b="1"/>
          </a:pPr>
          <a:r>
            <a:rPr lang="en-US" sz="2300" kern="1200"/>
            <a:t>Ways to declare data binding</a:t>
          </a:r>
        </a:p>
      </dsp:txBody>
      <dsp:txXfrm>
        <a:off x="75821" y="1709042"/>
        <a:ext cx="3765419" cy="1401565"/>
      </dsp:txXfrm>
    </dsp:sp>
    <dsp:sp modelId="{E0D7464A-8D1D-4FE8-A4A3-E44DB12742EA}">
      <dsp:nvSpPr>
        <dsp:cNvPr id="0" name=""/>
        <dsp:cNvSpPr/>
      </dsp:nvSpPr>
      <dsp:spPr>
        <a:xfrm>
          <a:off x="0" y="3264089"/>
          <a:ext cx="3917061" cy="1553207"/>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defRPr b="1"/>
          </a:pPr>
          <a:r>
            <a:rPr lang="en-US" sz="2300" kern="1200"/>
            <a:t>A data bind can be used by all children of the parent	</a:t>
          </a:r>
        </a:p>
      </dsp:txBody>
      <dsp:txXfrm>
        <a:off x="75821" y="3339910"/>
        <a:ext cx="3765419" cy="140156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5D49F2-635D-4F8C-ACB5-C9A6CF353C87}">
      <dsp:nvSpPr>
        <dsp:cNvPr id="0" name=""/>
        <dsp:cNvSpPr/>
      </dsp:nvSpPr>
      <dsp:spPr>
        <a:xfrm>
          <a:off x="0" y="2000"/>
          <a:ext cx="10880725" cy="10138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8F4AB1-57CF-411B-BD20-BC251B2A827B}">
      <dsp:nvSpPr>
        <dsp:cNvPr id="0" name=""/>
        <dsp:cNvSpPr/>
      </dsp:nvSpPr>
      <dsp:spPr>
        <a:xfrm>
          <a:off x="306680" y="230110"/>
          <a:ext cx="557601" cy="55760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77D6A8-AE1F-44CC-A7CE-F9DA262D53D2}">
      <dsp:nvSpPr>
        <dsp:cNvPr id="0" name=""/>
        <dsp:cNvSpPr/>
      </dsp:nvSpPr>
      <dsp:spPr>
        <a:xfrm>
          <a:off x="1170963" y="2000"/>
          <a:ext cx="9709761" cy="1013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296" tIns="107296" rIns="107296" bIns="107296" numCol="1" spcCol="1270" anchor="ctr" anchorCtr="0">
          <a:noAutofit/>
        </a:bodyPr>
        <a:lstStyle/>
        <a:p>
          <a:pPr marL="0" lvl="0" indent="0" algn="l" defTabSz="977900">
            <a:lnSpc>
              <a:spcPct val="90000"/>
            </a:lnSpc>
            <a:spcBef>
              <a:spcPct val="0"/>
            </a:spcBef>
            <a:spcAft>
              <a:spcPct val="35000"/>
            </a:spcAft>
            <a:buNone/>
          </a:pPr>
          <a:r>
            <a:rPr lang="en-US" sz="2200" kern="1200" dirty="0"/>
            <a:t>Easy to implement</a:t>
          </a:r>
        </a:p>
      </dsp:txBody>
      <dsp:txXfrm>
        <a:off x="1170963" y="2000"/>
        <a:ext cx="9709761" cy="1013820"/>
      </dsp:txXfrm>
    </dsp:sp>
    <dsp:sp modelId="{10B5AEC4-C2DC-4BEC-B659-564721F6B851}">
      <dsp:nvSpPr>
        <dsp:cNvPr id="0" name=""/>
        <dsp:cNvSpPr/>
      </dsp:nvSpPr>
      <dsp:spPr>
        <a:xfrm>
          <a:off x="0" y="1269276"/>
          <a:ext cx="10880725" cy="10138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D5270C-54EC-491D-BF00-15CAD6247966}">
      <dsp:nvSpPr>
        <dsp:cNvPr id="0" name=""/>
        <dsp:cNvSpPr/>
      </dsp:nvSpPr>
      <dsp:spPr>
        <a:xfrm>
          <a:off x="306680" y="1497386"/>
          <a:ext cx="557601" cy="55760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52C1B4-3061-46B9-8F11-C0ADBEB3F6B6}">
      <dsp:nvSpPr>
        <dsp:cNvPr id="0" name=""/>
        <dsp:cNvSpPr/>
      </dsp:nvSpPr>
      <dsp:spPr>
        <a:xfrm>
          <a:off x="1170963" y="1269276"/>
          <a:ext cx="9709761" cy="1013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296" tIns="107296" rIns="107296" bIns="107296" numCol="1" spcCol="1270" anchor="ctr" anchorCtr="0">
          <a:noAutofit/>
        </a:bodyPr>
        <a:lstStyle/>
        <a:p>
          <a:pPr marL="0" lvl="0" indent="0" algn="l" defTabSz="977900">
            <a:lnSpc>
              <a:spcPct val="90000"/>
            </a:lnSpc>
            <a:spcBef>
              <a:spcPct val="0"/>
            </a:spcBef>
            <a:spcAft>
              <a:spcPct val="35000"/>
            </a:spcAft>
            <a:buNone/>
          </a:pPr>
          <a:r>
            <a:rPr lang="en-US" sz="2200" kern="1200" dirty="0"/>
            <a:t>Run in a dispatcher queue</a:t>
          </a:r>
        </a:p>
      </dsp:txBody>
      <dsp:txXfrm>
        <a:off x="1170963" y="1269276"/>
        <a:ext cx="9709761" cy="1013820"/>
      </dsp:txXfrm>
    </dsp:sp>
    <dsp:sp modelId="{7C51AF3A-5EA4-4126-82A9-2C43C426DFD7}">
      <dsp:nvSpPr>
        <dsp:cNvPr id="0" name=""/>
        <dsp:cNvSpPr/>
      </dsp:nvSpPr>
      <dsp:spPr>
        <a:xfrm>
          <a:off x="0" y="2536552"/>
          <a:ext cx="10880725" cy="10138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D87843-0C87-47EE-BBA5-B406B061C36C}">
      <dsp:nvSpPr>
        <dsp:cNvPr id="0" name=""/>
        <dsp:cNvSpPr/>
      </dsp:nvSpPr>
      <dsp:spPr>
        <a:xfrm>
          <a:off x="306680" y="2764662"/>
          <a:ext cx="557601" cy="55760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D80953D-535A-4A8F-8526-2F821A23EF15}">
      <dsp:nvSpPr>
        <dsp:cNvPr id="0" name=""/>
        <dsp:cNvSpPr/>
      </dsp:nvSpPr>
      <dsp:spPr>
        <a:xfrm>
          <a:off x="1170963" y="2536552"/>
          <a:ext cx="4896326" cy="1013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296" tIns="107296" rIns="107296" bIns="107296" numCol="1" spcCol="1270" anchor="ctr" anchorCtr="0">
          <a:noAutofit/>
        </a:bodyPr>
        <a:lstStyle/>
        <a:p>
          <a:pPr marL="0" lvl="0" indent="0" algn="l" defTabSz="977900">
            <a:lnSpc>
              <a:spcPct val="90000"/>
            </a:lnSpc>
            <a:spcBef>
              <a:spcPct val="0"/>
            </a:spcBef>
            <a:spcAft>
              <a:spcPct val="35000"/>
            </a:spcAft>
            <a:buNone/>
          </a:pPr>
          <a:r>
            <a:rPr lang="en-US" sz="2200" kern="1200" dirty="0"/>
            <a:t>Timer guarantees only interval has elapsed</a:t>
          </a:r>
        </a:p>
      </dsp:txBody>
      <dsp:txXfrm>
        <a:off x="1170963" y="2536552"/>
        <a:ext cx="4896326" cy="1013820"/>
      </dsp:txXfrm>
    </dsp:sp>
    <dsp:sp modelId="{D064D4FB-D531-433F-8833-ED37F25B52ED}">
      <dsp:nvSpPr>
        <dsp:cNvPr id="0" name=""/>
        <dsp:cNvSpPr/>
      </dsp:nvSpPr>
      <dsp:spPr>
        <a:xfrm>
          <a:off x="6067289" y="2536552"/>
          <a:ext cx="4813435" cy="1013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296" tIns="107296" rIns="107296" bIns="107296" numCol="1" spcCol="1270" anchor="ctr" anchorCtr="0">
          <a:noAutofit/>
        </a:bodyPr>
        <a:lstStyle/>
        <a:p>
          <a:pPr marL="0" lvl="0" indent="0" algn="l" defTabSz="800100">
            <a:lnSpc>
              <a:spcPct val="90000"/>
            </a:lnSpc>
            <a:spcBef>
              <a:spcPct val="0"/>
            </a:spcBef>
            <a:spcAft>
              <a:spcPct val="35000"/>
            </a:spcAft>
            <a:buNone/>
          </a:pPr>
          <a:r>
            <a:rPr lang="en-US" sz="1800" kern="1200" dirty="0"/>
            <a:t>Exact start time is not guaranteed</a:t>
          </a:r>
        </a:p>
      </dsp:txBody>
      <dsp:txXfrm>
        <a:off x="6067289" y="2536552"/>
        <a:ext cx="4813435" cy="1013820"/>
      </dsp:txXfrm>
    </dsp:sp>
    <dsp:sp modelId="{F02F8292-FD53-499E-8314-3E5A27702C04}">
      <dsp:nvSpPr>
        <dsp:cNvPr id="0" name=""/>
        <dsp:cNvSpPr/>
      </dsp:nvSpPr>
      <dsp:spPr>
        <a:xfrm>
          <a:off x="0" y="3803828"/>
          <a:ext cx="10880725" cy="10138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2A7F36-D0C5-4EED-9E6A-4D77B6F4E6CB}">
      <dsp:nvSpPr>
        <dsp:cNvPr id="0" name=""/>
        <dsp:cNvSpPr/>
      </dsp:nvSpPr>
      <dsp:spPr>
        <a:xfrm>
          <a:off x="306680" y="4031938"/>
          <a:ext cx="557601" cy="55760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C10DD9-1B88-4D7E-B69E-C03F6AE5F660}">
      <dsp:nvSpPr>
        <dsp:cNvPr id="0" name=""/>
        <dsp:cNvSpPr/>
      </dsp:nvSpPr>
      <dsp:spPr>
        <a:xfrm>
          <a:off x="1170963" y="3803828"/>
          <a:ext cx="4896326" cy="1013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296" tIns="107296" rIns="107296" bIns="107296" numCol="1" spcCol="1270" anchor="ctr" anchorCtr="0">
          <a:noAutofit/>
        </a:bodyPr>
        <a:lstStyle/>
        <a:p>
          <a:pPr marL="0" lvl="0" indent="0" algn="l" defTabSz="977900">
            <a:lnSpc>
              <a:spcPct val="90000"/>
            </a:lnSpc>
            <a:spcBef>
              <a:spcPct val="0"/>
            </a:spcBef>
            <a:spcAft>
              <a:spcPct val="35000"/>
            </a:spcAft>
            <a:buNone/>
          </a:pPr>
          <a:r>
            <a:rPr lang="en-US" sz="2200" kern="1200"/>
            <a:t>Used for short and fast running code</a:t>
          </a:r>
        </a:p>
      </dsp:txBody>
      <dsp:txXfrm>
        <a:off x="1170963" y="3803828"/>
        <a:ext cx="4896326" cy="1013820"/>
      </dsp:txXfrm>
    </dsp:sp>
    <dsp:sp modelId="{D5330BE6-0F65-476C-BBCD-57104DAE014E}">
      <dsp:nvSpPr>
        <dsp:cNvPr id="0" name=""/>
        <dsp:cNvSpPr/>
      </dsp:nvSpPr>
      <dsp:spPr>
        <a:xfrm>
          <a:off x="6067289" y="3803828"/>
          <a:ext cx="4813435" cy="1013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296" tIns="107296" rIns="107296" bIns="107296" numCol="1" spcCol="1270" anchor="ctr" anchorCtr="0">
          <a:noAutofit/>
        </a:bodyPr>
        <a:lstStyle/>
        <a:p>
          <a:pPr marL="0" lvl="0" indent="0" algn="l" defTabSz="800100">
            <a:lnSpc>
              <a:spcPct val="90000"/>
            </a:lnSpc>
            <a:spcBef>
              <a:spcPct val="0"/>
            </a:spcBef>
            <a:spcAft>
              <a:spcPct val="35000"/>
            </a:spcAft>
            <a:buNone/>
          </a:pPr>
          <a:r>
            <a:rPr lang="en-US" sz="1800" kern="1200" dirty="0"/>
            <a:t>Maximum of ~2 sec runtime</a:t>
          </a:r>
        </a:p>
      </dsp:txBody>
      <dsp:txXfrm>
        <a:off x="6067289" y="3803828"/>
        <a:ext cx="4813435" cy="101382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9/3/layout/RandomtoResultProcess">
  <dgm:title val=""/>
  <dgm:desc val=""/>
  <dgm:catLst>
    <dgm:cat type="process" pri="1275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clrData>
  <dgm:layoutNode name="Name0">
    <dgm:varLst>
      <dgm:dir/>
      <dgm:animOne val="branch"/>
      <dgm:animLvl val="lvl"/>
    </dgm:varLst>
    <dgm:choose name="Name1">
      <dgm:if name="Name2" func="var" arg="dir" op="equ" val="norm">
        <dgm:alg type="lin">
          <dgm:param type="fallback" val="2D"/>
          <dgm:param type="nodeVertAlign" val="t"/>
        </dgm:alg>
      </dgm:if>
      <dgm:else name="Name3">
        <dgm:alg type="lin">
          <dgm:param type="fallback" val="2D"/>
          <dgm:param type="nodeVertAlign" val="t"/>
          <dgm:param type="linDir" val="fromR"/>
        </dgm:alg>
      </dgm:else>
    </dgm:choose>
    <dgm:shape xmlns:r="http://schemas.openxmlformats.org/officeDocument/2006/relationships" r:blip="">
      <dgm:adjLst/>
    </dgm:shape>
    <dgm:constrLst>
      <dgm:constr type="userH" refType="h" fact="2"/>
      <dgm:constr type="w" for="ch" forName="chaos" refType="userH" fact="0.681"/>
      <dgm:constr type="h" for="ch" forName="chaos" refType="userH"/>
      <dgm:constr type="w" for="ch" forName="middle" refType="userH" fact="0.6"/>
      <dgm:constr type="h" for="ch" forName="middle" refType="userH"/>
      <dgm:constr type="w" for="ch" forName="last" refType="userH" fact="0.6"/>
      <dgm:constr type="h" for="ch" forName="last" refType="userH"/>
      <dgm:constr type="w" for="ch" forName="chevronComposite1" refType="userH" fact="0.22"/>
      <dgm:constr type="h" for="ch" forName="chevronComposite1" refType="userH" fact="0.52"/>
      <dgm:constr type="w" for="ch" forName="chevronComposite2" refType="userH" fact="0.22"/>
      <dgm:constr type="h" for="ch" forName="chevronComposite2" refType="userH" fact="0.52"/>
      <dgm:constr type="w" for="ch" forName="overlap" refType="userH" fact="-0.04"/>
      <dgm:constr type="h" for="ch" forName="overlap" refType="userH" fact="0.06"/>
      <dgm:constr type="primFontSz" for="des" forName="parTx1" op="equ" val="65"/>
      <dgm:constr type="primFontSz" for="des" forName="parTxMid" refType="primFontSz" refFor="des" refForName="parTx1" op="equ"/>
      <dgm:constr type="primFontSz" for="des" forName="circleTx" refType="primFontSz" refFor="des" refForName="parTx1" op="equ"/>
      <dgm:constr type="primFontSz" for="des" forName="desTx1" op="equ" val="65"/>
      <dgm:constr type="primFontSz" for="des" forName="desTxMid" refType="primFontSz" refFor="des" refForName="desTx1" op="equ"/>
      <dgm:constr type="primFontSz" for="des" forName="desTxN" refType="primFontSz" refFor="des" refForName="desTx1" op="equ"/>
    </dgm:constrLst>
    <dgm:forEach name="Name4" axis="ch" ptType="node">
      <dgm:choose name="Name5">
        <dgm:if name="Name6" axis="self" ptType="node" func="pos" op="equ" val="1">
          <dgm:layoutNode name="chaos">
            <dgm:alg type="composite"/>
            <dgm:shape xmlns:r="http://schemas.openxmlformats.org/officeDocument/2006/relationships" r:blip="">
              <dgm:adjLst/>
            </dgm:shape>
            <dgm:presOf/>
            <dgm:constrLst>
              <dgm:constr type="ctrX" for="ch" forName="parTx1" refType="w" fact="0.5"/>
              <dgm:constr type="t" for="ch" forName="parTx1" refType="w" fact="0.32"/>
              <dgm:constr type="w" for="ch" forName="parTx1" refType="w" fact="0.88"/>
              <dgm:constr type="h" for="ch" forName="parTx1" refType="w" fact="0.29"/>
              <dgm:constr type="ctrX" for="ch" forName="desTx1" refType="w" fact="0.5"/>
              <dgm:constr type="b" for="ch" forName="desTx1" refType="h"/>
              <dgm:constr type="w" for="ch" forName="desTx1" refType="w" fact="0.88"/>
              <dgm:constr type="h" for="ch" forName="desTx1" refType="h" fact="0.37"/>
              <dgm:constr type="l" for="ch" forName="c1" refType="w" fact="0.05"/>
              <dgm:constr type="t" for="ch" forName="c1" refType="w" fact="0.23"/>
              <dgm:constr type="w" for="ch" forName="c1" refType="w" fact="0.07"/>
              <dgm:constr type="h" for="ch" forName="c1" refType="w" refFor="ch" refForName="c1"/>
              <dgm:constr type="l" for="ch" forName="c2" refType="w" fact="0.1"/>
              <dgm:constr type="t" for="ch" forName="c2" refType="w" fact="0.13"/>
              <dgm:constr type="w" for="ch" forName="c2" refType="w" fact="0.07"/>
              <dgm:constr type="h" for="ch" forName="c2" refType="w" refFor="ch" refForName="c2"/>
              <dgm:constr type="l" for="ch" forName="c3" refType="w" fact="0.22"/>
              <dgm:constr type="t" for="ch" forName="c3" refType="w" fact="0.15"/>
              <dgm:constr type="w" for="ch" forName="c3" refType="w" fact="0.11"/>
              <dgm:constr type="h" for="ch" forName="c3" refType="w" refFor="ch" refForName="c3"/>
              <dgm:constr type="l" for="ch" forName="c4" refType="w" fact="0.32"/>
              <dgm:constr type="t" for="ch" forName="c4" refType="w" fact="0.04"/>
              <dgm:constr type="w" for="ch" forName="c4" refType="w" fact="0.07"/>
              <dgm:constr type="h" for="ch" forName="c4" refType="w" refFor="ch" refForName="c4"/>
              <dgm:constr type="l" for="ch" forName="c5" refType="w" fact="0.45"/>
              <dgm:constr type="t" for="ch" forName="c5" refType="w" fact="0"/>
              <dgm:constr type="w" for="ch" forName="c5" refType="w" fact="0.07"/>
              <dgm:constr type="h" for="ch" forName="c5" refType="w" refFor="ch" refForName="c5"/>
              <dgm:constr type="l" for="ch" forName="c6" refType="w" fact="0.61"/>
              <dgm:constr type="t" for="ch" forName="c6" refType="w" fact="0.07"/>
              <dgm:constr type="w" for="ch" forName="c6" refType="w" fact="0.07"/>
              <dgm:constr type="h" for="ch" forName="c6" refType="w" refFor="ch" refForName="c6"/>
              <dgm:constr type="l" for="ch" forName="c7" refType="w" fact="0.71"/>
              <dgm:constr type="t" for="ch" forName="c7" refType="w" fact="0.12"/>
              <dgm:constr type="w" for="ch" forName="c7" refType="w" fact="0.11"/>
              <dgm:constr type="h" for="ch" forName="c7" refType="w" refFor="ch" refForName="c7"/>
              <dgm:constr type="l" for="ch" forName="c8" refType="w" fact="0.85"/>
              <dgm:constr type="t" for="ch" forName="c8" refType="w" fact="0.23"/>
              <dgm:constr type="w" for="ch" forName="c8" refType="w" fact="0.07"/>
              <dgm:constr type="h" for="ch" forName="c8" refType="w" refFor="ch" refForName="c8"/>
              <dgm:constr type="l" for="ch" forName="c9" refType="w" fact="0.91"/>
              <dgm:constr type="t" for="ch" forName="c9" refType="w" fact="0.34"/>
              <dgm:constr type="w" for="ch" forName="c9" refType="w" fact="0.07"/>
              <dgm:constr type="h" for="ch" forName="c9" refType="w" refFor="ch" refForName="c9"/>
              <dgm:constr type="l" for="ch" forName="c10" refType="w" fact="0.39"/>
              <dgm:constr type="t" for="ch" forName="c10" refType="w" fact="0.13"/>
              <dgm:constr type="w" for="ch" forName="c10" refType="w" fact="0.18"/>
              <dgm:constr type="h" for="ch" forName="c10" refType="w" refFor="ch" refForName="c10"/>
              <dgm:constr type="l" for="ch" forName="c11" refType="w" fact="0"/>
              <dgm:constr type="t" for="ch" forName="c11" refType="w" fact="0.51"/>
              <dgm:constr type="w" for="ch" forName="c11" refType="w" fact="0.07"/>
              <dgm:constr type="h" for="ch" forName="c11" refType="w" refFor="ch" refForName="c11"/>
              <dgm:constr type="l" for="ch" forName="c12" refType="w" fact="0.06"/>
              <dgm:constr type="t" for="ch" forName="c12" refType="w" fact="0.6"/>
              <dgm:constr type="w" for="ch" forName="c12" refType="w" fact="0.11"/>
              <dgm:constr type="h" for="ch" forName="c12" refType="w" refFor="ch" refForName="c12"/>
              <dgm:constr type="l" for="ch" forName="c13" refType="w" fact="0.21"/>
              <dgm:constr type="t" for="ch" forName="c13" refType="w" fact="0.68"/>
              <dgm:constr type="w" for="ch" forName="c13" refType="w" fact="0.16"/>
              <dgm:constr type="h" for="ch" forName="c13" refType="w" refFor="ch" refForName="c13"/>
              <dgm:constr type="l" for="ch" forName="c14" refType="w" fact="0.42"/>
              <dgm:constr type="t" for="ch" forName="c14" refType="w" fact="0.81"/>
              <dgm:constr type="w" for="ch" forName="c14" refType="w" fact="0.07"/>
              <dgm:constr type="h" for="ch" forName="c14" refType="w" refFor="ch" refForName="c14"/>
              <dgm:constr type="l" for="ch" forName="c15" refType="w" fact="0.46"/>
              <dgm:constr type="t" for="ch" forName="c15" refType="w" fact="0.68"/>
              <dgm:constr type="w" for="ch" forName="c15" refType="w" fact="0.11"/>
              <dgm:constr type="h" for="ch" forName="c15" refType="w" refFor="ch" refForName="c15"/>
              <dgm:constr type="l" for="ch" forName="c16" refType="w" fact="0.56"/>
              <dgm:constr type="t" for="ch" forName="c16" refType="w" fact="0.82"/>
              <dgm:constr type="w" for="ch" forName="c16" refType="w" fact="0.07"/>
              <dgm:constr type="h" for="ch" forName="c16" refType="w" refFor="ch" refForName="c16"/>
              <dgm:constr type="l" for="ch" forName="c17" refType="w" fact="0.65"/>
              <dgm:constr type="t" for="ch" forName="c17" refType="w" fact="0.66"/>
              <dgm:constr type="w" for="ch" forName="c17" refType="w" fact="0.16"/>
              <dgm:constr type="h" for="ch" forName="c17" refType="w" refFor="ch" refForName="c17"/>
              <dgm:constr type="l" for="ch" forName="c18" refType="w" fact="0.87"/>
              <dgm:constr type="t" for="ch" forName="c18" refType="w" fact="0.62"/>
              <dgm:constr type="w" for="ch" forName="c18" refType="w" fact="0.11"/>
              <dgm:constr type="h" for="ch" forName="c18" refType="w" refFor="ch" refForName="c18"/>
            </dgm:constrLst>
            <dgm:layoutNode name="parTx1"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7">
              <dgm:if name="Name8" axis="ch" ptType="node" func="cnt" op="gte" val="1">
                <dgm:layoutNode name="desTx1" styleLbl="revTx">
                  <dgm:varLst>
                    <dgm:bulletEnabled val="1"/>
                  </dgm:varLst>
                  <dgm:choose name="Name9">
                    <dgm:if name="Name10" axis="ch" ptType="node" func="cnt" op="equ" val="1">
                      <dgm:alg type="tx">
                        <dgm:param type="shpTxLTRAlignCh" val="l"/>
                      </dgm:alg>
                    </dgm:if>
                    <dgm:else name="Name11">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2"/>
            </dgm:choose>
            <dgm:layoutNode name="c1" styleLbl="node1">
              <dgm:alg type="sp"/>
              <dgm:shape xmlns:r="http://schemas.openxmlformats.org/officeDocument/2006/relationships" type="ellipse" r:blip="">
                <dgm:adjLst/>
              </dgm:shape>
              <dgm:presOf/>
            </dgm:layoutNode>
            <dgm:layoutNode name="c2" styleLbl="node1">
              <dgm:alg type="sp"/>
              <dgm:shape xmlns:r="http://schemas.openxmlformats.org/officeDocument/2006/relationships" type="ellipse" r:blip="">
                <dgm:adjLst/>
              </dgm:shape>
              <dgm:presOf/>
            </dgm:layoutNode>
            <dgm:layoutNode name="c3" styleLbl="node1">
              <dgm:alg type="sp"/>
              <dgm:shape xmlns:r="http://schemas.openxmlformats.org/officeDocument/2006/relationships" type="ellipse" r:blip="">
                <dgm:adjLst/>
              </dgm:shape>
              <dgm:presOf/>
            </dgm:layoutNode>
            <dgm:layoutNode name="c4" styleLbl="node1">
              <dgm:alg type="sp"/>
              <dgm:shape xmlns:r="http://schemas.openxmlformats.org/officeDocument/2006/relationships" type="ellipse" r:blip="">
                <dgm:adjLst/>
              </dgm:shape>
              <dgm:presOf/>
            </dgm:layoutNode>
            <dgm:layoutNode name="c5" styleLbl="node1">
              <dgm:alg type="sp"/>
              <dgm:shape xmlns:r="http://schemas.openxmlformats.org/officeDocument/2006/relationships" type="ellipse" r:blip="">
                <dgm:adjLst/>
              </dgm:shape>
              <dgm:presOf/>
            </dgm:layoutNode>
            <dgm:layoutNode name="c6" styleLbl="node1">
              <dgm:alg type="sp"/>
              <dgm:shape xmlns:r="http://schemas.openxmlformats.org/officeDocument/2006/relationships" type="ellipse" r:blip="">
                <dgm:adjLst/>
              </dgm:shape>
              <dgm:presOf/>
            </dgm:layoutNode>
            <dgm:layoutNode name="c7" styleLbl="node1">
              <dgm:alg type="sp"/>
              <dgm:shape xmlns:r="http://schemas.openxmlformats.org/officeDocument/2006/relationships" type="ellipse" r:blip="">
                <dgm:adjLst/>
              </dgm:shape>
              <dgm:presOf/>
            </dgm:layoutNode>
            <dgm:layoutNode name="c8" styleLbl="node1">
              <dgm:alg type="sp"/>
              <dgm:shape xmlns:r="http://schemas.openxmlformats.org/officeDocument/2006/relationships" type="ellipse" r:blip="">
                <dgm:adjLst/>
              </dgm:shape>
              <dgm:presOf/>
            </dgm:layoutNode>
            <dgm:layoutNode name="c9" styleLbl="node1">
              <dgm:alg type="sp"/>
              <dgm:shape xmlns:r="http://schemas.openxmlformats.org/officeDocument/2006/relationships" type="ellipse" r:blip="">
                <dgm:adjLst/>
              </dgm:shape>
              <dgm:presOf/>
            </dgm:layoutNode>
            <dgm:layoutNode name="c10" styleLbl="node1">
              <dgm:alg type="sp"/>
              <dgm:shape xmlns:r="http://schemas.openxmlformats.org/officeDocument/2006/relationships" type="ellipse" r:blip="">
                <dgm:adjLst/>
              </dgm:shape>
              <dgm:presOf/>
            </dgm:layoutNode>
            <dgm:layoutNode name="c11" styleLbl="node1">
              <dgm:alg type="sp"/>
              <dgm:shape xmlns:r="http://schemas.openxmlformats.org/officeDocument/2006/relationships" type="ellipse" r:blip="">
                <dgm:adjLst/>
              </dgm:shape>
              <dgm:presOf/>
            </dgm:layoutNode>
            <dgm:layoutNode name="c12" styleLbl="node1">
              <dgm:alg type="sp"/>
              <dgm:shape xmlns:r="http://schemas.openxmlformats.org/officeDocument/2006/relationships" type="ellipse" r:blip="">
                <dgm:adjLst/>
              </dgm:shape>
              <dgm:presOf/>
            </dgm:layoutNode>
            <dgm:layoutNode name="c13" styleLbl="node1">
              <dgm:alg type="sp"/>
              <dgm:shape xmlns:r="http://schemas.openxmlformats.org/officeDocument/2006/relationships" type="ellipse" r:blip="">
                <dgm:adjLst/>
              </dgm:shape>
              <dgm:presOf/>
            </dgm:layoutNode>
            <dgm:layoutNode name="c14" styleLbl="node1">
              <dgm:alg type="sp"/>
              <dgm:shape xmlns:r="http://schemas.openxmlformats.org/officeDocument/2006/relationships" type="ellipse" r:blip="">
                <dgm:adjLst/>
              </dgm:shape>
              <dgm:presOf/>
            </dgm:layoutNode>
            <dgm:layoutNode name="c15" styleLbl="node1">
              <dgm:alg type="sp"/>
              <dgm:shape xmlns:r="http://schemas.openxmlformats.org/officeDocument/2006/relationships" type="ellipse" r:blip="">
                <dgm:adjLst/>
              </dgm:shape>
              <dgm:presOf/>
            </dgm:layoutNode>
            <dgm:layoutNode name="c16" styleLbl="node1">
              <dgm:alg type="sp"/>
              <dgm:shape xmlns:r="http://schemas.openxmlformats.org/officeDocument/2006/relationships" type="ellipse" r:blip="">
                <dgm:adjLst/>
              </dgm:shape>
              <dgm:presOf/>
            </dgm:layoutNode>
            <dgm:layoutNode name="c17" styleLbl="node1">
              <dgm:alg type="sp"/>
              <dgm:shape xmlns:r="http://schemas.openxmlformats.org/officeDocument/2006/relationships" type="ellipse" r:blip="">
                <dgm:adjLst/>
              </dgm:shape>
              <dgm:presOf/>
            </dgm:layoutNode>
            <dgm:layoutNode name="c18" styleLbl="node1">
              <dgm:alg type="sp"/>
              <dgm:shape xmlns:r="http://schemas.openxmlformats.org/officeDocument/2006/relationships" type="ellipse" r:blip="">
                <dgm:adjLst/>
              </dgm:shape>
              <dgm:presOf/>
            </dgm:layoutNode>
          </dgm:layoutNode>
        </dgm:if>
        <dgm:if name="Name13" axis="self" ptType="node" func="revPos" op="equ" val="1">
          <dgm:layoutNode name="last">
            <dgm:alg type="composite"/>
            <dgm:shape xmlns:r="http://schemas.openxmlformats.org/officeDocument/2006/relationships" r:blip="">
              <dgm:adjLst/>
            </dgm:shape>
            <dgm:presOf/>
            <dgm:constrLst>
              <dgm:constr type="ctrX" for="ch" forName="circleTx" refType="w" fact="0.5"/>
              <dgm:constr type="t" for="ch" forName="circleTx" refType="w" fact="0.117"/>
              <dgm:constr type="w" for="ch" forName="circleTx" refType="h" refFor="ch" refForName="circleTx"/>
              <dgm:constr type="h" for="ch" forName="circleTx" refType="w" fact="0.85"/>
              <dgm:constr type="l" for="ch" forName="desTxN"/>
              <dgm:constr type="b" for="ch" forName="desTxN" refType="h"/>
              <dgm:constr type="w" for="ch" forName="desTxN" refType="w"/>
              <dgm:constr type="h" for="ch" forName="desTxN" refType="h" fact="0.37"/>
              <dgm:constr type="ctrX" for="ch" forName="spN" refType="w" fact="0.5"/>
              <dgm:constr type="t" for="ch" forName="spN"/>
              <dgm:constr type="w" for="ch" forName="spN" refType="w" fact="0.93"/>
              <dgm:constr type="h" for="ch" forName="spN" refType="h" fact="0.01"/>
            </dgm:constrLst>
            <dgm:layoutNode name="circleTx" styleLbl="node1">
              <dgm:alg type="tx"/>
              <dgm:shape xmlns:r="http://schemas.openxmlformats.org/officeDocument/2006/relationships" type="ellipse" r:blip="">
                <dgm:adjLst/>
              </dgm:shape>
              <dgm:presOf axis="self" ptType="node"/>
              <dgm:constrLst>
                <dgm:constr type="lMarg"/>
                <dgm:constr type="rMarg"/>
                <dgm:constr type="tMarg"/>
                <dgm:constr type="bMarg"/>
              </dgm:constrLst>
              <dgm:ruleLst>
                <dgm:rule type="primFontSz" val="5" fact="NaN" max="NaN"/>
              </dgm:ruleLst>
            </dgm:layoutNode>
            <dgm:choose name="Name14">
              <dgm:if name="Name15" axis="ch" ptType="node" func="cnt" op="gte" val="1">
                <dgm:layoutNode name="desTxN" styleLbl="revTx">
                  <dgm:varLst>
                    <dgm:bulletEnabled val="1"/>
                  </dgm:varLst>
                  <dgm:choose name="Name16">
                    <dgm:if name="Name17" axis="ch" ptType="node" func="cnt" op="equ" val="1">
                      <dgm:alg type="tx">
                        <dgm:param type="shpTxLTRAlignCh" val="l"/>
                      </dgm:alg>
                    </dgm:if>
                    <dgm:else name="Name18">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9"/>
            </dgm:choose>
            <dgm:layoutNode name="spN">
              <dgm:alg type="sp"/>
              <dgm:shape xmlns:r="http://schemas.openxmlformats.org/officeDocument/2006/relationships" r:blip="">
                <dgm:adjLst/>
              </dgm:shape>
              <dgm:presOf/>
            </dgm:layoutNode>
          </dgm:layoutNode>
        </dgm:if>
        <dgm:else name="Name20">
          <dgm:layoutNode name="middle">
            <dgm:alg type="composite"/>
            <dgm:shape xmlns:r="http://schemas.openxmlformats.org/officeDocument/2006/relationships" r:blip="">
              <dgm:adjLst/>
            </dgm:shape>
            <dgm:presOf/>
            <dgm:constrLst>
              <dgm:constr type="l" for="ch" forName="parTxMid"/>
              <dgm:constr type="t" for="ch" forName="parTxMid" refType="w" fact="0.167"/>
              <dgm:constr type="w" for="ch" forName="parTxMid" refType="w"/>
              <dgm:constr type="h" for="ch" forName="parTxMid" refType="w" fact="0.7"/>
              <dgm:constr type="l" for="ch" forName="desTxMid"/>
              <dgm:constr type="b" for="ch" forName="desTxMid" refType="h"/>
              <dgm:constr type="w" for="ch" forName="desTxMid" refType="w"/>
              <dgm:constr type="h" for="ch" forName="desTxMid" refType="h" fact="0.37"/>
              <dgm:constr type="ctrX" for="ch" forName="spMid" refType="w" fact="0.5"/>
              <dgm:constr type="t" for="ch" forName="spMid"/>
              <dgm:constr type="w" for="ch" forName="spMid" refType="w" fact="0.01"/>
              <dgm:constr type="h" for="ch" forName="spMid" refType="h" fact="0.01"/>
            </dgm:constrLst>
            <dgm:layoutNode name="parTxMid"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1">
              <dgm:if name="Name22" axis="ch" ptType="node" func="cnt" op="gte" val="1">
                <dgm:layoutNode name="desTxMid" styleLbl="revTx">
                  <dgm:varLst>
                    <dgm:bulletEnabled val="1"/>
                  </dgm:varLst>
                  <dgm:choose name="Name23">
                    <dgm:if name="Name24" axis="ch" ptType="node" func="cnt" op="equ" val="1">
                      <dgm:alg type="tx">
                        <dgm:param type="shpTxLTRAlignCh" val="l"/>
                      </dgm:alg>
                    </dgm:if>
                    <dgm:else name="Name25">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26"/>
            </dgm:choose>
            <dgm:layoutNode name="spMid">
              <dgm:alg type="sp"/>
              <dgm:shape xmlns:r="http://schemas.openxmlformats.org/officeDocument/2006/relationships" r:blip="">
                <dgm:adjLst/>
              </dgm:shape>
              <dgm:presOf/>
            </dgm:layoutNode>
          </dgm:layoutNode>
        </dgm:else>
      </dgm:choose>
      <dgm:forEach name="Name27" axis="followSib" ptType="sibTrans" cnt="1">
        <dgm:layoutNode name="chevronComposite1" styleLbl="alignImgPlace1">
          <dgm:alg type="composite"/>
          <dgm:shape xmlns:r="http://schemas.openxmlformats.org/officeDocument/2006/relationships" r:blip="">
            <dgm:adjLst/>
          </dgm:shape>
          <dgm:presOf/>
          <dgm:constrLst>
            <dgm:constr type="l" for="ch" forName="chevron1"/>
            <dgm:constr type="t" for="ch" forName="chevron1" refType="h" fact="0.1923"/>
            <dgm:constr type="w" for="ch" forName="chevron1" refType="w"/>
            <dgm:constr type="b" for="ch" forName="chevron1" refType="h"/>
            <dgm:constr type="l" for="ch" forName="spChevron1"/>
            <dgm:constr type="t" for="ch" forName="spChevron1"/>
            <dgm:constr type="w" for="ch" forName="spChevron1" refType="w" fact="0.01"/>
            <dgm:constr type="h" for="ch" forName="spChevron1" refType="h" fact="0.01"/>
          </dgm:constrLst>
          <dgm:layoutNode name="chevron1">
            <dgm:alg type="sp"/>
            <dgm:choose name="Name28">
              <dgm:if name="Name29" func="var" arg="dir" op="equ" val="norm">
                <dgm:shape xmlns:r="http://schemas.openxmlformats.org/officeDocument/2006/relationships" type="chevron" r:blip="">
                  <dgm:adjLst>
                    <dgm:adj idx="1" val="0.6231"/>
                  </dgm:adjLst>
                </dgm:shape>
              </dgm:if>
              <dgm:else name="Name30">
                <dgm:shape xmlns:r="http://schemas.openxmlformats.org/officeDocument/2006/relationships" rot="180" type="chevron" r:blip="">
                  <dgm:adjLst>
                    <dgm:adj idx="1" val="0.6231"/>
                  </dgm:adjLst>
                </dgm:shape>
              </dgm:else>
            </dgm:choose>
            <dgm:presOf/>
          </dgm:layoutNode>
          <dgm:layoutNode name="spChevron1">
            <dgm:alg type="sp"/>
            <dgm:shape xmlns:r="http://schemas.openxmlformats.org/officeDocument/2006/relationships" r:blip="">
              <dgm:adjLst/>
            </dgm:shape>
            <dgm:presOf/>
          </dgm:layoutNode>
        </dgm:layoutNode>
        <dgm:choose name="Name31">
          <dgm:if name="Name32" axis="root ch" ptType="all node" func="cnt" op="equ" val="2">
            <dgm:layoutNode name="overlap">
              <dgm:alg type="sp"/>
              <dgm:shape xmlns:r="http://schemas.openxmlformats.org/officeDocument/2006/relationships" r:blip="">
                <dgm:adjLst/>
              </dgm:shape>
              <dgm:presOf/>
            </dgm:layoutNode>
            <dgm:layoutNode name="chevronComposite2" styleLbl="alignImgPlace1">
              <dgm:alg type="composite"/>
              <dgm:shape xmlns:r="http://schemas.openxmlformats.org/officeDocument/2006/relationships" r:blip="">
                <dgm:adjLst/>
              </dgm:shape>
              <dgm:presOf/>
              <dgm:constrLst>
                <dgm:constr type="l" for="ch" forName="chevron2"/>
                <dgm:constr type="t" for="ch" forName="chevron2" refType="h" fact="0.1923"/>
                <dgm:constr type="w" for="ch" forName="chevron2" refType="w"/>
                <dgm:constr type="b" for="ch" forName="chevron2" refType="h"/>
                <dgm:constr type="l" for="ch" forName="spChevron2"/>
                <dgm:constr type="t" for="ch" forName="spChevron2"/>
                <dgm:constr type="w" for="ch" forName="spChevron2" refType="w" fact="0.01"/>
                <dgm:constr type="h" for="ch" forName="spChevron2" refType="h" fact="0.01"/>
              </dgm:constrLst>
              <dgm:layoutNode name="chevron2">
                <dgm:alg type="sp"/>
                <dgm:choose name="Name33">
                  <dgm:if name="Name34" func="var" arg="dir" op="equ" val="norm">
                    <dgm:shape xmlns:r="http://schemas.openxmlformats.org/officeDocument/2006/relationships" type="chevron" r:blip="">
                      <dgm:adjLst>
                        <dgm:adj idx="1" val="0.6231"/>
                      </dgm:adjLst>
                    </dgm:shape>
                  </dgm:if>
                  <dgm:else name="Name35">
                    <dgm:shape xmlns:r="http://schemas.openxmlformats.org/officeDocument/2006/relationships" rot="180" type="chevron" r:blip="">
                      <dgm:adjLst>
                        <dgm:adj idx="1" val="0.6231"/>
                      </dgm:adjLst>
                    </dgm:shape>
                  </dgm:else>
                </dgm:choose>
                <dgm:presOf/>
              </dgm:layoutNode>
              <dgm:layoutNode name="spChevron2">
                <dgm:alg type="sp"/>
                <dgm:shape xmlns:r="http://schemas.openxmlformats.org/officeDocument/2006/relationships" r:blip="">
                  <dgm:adjLst/>
                </dgm:shape>
                <dgm:presOf/>
              </dgm:layoutNode>
            </dgm:layoutNode>
          </dgm:if>
          <dgm:else name="Name36"/>
        </dgm:choos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A2EBC4-566C-48A5-A09F-3DB1107D1E9D}" type="datetimeFigureOut">
              <a:rPr lang="en-US"/>
              <a:t>7/5/2025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FB7961-EFF4-4174-9371-6B916B0FC5FF}" type="slidenum">
              <a:rPr lang="en-US"/>
              <a:t>‹#›</a:t>
            </a:fld>
            <a:endParaRPr lang="en-US"/>
          </a:p>
        </p:txBody>
      </p:sp>
    </p:spTree>
    <p:extLst>
      <p:ext uri="{BB962C8B-B14F-4D97-AF65-F5344CB8AC3E}">
        <p14:creationId xmlns:p14="http://schemas.microsoft.com/office/powerpoint/2010/main" val="3832062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visualstudio.microsoft.com/vs/compare/"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docs.microsoft.com/en-us/visualstudio/releases/2019/system-requirements"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8" Type="http://schemas.openxmlformats.org/officeDocument/2006/relationships/hyperlink" Target="https://www.actiprosoftware.com/products/controls/universal" TargetMode="External"/><Relationship Id="rId3" Type="http://schemas.openxmlformats.org/officeDocument/2006/relationships/hyperlink" Target="https://www.telerik.com/" TargetMode="External"/><Relationship Id="rId7" Type="http://schemas.openxmlformats.org/officeDocument/2006/relationships/hyperlink" Target="https://www.componentone.com/Studio/Platform/UWP" TargetMode="External"/><Relationship Id="rId2" Type="http://schemas.openxmlformats.org/officeDocument/2006/relationships/slide" Target="../slides/slide25.xml"/><Relationship Id="rId1" Type="http://schemas.openxmlformats.org/officeDocument/2006/relationships/notesMaster" Target="../notesMasters/notesMaster1.xml"/><Relationship Id="rId6" Type="http://schemas.openxmlformats.org/officeDocument/2006/relationships/hyperlink" Target="https://www.infragistics.com/products/universal-windows-platform" TargetMode="External"/><Relationship Id="rId5" Type="http://schemas.openxmlformats.org/officeDocument/2006/relationships/hyperlink" Target="https://www.devexpress.com/Products/NET/Controls/Win10Apps/" TargetMode="External"/><Relationship Id="rId4" Type="http://schemas.openxmlformats.org/officeDocument/2006/relationships/hyperlink" Target="https://www.syncfusion.com/uwp-ui-controls" TargetMode="Externa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p:txBody>
          <a:bodyPr/>
          <a:lstStyle/>
          <a:p>
            <a:fld id="{B4008EB6-D09E-4580-8CD6-DDB14511944F}" type="slidenum">
              <a:rPr lang="en-US"/>
              <a:pPr/>
              <a:t>1</a:t>
            </a:fld>
            <a:endParaRPr lang="en-US" dirty="0"/>
          </a:p>
        </p:txBody>
      </p:sp>
      <p:sp>
        <p:nvSpPr>
          <p:cNvPr id="3" name="Date Placeholder 2">
            <a:extLst>
              <a:ext uri="{FF2B5EF4-FFF2-40B4-BE49-F238E27FC236}">
                <a16:creationId xmlns:a16="http://schemas.microsoft.com/office/drawing/2014/main" id="{C7C19F77-53A8-4FB6-AC8D-EB465917D2AF}"/>
              </a:ext>
            </a:extLst>
          </p:cNvPr>
          <p:cNvSpPr>
            <a:spLocks noGrp="1"/>
          </p:cNvSpPr>
          <p:nvPr>
            <p:ph type="dt" idx="15"/>
          </p:nvPr>
        </p:nvSpPr>
        <p:spPr/>
        <p:txBody>
          <a:bodyPr/>
          <a:lstStyle/>
          <a:p>
            <a:fld id="{8AC84295-5BF3-4C0D-B900-059CC5DD0EBB}" type="datetime1">
              <a:rPr lang="en-US"/>
              <a:t>7/5/2025</a:t>
            </a:fld>
            <a:endParaRPr lang="en-US" dirty="0"/>
          </a:p>
        </p:txBody>
      </p:sp>
      <p:sp>
        <p:nvSpPr>
          <p:cNvPr id="8" name="Slide Image Placeholder 7">
            <a:extLst>
              <a:ext uri="{FF2B5EF4-FFF2-40B4-BE49-F238E27FC236}">
                <a16:creationId xmlns:a16="http://schemas.microsoft.com/office/drawing/2014/main" id="{7734A72D-49FF-42A5-863D-B6D217905E7D}"/>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63C66B90-D656-4E49-9C08-763AD9938646}"/>
              </a:ext>
            </a:extLst>
          </p:cNvPr>
          <p:cNvSpPr>
            <a:spLocks noGrp="1"/>
          </p:cNvSpPr>
          <p:nvPr>
            <p:ph type="body" idx="1"/>
          </p:nvPr>
        </p:nvSpPr>
        <p:spPr>
          <a:xfrm>
            <a:off x="685800" y="4400550"/>
            <a:ext cx="5486400" cy="3600450"/>
          </a:xfrm>
          <a:prstGeom prst="rect">
            <a:avLst/>
          </a:prstGeom>
        </p:spPr>
        <p:txBody>
          <a:bodyPr/>
          <a:lstStyle/>
          <a:p>
            <a:r>
              <a:rPr lang="en-US" dirty="0"/>
              <a:t>Version: 12/12/2019 17:20:43</a:t>
            </a:r>
          </a:p>
        </p:txBody>
      </p:sp>
      <p:sp>
        <p:nvSpPr>
          <p:cNvPr id="4" name="Header Placeholder 3">
            <a:extLst>
              <a:ext uri="{FF2B5EF4-FFF2-40B4-BE49-F238E27FC236}">
                <a16:creationId xmlns:a16="http://schemas.microsoft.com/office/drawing/2014/main" id="{380E7524-C736-4DF6-AE9E-280A6C63AA6D}"/>
              </a:ext>
            </a:extLst>
          </p:cNvPr>
          <p:cNvSpPr>
            <a:spLocks noGrp="1"/>
          </p:cNvSpPr>
          <p:nvPr>
            <p:ph type="hdr" sz="quarter" idx="16"/>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12622257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67087899-B757-42DD-BFAC-FD8FB9602085}"/>
              </a:ext>
            </a:extLst>
          </p:cNvPr>
          <p:cNvSpPr>
            <a:spLocks noGrp="1"/>
          </p:cNvSpPr>
          <p:nvPr>
            <p:ph type="sldNum" sz="quarter" idx="10"/>
          </p:nvPr>
        </p:nvSpPr>
        <p:spPr/>
        <p:txBody>
          <a:bodyPr/>
          <a:lstStyle/>
          <a:p>
            <a:fld id="{F475C4C8-7DEA-455A-9336-A4C7DB3AE516}" type="slidenum">
              <a:rPr lang="en-US"/>
              <a:pPr/>
              <a:t>2</a:t>
            </a:fld>
            <a:endParaRPr lang="en-US"/>
          </a:p>
        </p:txBody>
      </p:sp>
      <p:sp>
        <p:nvSpPr>
          <p:cNvPr id="3" name="Date Placeholder 2">
            <a:extLst>
              <a:ext uri="{FF2B5EF4-FFF2-40B4-BE49-F238E27FC236}">
                <a16:creationId xmlns:a16="http://schemas.microsoft.com/office/drawing/2014/main" id="{2A3279EF-EF08-4E77-A509-F922EC61A8AC}"/>
              </a:ext>
            </a:extLst>
          </p:cNvPr>
          <p:cNvSpPr>
            <a:spLocks noGrp="1"/>
          </p:cNvSpPr>
          <p:nvPr>
            <p:ph type="dt" idx="12"/>
          </p:nvPr>
        </p:nvSpPr>
        <p:spPr/>
        <p:txBody>
          <a:bodyPr/>
          <a:lstStyle/>
          <a:p>
            <a:fld id="{DB0F5A79-03C7-4F04-B936-1D8348BF7B8D}" type="datetime1">
              <a:rPr lang="en-US"/>
              <a:t>7/5/2025</a:t>
            </a:fld>
            <a:endParaRPr lang="en-US"/>
          </a:p>
        </p:txBody>
      </p:sp>
      <p:sp>
        <p:nvSpPr>
          <p:cNvPr id="10" name="Slide Image Placeholder 9">
            <a:extLst>
              <a:ext uri="{FF2B5EF4-FFF2-40B4-BE49-F238E27FC236}">
                <a16:creationId xmlns:a16="http://schemas.microsoft.com/office/drawing/2014/main" id="{71623331-4C35-4EFF-9868-F85DF8DB4AA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D4BB9EA6-88F5-449F-9E36-08AD1C866DB2}"/>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Header Placeholder 3">
            <a:extLst>
              <a:ext uri="{FF2B5EF4-FFF2-40B4-BE49-F238E27FC236}">
                <a16:creationId xmlns:a16="http://schemas.microsoft.com/office/drawing/2014/main" id="{1B5D50AE-A09E-4DDD-9B13-A2619C0E3244}"/>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3037853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a:t>
            </a:fld>
            <a:endParaRPr lang="en-US"/>
          </a:p>
        </p:txBody>
      </p:sp>
      <p:sp>
        <p:nvSpPr>
          <p:cNvPr id="3" name="Date Placeholder 2">
            <a:extLst>
              <a:ext uri="{FF2B5EF4-FFF2-40B4-BE49-F238E27FC236}">
                <a16:creationId xmlns:a16="http://schemas.microsoft.com/office/drawing/2014/main" id="{CF6F6BE6-3C4D-4FD7-AB80-C43A68FDE6FB}"/>
              </a:ext>
            </a:extLst>
          </p:cNvPr>
          <p:cNvSpPr>
            <a:spLocks noGrp="1"/>
          </p:cNvSpPr>
          <p:nvPr>
            <p:ph type="dt" idx="12"/>
          </p:nvPr>
        </p:nvSpPr>
        <p:spPr/>
        <p:txBody>
          <a:bodyPr/>
          <a:lstStyle/>
          <a:p>
            <a:fld id="{6B04ED27-04CC-48BC-859C-3E4A3D15A6DF}" type="datetime1">
              <a:rPr lang="en-US"/>
              <a:t>7/5/2025</a:t>
            </a:fld>
            <a:endParaRPr lang="en-US"/>
          </a:p>
        </p:txBody>
      </p:sp>
      <p:sp>
        <p:nvSpPr>
          <p:cNvPr id="10" name="Slide Image Placeholder 9">
            <a:extLst>
              <a:ext uri="{FF2B5EF4-FFF2-40B4-BE49-F238E27FC236}">
                <a16:creationId xmlns:a16="http://schemas.microsoft.com/office/drawing/2014/main" id="{DCC766BB-84D2-43E9-9435-C97994397C5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C9491343-8D0A-49E1-9C41-9405EFB743E1}"/>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A3E9B84D-630D-4FEE-91E9-0E1DDBEEFED7}"/>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9977366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4</a:t>
            </a:fld>
            <a:endParaRPr lang="en-US"/>
          </a:p>
        </p:txBody>
      </p:sp>
      <p:sp>
        <p:nvSpPr>
          <p:cNvPr id="3" name="Date Placeholder 2">
            <a:extLst>
              <a:ext uri="{FF2B5EF4-FFF2-40B4-BE49-F238E27FC236}">
                <a16:creationId xmlns:a16="http://schemas.microsoft.com/office/drawing/2014/main" id="{1A0B76F9-3F92-4745-AA72-2039D73104F8}"/>
              </a:ext>
            </a:extLst>
          </p:cNvPr>
          <p:cNvSpPr>
            <a:spLocks noGrp="1"/>
          </p:cNvSpPr>
          <p:nvPr>
            <p:ph type="dt" idx="12"/>
          </p:nvPr>
        </p:nvSpPr>
        <p:spPr/>
        <p:txBody>
          <a:bodyPr/>
          <a:lstStyle/>
          <a:p>
            <a:fld id="{98343A3E-C65B-474B-B284-72A2415C99C0}" type="datetime1">
              <a:rPr lang="en-US"/>
              <a:t>7/5/2025</a:t>
            </a:fld>
            <a:endParaRPr lang="en-US"/>
          </a:p>
        </p:txBody>
      </p:sp>
      <p:sp>
        <p:nvSpPr>
          <p:cNvPr id="10" name="Slide Image Placeholder 9">
            <a:extLst>
              <a:ext uri="{FF2B5EF4-FFF2-40B4-BE49-F238E27FC236}">
                <a16:creationId xmlns:a16="http://schemas.microsoft.com/office/drawing/2014/main" id="{B080087F-9B63-4FCC-87C0-CC79C9FF5FED}"/>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9EF5BC6-BB55-444F-AE42-1679207E5163}"/>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29186FA5-7D91-4142-B389-05BC0ADD7EE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968771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a:p>
            <a:r>
              <a:rPr lang="en-US" dirty="0"/>
              <a:t>Project "Avalon“ (WPF), was initially released 2006 </a:t>
            </a:r>
            <a:r>
              <a:rPr lang="en-AU" dirty="0"/>
              <a:t>with .NET 3.0 </a:t>
            </a:r>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5</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42678691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fld id="{B4008EB6-D09E-4580-8CD6-DDB14511944F}" type="slidenum">
              <a:rPr lang="en-US"/>
              <a:pPr/>
              <a:t>6</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33742447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fld id="{B4008EB6-D09E-4580-8CD6-DDB14511944F}" type="slidenum">
              <a:rPr lang="en-US"/>
              <a:pPr/>
              <a:t>7</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33333005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fld id="{B4008EB6-D09E-4580-8CD6-DDB14511944F}" type="slidenum">
              <a:rPr lang="en-US"/>
              <a:pPr/>
              <a:t>8</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34870988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9</a:t>
            </a:fld>
            <a:endParaRPr lang="en-US" dirty="0"/>
          </a:p>
        </p:txBody>
      </p:sp>
      <p:sp>
        <p:nvSpPr>
          <p:cNvPr id="6" name="Date Placeholder 5">
            <a:extLst>
              <a:ext uri="{FF2B5EF4-FFF2-40B4-BE49-F238E27FC236}">
                <a16:creationId xmlns:a16="http://schemas.microsoft.com/office/drawing/2014/main" id="{3EB16111-A97F-457F-91C8-272E5E8DFF89}"/>
              </a:ext>
            </a:extLst>
          </p:cNvPr>
          <p:cNvSpPr>
            <a:spLocks noGrp="1"/>
          </p:cNvSpPr>
          <p:nvPr>
            <p:ph type="dt" idx="12"/>
          </p:nvPr>
        </p:nvSpPr>
        <p:spPr/>
        <p:txBody>
          <a:bodyPr/>
          <a:lstStyle/>
          <a:p>
            <a:fld id="{997C9337-20C5-41EF-80F6-63D1F94ABC0C}" type="datetime1">
              <a:rPr lang="en-US"/>
              <a:t>7/5/2025</a:t>
            </a:fld>
            <a:endParaRPr lang="en-US" dirty="0"/>
          </a:p>
        </p:txBody>
      </p:sp>
      <p:sp>
        <p:nvSpPr>
          <p:cNvPr id="10" name="Slide Image Placeholder 9">
            <a:extLst>
              <a:ext uri="{FF2B5EF4-FFF2-40B4-BE49-F238E27FC236}">
                <a16:creationId xmlns:a16="http://schemas.microsoft.com/office/drawing/2014/main" id="{1E1408CB-E158-45EC-A705-EC77EDB9E72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80831AF6-C812-4CA9-9A84-72B9BD292CB0}"/>
              </a:ext>
            </a:extLst>
          </p:cNvPr>
          <p:cNvSpPr>
            <a:spLocks noGrp="1"/>
          </p:cNvSpPr>
          <p:nvPr>
            <p:ph type="body" idx="1"/>
          </p:nvPr>
        </p:nvSpPr>
        <p:spPr>
          <a:xfrm>
            <a:off x="685800" y="4400550"/>
            <a:ext cx="5486400" cy="3600450"/>
          </a:xfrm>
          <a:prstGeom prst="rect">
            <a:avLst/>
          </a:prstGeom>
        </p:spPr>
        <p:txBody>
          <a:bodyPr/>
          <a:lstStyle/>
          <a:p>
            <a:endParaRPr lang="en-IL"/>
          </a:p>
        </p:txBody>
      </p:sp>
      <p:sp>
        <p:nvSpPr>
          <p:cNvPr id="2" name="Header Placeholder 1">
            <a:extLst>
              <a:ext uri="{FF2B5EF4-FFF2-40B4-BE49-F238E27FC236}">
                <a16:creationId xmlns:a16="http://schemas.microsoft.com/office/drawing/2014/main" id="{9830E05C-8F70-4854-835C-C7C6F7556052}"/>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35795000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Visual studio (Any edition) you can create Rich XAML forms by creating a new C# WPF file.</a:t>
            </a:r>
          </a:p>
          <a:p>
            <a:endParaRPr lang="en-US" dirty="0"/>
          </a:p>
          <a:p>
            <a:r>
              <a:rPr lang="en-US" dirty="0"/>
              <a:t>https://docs.microsoft.com/en-us/windows/uwp/get-started/create-a-hello-world-app-xaml-universal</a:t>
            </a:r>
          </a:p>
          <a:p>
            <a:endParaRPr lang="en-US" dirty="0"/>
          </a:p>
          <a:p>
            <a:r>
              <a:rPr lang="en-US" dirty="0"/>
              <a:t>As a additional Tool VS Blend can be used to create new controls and visuals to extend upon the default </a:t>
            </a:r>
            <a:r>
              <a:rPr lang="en-US" dirty="0" err="1"/>
              <a:t>.net</a:t>
            </a:r>
            <a:r>
              <a:rPr lang="en-US" dirty="0"/>
              <a:t> set.</a:t>
            </a:r>
          </a:p>
          <a:p>
            <a:endParaRPr lang="en-US" dirty="0"/>
          </a:p>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10</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34099722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XAML Studio is a UWP app that shares part of its code with </a:t>
            </a:r>
            <a:r>
              <a:rPr lang="en-US" dirty="0" err="1"/>
              <a:t>VScode</a:t>
            </a:r>
            <a:r>
              <a:rPr lang="en-US" dirty="0"/>
              <a:t> so it has the same look and feel as </a:t>
            </a:r>
            <a:r>
              <a:rPr lang="en-US" dirty="0" err="1"/>
              <a:t>VScode</a:t>
            </a:r>
            <a:r>
              <a:rPr lang="en-US" dirty="0"/>
              <a:t>. You can build XAML code by dragging controls and use live data binding sources to build your XAML code pages.</a:t>
            </a:r>
          </a:p>
          <a:p>
            <a:endParaRPr lang="en-US" dirty="0"/>
          </a:p>
          <a:p>
            <a:r>
              <a:rPr lang="en-US" dirty="0"/>
              <a:t>https://aka.ms/XSTR_GarageBlog</a:t>
            </a:r>
          </a:p>
        </p:txBody>
      </p:sp>
      <p:sp>
        <p:nvSpPr>
          <p:cNvPr id="4" name="Slide Number Placeholder 3"/>
          <p:cNvSpPr>
            <a:spLocks noGrp="1"/>
          </p:cNvSpPr>
          <p:nvPr>
            <p:ph type="sldNum" sz="quarter" idx="5"/>
          </p:nvPr>
        </p:nvSpPr>
        <p:spPr/>
        <p:txBody>
          <a:bodyPr/>
          <a:lstStyle/>
          <a:p>
            <a:fld id="{B4008EB6-D09E-4580-8CD6-DDB14511944F}" type="slidenum">
              <a:rPr lang="en-US"/>
              <a:pPr/>
              <a:t>11</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24834846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12</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7/5/2025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14281634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13</a:t>
            </a:fld>
            <a:endParaRPr lang="en-US"/>
          </a:p>
        </p:txBody>
      </p:sp>
      <p:sp>
        <p:nvSpPr>
          <p:cNvPr id="3" name="Date Placeholder 2">
            <a:extLst>
              <a:ext uri="{FF2B5EF4-FFF2-40B4-BE49-F238E27FC236}">
                <a16:creationId xmlns:a16="http://schemas.microsoft.com/office/drawing/2014/main" id="{1A0B76F9-3F92-4745-AA72-2039D73104F8}"/>
              </a:ext>
            </a:extLst>
          </p:cNvPr>
          <p:cNvSpPr>
            <a:spLocks noGrp="1"/>
          </p:cNvSpPr>
          <p:nvPr>
            <p:ph type="dt" idx="12"/>
          </p:nvPr>
        </p:nvSpPr>
        <p:spPr/>
        <p:txBody>
          <a:bodyPr/>
          <a:lstStyle/>
          <a:p>
            <a:fld id="{98343A3E-C65B-474B-B284-72A2415C99C0}" type="datetime1">
              <a:rPr lang="en-US"/>
              <a:t>7/5/2025</a:t>
            </a:fld>
            <a:endParaRPr lang="en-US"/>
          </a:p>
        </p:txBody>
      </p:sp>
      <p:sp>
        <p:nvSpPr>
          <p:cNvPr id="10" name="Slide Image Placeholder 9">
            <a:extLst>
              <a:ext uri="{FF2B5EF4-FFF2-40B4-BE49-F238E27FC236}">
                <a16:creationId xmlns:a16="http://schemas.microsoft.com/office/drawing/2014/main" id="{B080087F-9B63-4FCC-87C0-CC79C9FF5FED}"/>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9EF5BC6-BB55-444F-AE42-1679207E5163}"/>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29186FA5-7D91-4142-B389-05BC0ADD7EE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42577908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14</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33154080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a:p>
            <a:r>
              <a:rPr lang="en-AU" dirty="0"/>
              <a:t>Versions compare</a:t>
            </a:r>
          </a:p>
          <a:p>
            <a:r>
              <a:rPr lang="en-US" dirty="0">
                <a:hlinkClick r:id="rId3"/>
              </a:rPr>
              <a:t>https://visualstudio.microsoft.com/vs/compare/</a:t>
            </a:r>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15</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3003787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studio 2010    MSED </a:t>
            </a:r>
            <a:r>
              <a:rPr lang="en-US" b="1" i="1" dirty="0"/>
              <a:t>0</a:t>
            </a:r>
            <a:r>
              <a:rPr lang="en-US" b="1" i="1" dirty="0">
                <a:effectLst/>
              </a:rPr>
              <a:t>7/14/2015</a:t>
            </a:r>
            <a:r>
              <a:rPr lang="en-US" b="0" dirty="0">
                <a:effectLst/>
              </a:rPr>
              <a:t>  </a:t>
            </a:r>
            <a:r>
              <a:rPr lang="en-US" dirty="0"/>
              <a:t>- ESED  0</a:t>
            </a:r>
            <a:r>
              <a:rPr lang="en-US" b="0" dirty="0">
                <a:effectLst/>
              </a:rPr>
              <a:t>7/14/2020</a:t>
            </a:r>
            <a:endParaRPr lang="en-US" dirty="0"/>
          </a:p>
          <a:p>
            <a:r>
              <a:rPr lang="en-US" dirty="0"/>
              <a:t>visual studio 2012    MSED </a:t>
            </a:r>
            <a:r>
              <a:rPr lang="en-US" b="1" i="1" dirty="0"/>
              <a:t>0</a:t>
            </a:r>
            <a:r>
              <a:rPr lang="en-US" b="1" i="1" dirty="0">
                <a:effectLst/>
              </a:rPr>
              <a:t>1/09/2018</a:t>
            </a:r>
            <a:r>
              <a:rPr lang="en-US" b="0" dirty="0">
                <a:effectLst/>
              </a:rPr>
              <a:t>  </a:t>
            </a:r>
            <a:r>
              <a:rPr lang="en-US" dirty="0"/>
              <a:t>- ESED  0</a:t>
            </a:r>
            <a:r>
              <a:rPr lang="en-US" b="0" dirty="0">
                <a:effectLst/>
              </a:rPr>
              <a:t>1/10/2023</a:t>
            </a:r>
            <a:endParaRPr lang="en-AU" dirty="0"/>
          </a:p>
          <a:p>
            <a:r>
              <a:rPr lang="en-US" dirty="0"/>
              <a:t>visual studio 2013    MSED </a:t>
            </a:r>
            <a:r>
              <a:rPr lang="en-US" b="1" i="1" dirty="0"/>
              <a:t>0</a:t>
            </a:r>
            <a:r>
              <a:rPr lang="en-US" b="1" i="1" dirty="0">
                <a:effectLst/>
              </a:rPr>
              <a:t>4/09/2019</a:t>
            </a:r>
            <a:r>
              <a:rPr lang="en-US" b="0" dirty="0">
                <a:effectLst/>
              </a:rPr>
              <a:t>  </a:t>
            </a:r>
            <a:r>
              <a:rPr lang="en-US" dirty="0"/>
              <a:t>- ESED </a:t>
            </a:r>
            <a:r>
              <a:rPr lang="en-US" b="0" dirty="0">
                <a:effectLst/>
              </a:rPr>
              <a:t> 04/09/2024</a:t>
            </a:r>
            <a:endParaRPr lang="en-AU" dirty="0"/>
          </a:p>
          <a:p>
            <a:r>
              <a:rPr lang="en-US" dirty="0"/>
              <a:t>visual studio 2015    MSED 10/13/2020    - ESED  10/14/2025</a:t>
            </a:r>
          </a:p>
          <a:p>
            <a:r>
              <a:rPr lang="en-US" dirty="0"/>
              <a:t>visual studio 2017    MSED 04/12/2022    - ESED  0</a:t>
            </a:r>
            <a:r>
              <a:rPr lang="en-US" sz="882" b="0" i="0" kern="1200" dirty="0">
                <a:solidFill>
                  <a:schemeClr val="tx1"/>
                </a:solidFill>
                <a:effectLst/>
                <a:latin typeface="Segoe UI Light" pitchFamily="34" charset="0"/>
                <a:ea typeface="+mn-ea"/>
                <a:cs typeface="+mn-cs"/>
              </a:rPr>
              <a:t>4/13/2027</a:t>
            </a:r>
            <a:endParaRPr lang="en-US" dirty="0"/>
          </a:p>
          <a:p>
            <a:r>
              <a:rPr lang="en-US" dirty="0"/>
              <a:t>visual studio 2019    (Current branch)</a:t>
            </a:r>
          </a:p>
          <a:p>
            <a:endParaRPr lang="en-AU" dirty="0"/>
          </a:p>
          <a:p>
            <a:r>
              <a:rPr lang="en-US" dirty="0"/>
              <a:t>MSED -&gt; </a:t>
            </a:r>
            <a:r>
              <a:rPr lang="en-US" sz="882" b="0" i="0" kern="1200" dirty="0">
                <a:solidFill>
                  <a:schemeClr val="tx1"/>
                </a:solidFill>
                <a:effectLst/>
                <a:latin typeface="Segoe UI Light" pitchFamily="34" charset="0"/>
                <a:ea typeface="+mn-ea"/>
                <a:cs typeface="+mn-cs"/>
              </a:rPr>
              <a:t>Mainstream Support End Date</a:t>
            </a:r>
            <a:endParaRPr lang="en-US" dirty="0"/>
          </a:p>
          <a:p>
            <a:r>
              <a:rPr lang="en-US" dirty="0"/>
              <a:t>ESED  -&gt; </a:t>
            </a:r>
            <a:r>
              <a:rPr lang="en-US" sz="882" b="0" i="0" kern="1200" dirty="0">
                <a:solidFill>
                  <a:schemeClr val="tx1"/>
                </a:solidFill>
                <a:effectLst/>
                <a:latin typeface="Segoe UI Light" pitchFamily="34" charset="0"/>
                <a:ea typeface="+mn-ea"/>
                <a:cs typeface="+mn-cs"/>
              </a:rPr>
              <a:t>Extended Support End Date</a:t>
            </a:r>
            <a:endParaRPr lang="en-AU" dirty="0"/>
          </a:p>
          <a:p>
            <a:endParaRPr lang="en-AU" dirty="0"/>
          </a:p>
        </p:txBody>
      </p:sp>
      <p:sp>
        <p:nvSpPr>
          <p:cNvPr id="4" name="Slide Number Placeholder 3"/>
          <p:cNvSpPr>
            <a:spLocks noGrp="1"/>
          </p:cNvSpPr>
          <p:nvPr>
            <p:ph type="sldNum" sz="quarter" idx="5"/>
          </p:nvPr>
        </p:nvSpPr>
        <p:spPr/>
        <p:txBody>
          <a:bodyPr/>
          <a:lstStyle/>
          <a:p>
            <a:fld id="{B4008EB6-D09E-4580-8CD6-DDB14511944F}" type="slidenum">
              <a:rPr lang="en-US"/>
              <a:pPr/>
              <a:t>16</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42856373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hlinkClick r:id="rId3"/>
              </a:rPr>
              <a:t>https://docs.microsoft.com/en-us/visualstudio/releases/2019/system-requirements</a:t>
            </a:r>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17</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20013123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b="0" i="0" kern="1200" dirty="0">
                <a:solidFill>
                  <a:schemeClr val="tx1"/>
                </a:solidFill>
                <a:effectLst/>
                <a:latin typeface="Segoe UI Light" pitchFamily="34" charset="0"/>
                <a:ea typeface="+mn-ea"/>
                <a:cs typeface="+mn-cs"/>
              </a:rPr>
              <a:t>Create a new WPF Application project in Visual Basic or Visual C# named </a:t>
            </a:r>
            <a:r>
              <a:rPr lang="en-US" sz="882" b="0" i="0" kern="1200" dirty="0" err="1">
                <a:solidFill>
                  <a:schemeClr val="tx1"/>
                </a:solidFill>
                <a:effectLst/>
                <a:latin typeface="Segoe UI Light" pitchFamily="34" charset="0"/>
                <a:ea typeface="+mn-ea"/>
                <a:cs typeface="+mn-cs"/>
              </a:rPr>
              <a:t>ExpenseIt</a:t>
            </a:r>
            <a:r>
              <a:rPr lang="en-US" sz="882" b="0" i="0" kern="1200" dirty="0">
                <a:solidFill>
                  <a:schemeClr val="tx1"/>
                </a:solidFill>
                <a:effectLst/>
                <a:latin typeface="Segoe UI Light" pitchFamily="34" charset="0"/>
                <a:ea typeface="+mn-ea"/>
                <a:cs typeface="+mn-cs"/>
              </a:rPr>
              <a:t>:</a:t>
            </a:r>
          </a:p>
          <a:p>
            <a:r>
              <a:rPr lang="en-US" sz="882" b="0" i="0" kern="1200" dirty="0">
                <a:solidFill>
                  <a:schemeClr val="tx1"/>
                </a:solidFill>
                <a:effectLst/>
                <a:latin typeface="Segoe UI Light" pitchFamily="34" charset="0"/>
                <a:ea typeface="+mn-ea"/>
                <a:cs typeface="+mn-cs"/>
              </a:rPr>
              <a:t>Open Visual Studio and select Create a new project under the Get started menu.</a:t>
            </a:r>
          </a:p>
          <a:p>
            <a:r>
              <a:rPr lang="en-US" sz="882" b="0" i="0" kern="1200" dirty="0">
                <a:solidFill>
                  <a:schemeClr val="tx1"/>
                </a:solidFill>
                <a:effectLst/>
                <a:latin typeface="Segoe UI Light" pitchFamily="34" charset="0"/>
                <a:ea typeface="+mn-ea"/>
                <a:cs typeface="+mn-cs"/>
              </a:rPr>
              <a:t>The Create a new project dialog opens.</a:t>
            </a:r>
          </a:p>
          <a:p>
            <a:r>
              <a:rPr lang="en-US" sz="882" b="0" i="0" kern="1200" dirty="0">
                <a:solidFill>
                  <a:schemeClr val="tx1"/>
                </a:solidFill>
                <a:effectLst/>
                <a:latin typeface="Segoe UI Light" pitchFamily="34" charset="0"/>
                <a:ea typeface="+mn-ea"/>
                <a:cs typeface="+mn-cs"/>
              </a:rPr>
              <a:t>In the Language dropdown, select either C# or Visual Basic.</a:t>
            </a:r>
          </a:p>
          <a:p>
            <a:r>
              <a:rPr lang="en-US" sz="882" b="0" i="0" kern="1200" dirty="0">
                <a:solidFill>
                  <a:schemeClr val="tx1"/>
                </a:solidFill>
                <a:effectLst/>
                <a:latin typeface="Segoe UI Light" pitchFamily="34" charset="0"/>
                <a:ea typeface="+mn-ea"/>
                <a:cs typeface="+mn-cs"/>
              </a:rPr>
              <a:t>Select the WPF App (.NET Framework) template and then select Next.</a:t>
            </a:r>
          </a:p>
          <a:p>
            <a:r>
              <a:rPr lang="en-US" sz="882" b="0" i="0" kern="1200" dirty="0">
                <a:solidFill>
                  <a:schemeClr val="tx1"/>
                </a:solidFill>
                <a:effectLst/>
                <a:latin typeface="Segoe UI Light" pitchFamily="34" charset="0"/>
                <a:ea typeface="+mn-ea"/>
                <a:cs typeface="+mn-cs"/>
              </a:rPr>
              <a:t>The Configure your new project dialog opens.</a:t>
            </a:r>
          </a:p>
          <a:p>
            <a:r>
              <a:rPr lang="en-US" sz="882" b="0" i="0" kern="1200" dirty="0">
                <a:solidFill>
                  <a:schemeClr val="tx1"/>
                </a:solidFill>
                <a:effectLst/>
                <a:latin typeface="Segoe UI Light" pitchFamily="34" charset="0"/>
                <a:ea typeface="+mn-ea"/>
                <a:cs typeface="+mn-cs"/>
              </a:rPr>
              <a:t>Enter the project name </a:t>
            </a:r>
            <a:r>
              <a:rPr lang="en-US" sz="882" b="0" i="0" kern="1200" dirty="0" err="1">
                <a:solidFill>
                  <a:schemeClr val="tx1"/>
                </a:solidFill>
                <a:effectLst/>
                <a:latin typeface="Segoe UI Light" pitchFamily="34" charset="0"/>
                <a:ea typeface="+mn-ea"/>
                <a:cs typeface="+mn-cs"/>
              </a:rPr>
              <a:t>ExpenseIt</a:t>
            </a:r>
            <a:r>
              <a:rPr lang="en-US" sz="882" b="0" i="0" kern="1200" dirty="0">
                <a:solidFill>
                  <a:schemeClr val="tx1"/>
                </a:solidFill>
                <a:effectLst/>
                <a:latin typeface="Segoe UI Light" pitchFamily="34" charset="0"/>
                <a:ea typeface="+mn-ea"/>
                <a:cs typeface="+mn-cs"/>
              </a:rPr>
              <a:t> and then select Create.</a:t>
            </a:r>
          </a:p>
          <a:p>
            <a:r>
              <a:rPr lang="en-US" sz="882" b="0" i="0" kern="1200" dirty="0">
                <a:solidFill>
                  <a:schemeClr val="tx1"/>
                </a:solidFill>
                <a:effectLst/>
                <a:latin typeface="Segoe UI Light" pitchFamily="34" charset="0"/>
                <a:ea typeface="+mn-ea"/>
                <a:cs typeface="+mn-cs"/>
              </a:rPr>
              <a:t>Configure a new project dialog</a:t>
            </a:r>
          </a:p>
          <a:p>
            <a:r>
              <a:rPr lang="en-US" sz="882" b="0" i="0" kern="1200" dirty="0">
                <a:solidFill>
                  <a:schemeClr val="tx1"/>
                </a:solidFill>
                <a:effectLst/>
                <a:latin typeface="Segoe UI Light" pitchFamily="34" charset="0"/>
                <a:ea typeface="+mn-ea"/>
                <a:cs typeface="+mn-cs"/>
              </a:rPr>
              <a:t>Visual Studio creates the project and opens the designer for the default application window named </a:t>
            </a:r>
            <a:r>
              <a:rPr lang="en-US" sz="882" b="0" i="0" kern="1200" dirty="0" err="1">
                <a:solidFill>
                  <a:schemeClr val="tx1"/>
                </a:solidFill>
                <a:effectLst/>
                <a:latin typeface="Segoe UI Light" pitchFamily="34" charset="0"/>
                <a:ea typeface="+mn-ea"/>
                <a:cs typeface="+mn-cs"/>
              </a:rPr>
              <a:t>MainWindow.xaml</a:t>
            </a:r>
            <a:r>
              <a:rPr lang="en-US" sz="882" b="0" i="0" kern="1200" dirty="0">
                <a:solidFill>
                  <a:schemeClr val="tx1"/>
                </a:solidFill>
                <a:effectLst/>
                <a:latin typeface="Segoe UI Light" pitchFamily="34" charset="0"/>
                <a:ea typeface="+mn-ea"/>
                <a:cs typeface="+mn-cs"/>
              </a:rPr>
              <a:t>.</a:t>
            </a:r>
          </a:p>
        </p:txBody>
      </p:sp>
      <p:sp>
        <p:nvSpPr>
          <p:cNvPr id="4" name="Slide Number Placeholder 3"/>
          <p:cNvSpPr>
            <a:spLocks noGrp="1"/>
          </p:cNvSpPr>
          <p:nvPr>
            <p:ph type="sldNum" sz="quarter" idx="5"/>
          </p:nvPr>
        </p:nvSpPr>
        <p:spPr/>
        <p:txBody>
          <a:bodyPr/>
          <a:lstStyle/>
          <a:p>
            <a:fld id="{B4008EB6-D09E-4580-8CD6-DDB14511944F}" type="slidenum">
              <a:rPr lang="en-US"/>
              <a:pPr/>
              <a:t>18</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6498064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19</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26469838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20</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29922663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21</a:t>
            </a:fld>
            <a:endParaRPr lang="en-US" dirty="0"/>
          </a:p>
        </p:txBody>
      </p:sp>
      <p:sp>
        <p:nvSpPr>
          <p:cNvPr id="6" name="Date Placeholder 5">
            <a:extLst>
              <a:ext uri="{FF2B5EF4-FFF2-40B4-BE49-F238E27FC236}">
                <a16:creationId xmlns:a16="http://schemas.microsoft.com/office/drawing/2014/main" id="{3EB16111-A97F-457F-91C8-272E5E8DFF89}"/>
              </a:ext>
            </a:extLst>
          </p:cNvPr>
          <p:cNvSpPr>
            <a:spLocks noGrp="1"/>
          </p:cNvSpPr>
          <p:nvPr>
            <p:ph type="dt" idx="12"/>
          </p:nvPr>
        </p:nvSpPr>
        <p:spPr/>
        <p:txBody>
          <a:bodyPr/>
          <a:lstStyle/>
          <a:p>
            <a:fld id="{997C9337-20C5-41EF-80F6-63D1F94ABC0C}" type="datetime1">
              <a:rPr lang="en-US"/>
              <a:t>7/5/2025</a:t>
            </a:fld>
            <a:endParaRPr lang="en-US" dirty="0"/>
          </a:p>
        </p:txBody>
      </p:sp>
      <p:sp>
        <p:nvSpPr>
          <p:cNvPr id="10" name="Slide Image Placeholder 9">
            <a:extLst>
              <a:ext uri="{FF2B5EF4-FFF2-40B4-BE49-F238E27FC236}">
                <a16:creationId xmlns:a16="http://schemas.microsoft.com/office/drawing/2014/main" id="{1E1408CB-E158-45EC-A705-EC77EDB9E72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80831AF6-C812-4CA9-9A84-72B9BD292CB0}"/>
              </a:ext>
            </a:extLst>
          </p:cNvPr>
          <p:cNvSpPr>
            <a:spLocks noGrp="1"/>
          </p:cNvSpPr>
          <p:nvPr>
            <p:ph type="body" idx="1"/>
          </p:nvPr>
        </p:nvSpPr>
        <p:spPr>
          <a:xfrm>
            <a:off x="685800" y="4400550"/>
            <a:ext cx="5486400" cy="3600450"/>
          </a:xfrm>
          <a:prstGeom prst="rect">
            <a:avLst/>
          </a:prstGeom>
        </p:spPr>
        <p:txBody>
          <a:bodyPr/>
          <a:lstStyle/>
          <a:p>
            <a:endParaRPr lang="en-IL"/>
          </a:p>
        </p:txBody>
      </p:sp>
      <p:sp>
        <p:nvSpPr>
          <p:cNvPr id="2" name="Header Placeholder 1">
            <a:extLst>
              <a:ext uri="{FF2B5EF4-FFF2-40B4-BE49-F238E27FC236}">
                <a16:creationId xmlns:a16="http://schemas.microsoft.com/office/drawing/2014/main" id="{9830E05C-8F70-4854-835C-C7C6F7556052}"/>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29744379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22</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7/5/2025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38323812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23</a:t>
            </a:fld>
            <a:endParaRPr lang="en-US"/>
          </a:p>
        </p:txBody>
      </p:sp>
      <p:sp>
        <p:nvSpPr>
          <p:cNvPr id="3" name="Date Placeholder 2">
            <a:extLst>
              <a:ext uri="{FF2B5EF4-FFF2-40B4-BE49-F238E27FC236}">
                <a16:creationId xmlns:a16="http://schemas.microsoft.com/office/drawing/2014/main" id="{1A0B76F9-3F92-4745-AA72-2039D73104F8}"/>
              </a:ext>
            </a:extLst>
          </p:cNvPr>
          <p:cNvSpPr>
            <a:spLocks noGrp="1"/>
          </p:cNvSpPr>
          <p:nvPr>
            <p:ph type="dt" idx="12"/>
          </p:nvPr>
        </p:nvSpPr>
        <p:spPr/>
        <p:txBody>
          <a:bodyPr/>
          <a:lstStyle/>
          <a:p>
            <a:fld id="{98343A3E-C65B-474B-B284-72A2415C99C0}" type="datetime1">
              <a:rPr lang="en-US"/>
              <a:t>7/5/2025</a:t>
            </a:fld>
            <a:endParaRPr lang="en-US"/>
          </a:p>
        </p:txBody>
      </p:sp>
      <p:sp>
        <p:nvSpPr>
          <p:cNvPr id="10" name="Slide Image Placeholder 9">
            <a:extLst>
              <a:ext uri="{FF2B5EF4-FFF2-40B4-BE49-F238E27FC236}">
                <a16:creationId xmlns:a16="http://schemas.microsoft.com/office/drawing/2014/main" id="{B080087F-9B63-4FCC-87C0-CC79C9FF5FED}"/>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9EF5BC6-BB55-444F-AE42-1679207E5163}"/>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29186FA5-7D91-4142-B389-05BC0ADD7EE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40311030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fld id="{B4008EB6-D09E-4580-8CD6-DDB14511944F}" type="slidenum">
              <a:rPr lang="en-US"/>
              <a:pPr/>
              <a:t>24</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9961096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Additional controls available via </a:t>
            </a:r>
            <a:r>
              <a:rPr lang="en-US" dirty="0" err="1"/>
              <a:t>Nuget</a:t>
            </a:r>
            <a:r>
              <a:rPr lang="en-US" dirty="0"/>
              <a:t>:</a:t>
            </a:r>
          </a:p>
          <a:p>
            <a:pPr lvl="1"/>
            <a:r>
              <a:rPr lang="en-US" dirty="0" err="1"/>
              <a:t>Microsoft.UI.Xaml.Controls</a:t>
            </a:r>
            <a:endParaRPr lang="en-US" dirty="0"/>
          </a:p>
          <a:p>
            <a:endParaRPr lang="en-US" dirty="0"/>
          </a:p>
          <a:p>
            <a:r>
              <a:rPr lang="en-US" sz="882" b="0" i="0" kern="1200" dirty="0">
                <a:solidFill>
                  <a:schemeClr val="tx1"/>
                </a:solidFill>
                <a:effectLst/>
                <a:latin typeface="Segoe UI Light" pitchFamily="34" charset="0"/>
                <a:ea typeface="+mn-ea"/>
                <a:cs typeface="+mn-cs"/>
              </a:rPr>
              <a:t>Additional controls for UWP development are available from companies such as </a:t>
            </a:r>
            <a:r>
              <a:rPr lang="en-US" sz="882" b="0" i="0" u="sng" kern="1200" dirty="0">
                <a:solidFill>
                  <a:schemeClr val="tx1"/>
                </a:solidFill>
                <a:effectLst/>
                <a:latin typeface="Segoe UI Light" pitchFamily="34" charset="0"/>
                <a:ea typeface="+mn-ea"/>
                <a:cs typeface="+mn-cs"/>
                <a:hlinkClick r:id="rId3"/>
              </a:rPr>
              <a:t>Telerik</a:t>
            </a:r>
            <a:r>
              <a:rPr lang="en-US" sz="882" b="0" i="0" kern="1200" dirty="0">
                <a:solidFill>
                  <a:schemeClr val="tx1"/>
                </a:solidFill>
                <a:effectLst/>
                <a:latin typeface="Segoe UI Light" pitchFamily="34" charset="0"/>
                <a:ea typeface="+mn-ea"/>
                <a:cs typeface="+mn-cs"/>
              </a:rPr>
              <a:t>, </a:t>
            </a:r>
            <a:r>
              <a:rPr lang="en-US" sz="882" b="0" i="0" u="sng" kern="1200" dirty="0" err="1">
                <a:solidFill>
                  <a:schemeClr val="tx1"/>
                </a:solidFill>
                <a:effectLst/>
                <a:latin typeface="Segoe UI Light" pitchFamily="34" charset="0"/>
                <a:ea typeface="+mn-ea"/>
                <a:cs typeface="+mn-cs"/>
                <a:hlinkClick r:id="rId4"/>
              </a:rPr>
              <a:t>SyncFusion</a:t>
            </a:r>
            <a:r>
              <a:rPr lang="en-US" sz="882" b="0" i="0" kern="1200" dirty="0">
                <a:solidFill>
                  <a:schemeClr val="tx1"/>
                </a:solidFill>
                <a:effectLst/>
                <a:latin typeface="Segoe UI Light" pitchFamily="34" charset="0"/>
                <a:ea typeface="+mn-ea"/>
                <a:cs typeface="+mn-cs"/>
              </a:rPr>
              <a:t>, </a:t>
            </a:r>
            <a:r>
              <a:rPr lang="en-US" sz="882" b="0" i="0" u="sng" kern="1200" dirty="0">
                <a:solidFill>
                  <a:schemeClr val="tx1"/>
                </a:solidFill>
                <a:effectLst/>
                <a:latin typeface="Segoe UI Light" pitchFamily="34" charset="0"/>
                <a:ea typeface="+mn-ea"/>
                <a:cs typeface="+mn-cs"/>
                <a:hlinkClick r:id="rId5"/>
              </a:rPr>
              <a:t>DevExpress</a:t>
            </a:r>
            <a:r>
              <a:rPr lang="en-US" sz="882" b="0" i="0" kern="1200" dirty="0">
                <a:solidFill>
                  <a:schemeClr val="tx1"/>
                </a:solidFill>
                <a:effectLst/>
                <a:latin typeface="Segoe UI Light" pitchFamily="34" charset="0"/>
                <a:ea typeface="+mn-ea"/>
                <a:cs typeface="+mn-cs"/>
              </a:rPr>
              <a:t>, </a:t>
            </a:r>
            <a:r>
              <a:rPr lang="en-US" sz="882" b="0" i="0" u="sng" kern="1200" dirty="0">
                <a:solidFill>
                  <a:schemeClr val="tx1"/>
                </a:solidFill>
                <a:effectLst/>
                <a:latin typeface="Segoe UI Light" pitchFamily="34" charset="0"/>
                <a:ea typeface="+mn-ea"/>
                <a:cs typeface="+mn-cs"/>
                <a:hlinkClick r:id="rId6"/>
              </a:rPr>
              <a:t>Infragistics</a:t>
            </a:r>
            <a:r>
              <a:rPr lang="en-US" sz="882" b="0" i="0" kern="1200" dirty="0">
                <a:solidFill>
                  <a:schemeClr val="tx1"/>
                </a:solidFill>
                <a:effectLst/>
                <a:latin typeface="Segoe UI Light" pitchFamily="34" charset="0"/>
                <a:ea typeface="+mn-ea"/>
                <a:cs typeface="+mn-cs"/>
              </a:rPr>
              <a:t>, </a:t>
            </a:r>
            <a:r>
              <a:rPr lang="en-US" sz="882" b="0" i="0" u="sng" kern="1200" dirty="0" err="1">
                <a:solidFill>
                  <a:schemeClr val="tx1"/>
                </a:solidFill>
                <a:effectLst/>
                <a:latin typeface="Segoe UI Light" pitchFamily="34" charset="0"/>
                <a:ea typeface="+mn-ea"/>
                <a:cs typeface="+mn-cs"/>
                <a:hlinkClick r:id="rId7"/>
              </a:rPr>
              <a:t>ComponentOne</a:t>
            </a:r>
            <a:r>
              <a:rPr lang="en-US" sz="882" b="0" i="0" kern="1200" dirty="0">
                <a:solidFill>
                  <a:schemeClr val="tx1"/>
                </a:solidFill>
                <a:effectLst/>
                <a:latin typeface="Segoe UI Light" pitchFamily="34" charset="0"/>
                <a:ea typeface="+mn-ea"/>
                <a:cs typeface="+mn-cs"/>
              </a:rPr>
              <a:t>, and </a:t>
            </a:r>
            <a:r>
              <a:rPr lang="en-US" sz="882" b="0" i="0" u="sng" kern="1200" dirty="0" err="1">
                <a:solidFill>
                  <a:schemeClr val="tx1"/>
                </a:solidFill>
                <a:effectLst/>
                <a:latin typeface="Segoe UI Light" pitchFamily="34" charset="0"/>
                <a:ea typeface="+mn-ea"/>
                <a:cs typeface="+mn-cs"/>
                <a:hlinkClick r:id="rId8"/>
              </a:rPr>
              <a:t>ActiPro</a:t>
            </a:r>
            <a:r>
              <a:rPr lang="en-US" sz="882" b="0" i="0" kern="1200" dirty="0">
                <a:solidFill>
                  <a:schemeClr val="tx1"/>
                </a:solidFill>
                <a:effectLst/>
                <a:latin typeface="Segoe UI Light" pitchFamily="34" charset="0"/>
                <a:ea typeface="+mn-ea"/>
                <a:cs typeface="+mn-cs"/>
              </a:rPr>
              <a:t>.</a:t>
            </a:r>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25</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17520222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kern="1200" dirty="0">
                <a:solidFill>
                  <a:schemeClr val="tx1"/>
                </a:solidFill>
                <a:latin typeface="Segoe UI Light" pitchFamily="34" charset="0"/>
                <a:ea typeface="+mn-ea"/>
                <a:cs typeface="+mn-cs"/>
              </a:rPr>
              <a:t>A good site to learn the controls and how they work</a:t>
            </a:r>
          </a:p>
          <a:p>
            <a:r>
              <a:rPr lang="en-US" sz="1200" kern="1200" dirty="0">
                <a:solidFill>
                  <a:schemeClr val="tx1"/>
                </a:solidFill>
                <a:latin typeface="Segoe UI Light" pitchFamily="34" charset="0"/>
                <a:ea typeface="+mn-ea"/>
                <a:cs typeface="+mn-cs"/>
              </a:rPr>
              <a:t>https://www.wpf-tutorial.com/ </a:t>
            </a:r>
          </a:p>
          <a:p>
            <a:endParaRPr lang="en-US" dirty="0"/>
          </a:p>
        </p:txBody>
      </p:sp>
      <p:sp>
        <p:nvSpPr>
          <p:cNvPr id="4" name="Fußzeilenplatzhalter 3"/>
          <p:cNvSpPr>
            <a:spLocks noGrp="1"/>
          </p:cNvSpPr>
          <p:nvPr>
            <p:ph type="ftr" sz="quarter" idx="4"/>
          </p:nvPr>
        </p:nvSpPr>
        <p:spPr/>
        <p:txBody>
          <a:bodyPr/>
          <a:lstStyle/>
          <a:p>
            <a:r>
              <a:rPr lang="en-US" noProof="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a:p>
            <a:endParaRPr lang="en-US" noProof="0" dirty="0"/>
          </a:p>
        </p:txBody>
      </p:sp>
      <p:sp>
        <p:nvSpPr>
          <p:cNvPr id="5" name="Foliennummernplatzhalter 4"/>
          <p:cNvSpPr>
            <a:spLocks noGrp="1"/>
          </p:cNvSpPr>
          <p:nvPr>
            <p:ph type="sldNum" sz="quarter" idx="5"/>
          </p:nvPr>
        </p:nvSpPr>
        <p:spPr/>
        <p:txBody>
          <a:bodyPr/>
          <a:lstStyle/>
          <a:p>
            <a:fld id="{2910A2D9-F064-48EF-99CB-A51108C1AB40}" type="slidenum">
              <a:rPr lang="en-US" noProof="0"/>
              <a:t>26</a:t>
            </a:fld>
            <a:endParaRPr lang="en-US" noProof="0" dirty="0"/>
          </a:p>
        </p:txBody>
      </p:sp>
    </p:spTree>
    <p:extLst>
      <p:ext uri="{BB962C8B-B14F-4D97-AF65-F5344CB8AC3E}">
        <p14:creationId xmlns:p14="http://schemas.microsoft.com/office/powerpoint/2010/main" val="23338623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kern="1200" dirty="0">
                <a:solidFill>
                  <a:schemeClr val="tx1"/>
                </a:solidFill>
                <a:latin typeface="Segoe UI Light" pitchFamily="34" charset="0"/>
                <a:ea typeface="+mn-ea"/>
                <a:cs typeface="+mn-cs"/>
              </a:rPr>
              <a:t>A good site to learn the controls and how they work</a:t>
            </a:r>
          </a:p>
          <a:p>
            <a:r>
              <a:rPr lang="en-US" sz="1200" kern="1200" dirty="0">
                <a:solidFill>
                  <a:schemeClr val="tx1"/>
                </a:solidFill>
                <a:latin typeface="Segoe UI Light" pitchFamily="34" charset="0"/>
                <a:ea typeface="+mn-ea"/>
                <a:cs typeface="+mn-cs"/>
              </a:rPr>
              <a:t>https://www.wpf-tutorial.com/ </a:t>
            </a:r>
          </a:p>
          <a:p>
            <a:endParaRPr lang="en-US" dirty="0"/>
          </a:p>
        </p:txBody>
      </p:sp>
      <p:sp>
        <p:nvSpPr>
          <p:cNvPr id="4" name="Fußzeilenplatzhalter 3"/>
          <p:cNvSpPr>
            <a:spLocks noGrp="1"/>
          </p:cNvSpPr>
          <p:nvPr>
            <p:ph type="ftr" sz="quarter" idx="4"/>
          </p:nvPr>
        </p:nvSpPr>
        <p:spPr/>
        <p:txBody>
          <a:bodyPr/>
          <a:lstStyle/>
          <a:p>
            <a:r>
              <a:rPr lang="en-US" noProof="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a:p>
            <a:endParaRPr lang="en-US" noProof="0" dirty="0"/>
          </a:p>
        </p:txBody>
      </p:sp>
      <p:sp>
        <p:nvSpPr>
          <p:cNvPr id="5" name="Foliennummernplatzhalter 4"/>
          <p:cNvSpPr>
            <a:spLocks noGrp="1"/>
          </p:cNvSpPr>
          <p:nvPr>
            <p:ph type="sldNum" sz="quarter" idx="5"/>
          </p:nvPr>
        </p:nvSpPr>
        <p:spPr/>
        <p:txBody>
          <a:bodyPr/>
          <a:lstStyle/>
          <a:p>
            <a:fld id="{2910A2D9-F064-48EF-99CB-A51108C1AB40}" type="slidenum">
              <a:rPr lang="en-US" noProof="0"/>
              <a:t>27</a:t>
            </a:fld>
            <a:endParaRPr lang="en-US" noProof="0" dirty="0"/>
          </a:p>
        </p:txBody>
      </p:sp>
    </p:spTree>
    <p:extLst>
      <p:ext uri="{BB962C8B-B14F-4D97-AF65-F5344CB8AC3E}">
        <p14:creationId xmlns:p14="http://schemas.microsoft.com/office/powerpoint/2010/main" val="25553955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28</a:t>
            </a:fld>
            <a:endParaRPr lang="en-US" dirty="0"/>
          </a:p>
        </p:txBody>
      </p:sp>
      <p:sp>
        <p:nvSpPr>
          <p:cNvPr id="6" name="Date Placeholder 5">
            <a:extLst>
              <a:ext uri="{FF2B5EF4-FFF2-40B4-BE49-F238E27FC236}">
                <a16:creationId xmlns:a16="http://schemas.microsoft.com/office/drawing/2014/main" id="{3EB16111-A97F-457F-91C8-272E5E8DFF89}"/>
              </a:ext>
            </a:extLst>
          </p:cNvPr>
          <p:cNvSpPr>
            <a:spLocks noGrp="1"/>
          </p:cNvSpPr>
          <p:nvPr>
            <p:ph type="dt" idx="12"/>
          </p:nvPr>
        </p:nvSpPr>
        <p:spPr/>
        <p:txBody>
          <a:bodyPr/>
          <a:lstStyle/>
          <a:p>
            <a:fld id="{997C9337-20C5-41EF-80F6-63D1F94ABC0C}" type="datetime1">
              <a:rPr lang="en-US"/>
              <a:t>7/5/2025</a:t>
            </a:fld>
            <a:endParaRPr lang="en-US" dirty="0"/>
          </a:p>
        </p:txBody>
      </p:sp>
      <p:sp>
        <p:nvSpPr>
          <p:cNvPr id="10" name="Slide Image Placeholder 9">
            <a:extLst>
              <a:ext uri="{FF2B5EF4-FFF2-40B4-BE49-F238E27FC236}">
                <a16:creationId xmlns:a16="http://schemas.microsoft.com/office/drawing/2014/main" id="{1E1408CB-E158-45EC-A705-EC77EDB9E72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80831AF6-C812-4CA9-9A84-72B9BD292CB0}"/>
              </a:ext>
            </a:extLst>
          </p:cNvPr>
          <p:cNvSpPr>
            <a:spLocks noGrp="1"/>
          </p:cNvSpPr>
          <p:nvPr>
            <p:ph type="body" idx="1"/>
          </p:nvPr>
        </p:nvSpPr>
        <p:spPr>
          <a:xfrm>
            <a:off x="685800" y="4400550"/>
            <a:ext cx="5486400" cy="3600450"/>
          </a:xfrm>
          <a:prstGeom prst="rect">
            <a:avLst/>
          </a:prstGeom>
        </p:spPr>
        <p:txBody>
          <a:bodyPr/>
          <a:lstStyle/>
          <a:p>
            <a:endParaRPr lang="en-IL"/>
          </a:p>
        </p:txBody>
      </p:sp>
      <p:sp>
        <p:nvSpPr>
          <p:cNvPr id="2" name="Header Placeholder 1">
            <a:extLst>
              <a:ext uri="{FF2B5EF4-FFF2-40B4-BE49-F238E27FC236}">
                <a16:creationId xmlns:a16="http://schemas.microsoft.com/office/drawing/2014/main" id="{9830E05C-8F70-4854-835C-C7C6F7556052}"/>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18176219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29</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7/5/2025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4819804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30</a:t>
            </a:fld>
            <a:endParaRPr lang="en-US"/>
          </a:p>
        </p:txBody>
      </p:sp>
      <p:sp>
        <p:nvSpPr>
          <p:cNvPr id="3" name="Date Placeholder 2">
            <a:extLst>
              <a:ext uri="{FF2B5EF4-FFF2-40B4-BE49-F238E27FC236}">
                <a16:creationId xmlns:a16="http://schemas.microsoft.com/office/drawing/2014/main" id="{1A0B76F9-3F92-4745-AA72-2039D73104F8}"/>
              </a:ext>
            </a:extLst>
          </p:cNvPr>
          <p:cNvSpPr>
            <a:spLocks noGrp="1"/>
          </p:cNvSpPr>
          <p:nvPr>
            <p:ph type="dt" idx="12"/>
          </p:nvPr>
        </p:nvSpPr>
        <p:spPr/>
        <p:txBody>
          <a:bodyPr/>
          <a:lstStyle/>
          <a:p>
            <a:fld id="{98343A3E-C65B-474B-B284-72A2415C99C0}" type="datetime1">
              <a:rPr lang="en-US"/>
              <a:t>7/5/2025</a:t>
            </a:fld>
            <a:endParaRPr lang="en-US"/>
          </a:p>
        </p:txBody>
      </p:sp>
      <p:sp>
        <p:nvSpPr>
          <p:cNvPr id="10" name="Slide Image Placeholder 9">
            <a:extLst>
              <a:ext uri="{FF2B5EF4-FFF2-40B4-BE49-F238E27FC236}">
                <a16:creationId xmlns:a16="http://schemas.microsoft.com/office/drawing/2014/main" id="{B080087F-9B63-4FCC-87C0-CC79C9FF5FED}"/>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9EF5BC6-BB55-444F-AE42-1679207E5163}"/>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29186FA5-7D91-4142-B389-05BC0ADD7EE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42653857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Design your GUI , As a GUI is as good as your design always </a:t>
            </a:r>
            <a:r>
              <a:rPr lang="en-US" dirty="0" err="1"/>
              <a:t>perdesign</a:t>
            </a:r>
            <a:r>
              <a:rPr lang="en-US" dirty="0"/>
              <a:t> a GUI on paper / </a:t>
            </a:r>
            <a:r>
              <a:rPr lang="en-US" dirty="0" err="1"/>
              <a:t>Mspaint</a:t>
            </a:r>
            <a:r>
              <a:rPr lang="en-US" dirty="0"/>
              <a:t> or whatever you feel comfortable with. This give you the rough outlines of how it might look. Redesigning a </a:t>
            </a:r>
            <a:r>
              <a:rPr lang="en-US" dirty="0" err="1"/>
              <a:t>Gui</a:t>
            </a:r>
            <a:r>
              <a:rPr lang="en-US" dirty="0"/>
              <a:t> is very work extensive</a:t>
            </a:r>
          </a:p>
          <a:p>
            <a:r>
              <a:rPr lang="en-US" dirty="0"/>
              <a:t>#2 Design your GUI in XAML editor</a:t>
            </a:r>
          </a:p>
          <a:p>
            <a:r>
              <a:rPr lang="en-US" dirty="0"/>
              <a:t>#3 Load the needed Assembly files (</a:t>
            </a:r>
            <a:r>
              <a:rPr lang="en-US" dirty="0" err="1"/>
              <a:t>presentationframework</a:t>
            </a:r>
            <a:r>
              <a:rPr lang="en-US" dirty="0"/>
              <a:t>, </a:t>
            </a:r>
            <a:r>
              <a:rPr lang="en-US" dirty="0" err="1"/>
              <a:t>presentationcore</a:t>
            </a:r>
            <a:r>
              <a:rPr lang="en-US" dirty="0"/>
              <a:t>)</a:t>
            </a:r>
          </a:p>
          <a:p>
            <a:r>
              <a:rPr lang="en-US" dirty="0"/>
              <a:t>#4 Prepare XAML file for usage in </a:t>
            </a:r>
            <a:r>
              <a:rPr lang="en-US" dirty="0" err="1"/>
              <a:t>Powershell</a:t>
            </a:r>
            <a:endParaRPr lang="en-US" dirty="0"/>
          </a:p>
          <a:p>
            <a:r>
              <a:rPr lang="en-US" dirty="0"/>
              <a:t>           #4a Get the XAML into PowerShell as a string (can use Get-Content on a separate file)</a:t>
            </a:r>
          </a:p>
          <a:p>
            <a:r>
              <a:rPr lang="en-US" dirty="0"/>
              <a:t>           #4b Scrub out any XAML stuff PowerShell doesn’t like (some of the Visual Studio bits)</a:t>
            </a:r>
          </a:p>
          <a:p>
            <a:r>
              <a:rPr lang="en-US" dirty="0"/>
              <a:t>#5 Typecast your string data to [XML]</a:t>
            </a:r>
          </a:p>
          <a:p>
            <a:r>
              <a:rPr lang="en-US" dirty="0"/>
              <a:t>#6 Build an XML reader and use it to load our XAML</a:t>
            </a:r>
          </a:p>
          <a:p>
            <a:r>
              <a:rPr lang="en-US" dirty="0"/>
              <a:t>#7. Add any code you want to control the form</a:t>
            </a:r>
          </a:p>
          <a:p>
            <a:r>
              <a:rPr lang="en-US" dirty="0"/>
              <a:t>#8. Display the Form to the user and dispose of it</a:t>
            </a:r>
          </a:p>
          <a:p>
            <a:endParaRPr lang="en-US" dirty="0"/>
          </a:p>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31</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18784171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32</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15090894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x:Name</a:t>
            </a:r>
            <a:r>
              <a:rPr lang="en-US" dirty="0"/>
              <a:t>” tags in the code is what we will use later to create corresponding PowerShell referencing objects for. Anything that is not named will not be created as a PowerShell object or will need manual referencing.</a:t>
            </a:r>
          </a:p>
        </p:txBody>
      </p:sp>
      <p:sp>
        <p:nvSpPr>
          <p:cNvPr id="4" name="Slide Number Placeholder 3"/>
          <p:cNvSpPr>
            <a:spLocks noGrp="1"/>
          </p:cNvSpPr>
          <p:nvPr>
            <p:ph type="sldNum" sz="quarter" idx="5"/>
          </p:nvPr>
        </p:nvSpPr>
        <p:spPr/>
        <p:txBody>
          <a:bodyPr/>
          <a:lstStyle/>
          <a:p>
            <a:fld id="{B4008EB6-D09E-4580-8CD6-DDB14511944F}" type="slidenum">
              <a:rPr lang="en-US"/>
              <a:pPr/>
              <a:t>33</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16248613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add the assemblies needed to the </a:t>
            </a:r>
            <a:r>
              <a:rPr lang="en-US" dirty="0" err="1"/>
              <a:t>runspace</a:t>
            </a:r>
            <a:r>
              <a:rPr lang="en-US" dirty="0"/>
              <a:t>:</a:t>
            </a:r>
            <a:endParaRPr lang="en-US" sz="900" dirty="0">
              <a:solidFill>
                <a:srgbClr val="98FB98"/>
              </a:solidFill>
              <a:latin typeface="Lucida Console" panose="020B0609040504020204" pitchFamily="49" charset="0"/>
            </a:endParaRPr>
          </a:p>
          <a:p>
            <a:pPr marL="0" indent="0">
              <a:buNone/>
            </a:pPr>
            <a:r>
              <a:rPr lang="en-US" sz="900" b="1" dirty="0">
                <a:solidFill>
                  <a:srgbClr val="E0FFFF"/>
                </a:solidFill>
                <a:latin typeface="Lucida Console" panose="020B0609040504020204" pitchFamily="49" charset="0"/>
              </a:rPr>
              <a:t>Add-Type</a:t>
            </a:r>
            <a:r>
              <a:rPr lang="en-US" sz="900" b="1" dirty="0">
                <a:solidFill>
                  <a:srgbClr val="F5F5F5"/>
                </a:solidFill>
                <a:latin typeface="Lucida Console" panose="020B0609040504020204" pitchFamily="49" charset="0"/>
              </a:rPr>
              <a:t> </a:t>
            </a:r>
            <a:r>
              <a:rPr lang="en-US" sz="900" b="1" dirty="0">
                <a:solidFill>
                  <a:srgbClr val="FFE4B5"/>
                </a:solidFill>
                <a:latin typeface="Lucida Console" panose="020B0609040504020204" pitchFamily="49" charset="0"/>
              </a:rPr>
              <a:t>-</a:t>
            </a:r>
            <a:r>
              <a:rPr lang="en-US" sz="900" b="1" dirty="0" err="1">
                <a:solidFill>
                  <a:srgbClr val="FFE4B5"/>
                </a:solidFill>
                <a:latin typeface="Lucida Console" panose="020B0609040504020204" pitchFamily="49" charset="0"/>
              </a:rPr>
              <a:t>AssemblyName</a:t>
            </a:r>
            <a:r>
              <a:rPr lang="en-US" sz="900" b="1" dirty="0">
                <a:solidFill>
                  <a:srgbClr val="F5F5F5"/>
                </a:solidFill>
                <a:latin typeface="Lucida Console" panose="020B0609040504020204" pitchFamily="49" charset="0"/>
              </a:rPr>
              <a:t> </a:t>
            </a:r>
            <a:r>
              <a:rPr lang="en-US" sz="900" b="1" dirty="0" err="1">
                <a:solidFill>
                  <a:srgbClr val="EE82EE"/>
                </a:solidFill>
                <a:latin typeface="Lucida Console" panose="020B0609040504020204" pitchFamily="49" charset="0"/>
              </a:rPr>
              <a:t>PresentationCore</a:t>
            </a:r>
            <a:r>
              <a:rPr lang="en-US" sz="900" b="1" dirty="0" err="1">
                <a:solidFill>
                  <a:srgbClr val="D3D3D3"/>
                </a:solidFill>
                <a:latin typeface="Lucida Console" panose="020B0609040504020204" pitchFamily="49" charset="0"/>
              </a:rPr>
              <a:t>,</a:t>
            </a:r>
            <a:r>
              <a:rPr lang="en-US" sz="900" b="1" dirty="0" err="1">
                <a:solidFill>
                  <a:srgbClr val="EE82EE"/>
                </a:solidFill>
                <a:latin typeface="Lucida Console" panose="020B0609040504020204" pitchFamily="49" charset="0"/>
              </a:rPr>
              <a:t>PresentationFramework</a:t>
            </a:r>
            <a:endParaRPr lang="en-US" sz="900" b="1" dirty="0">
              <a:solidFill>
                <a:srgbClr val="F5F5F5"/>
              </a:solidFill>
              <a:latin typeface="Lucida Console" panose="020B0609040504020204" pitchFamily="49" charset="0"/>
            </a:endParaRPr>
          </a:p>
          <a:p>
            <a:endParaRPr lang="en-US" dirty="0"/>
          </a:p>
          <a:p>
            <a:r>
              <a:rPr lang="en-US" dirty="0"/>
              <a:t>Next, we remove the unwanted headers:</a:t>
            </a:r>
          </a:p>
          <a:p>
            <a:pPr marL="0" indent="0">
              <a:buNone/>
            </a:pPr>
            <a:r>
              <a:rPr lang="en-US" sz="900" b="1" dirty="0">
                <a:solidFill>
                  <a:srgbClr val="FF4500"/>
                </a:solidFill>
                <a:latin typeface="Lucida Console" panose="020B0609040504020204" pitchFamily="49" charset="0"/>
              </a:rPr>
              <a:t>$XAML</a:t>
            </a:r>
            <a:r>
              <a:rPr lang="en-US" sz="900" b="1" dirty="0">
                <a:solidFill>
                  <a:srgbClr val="D3D3D3"/>
                </a:solidFill>
                <a:latin typeface="Lucida Console" panose="020B0609040504020204" pitchFamily="49" charset="0"/>
              </a:rPr>
              <a:t>=</a:t>
            </a:r>
            <a:r>
              <a:rPr lang="en-US" sz="900" b="1" dirty="0">
                <a:solidFill>
                  <a:srgbClr val="F5F5F5"/>
                </a:solidFill>
                <a:latin typeface="Lucida Console" panose="020B0609040504020204" pitchFamily="49" charset="0"/>
              </a:rPr>
              <a:t> </a:t>
            </a:r>
            <a:r>
              <a:rPr lang="en-US" sz="900" b="1" dirty="0">
                <a:solidFill>
                  <a:srgbClr val="D3D3D3"/>
                </a:solidFill>
                <a:latin typeface="Lucida Console" panose="020B0609040504020204" pitchFamily="49" charset="0"/>
              </a:rPr>
              <a:t>[</a:t>
            </a:r>
            <a:r>
              <a:rPr lang="en-US" sz="900" b="1" dirty="0">
                <a:solidFill>
                  <a:srgbClr val="8FBC8F"/>
                </a:solidFill>
                <a:latin typeface="Lucida Console" panose="020B0609040504020204" pitchFamily="49" charset="0"/>
              </a:rPr>
              <a:t>XML</a:t>
            </a:r>
            <a:r>
              <a:rPr lang="en-US" sz="900" b="1" dirty="0">
                <a:solidFill>
                  <a:srgbClr val="D3D3D3"/>
                </a:solidFill>
                <a:latin typeface="Lucida Console" panose="020B0609040504020204" pitchFamily="49" charset="0"/>
              </a:rPr>
              <a:t>]</a:t>
            </a:r>
            <a:r>
              <a:rPr lang="en-US" sz="900" b="1" dirty="0">
                <a:solidFill>
                  <a:srgbClr val="F5F5F5"/>
                </a:solidFill>
                <a:latin typeface="Lucida Console" panose="020B0609040504020204" pitchFamily="49" charset="0"/>
              </a:rPr>
              <a:t>(</a:t>
            </a:r>
            <a:r>
              <a:rPr lang="en-US" sz="900" b="1" dirty="0">
                <a:solidFill>
                  <a:srgbClr val="E0FFFF"/>
                </a:solidFill>
                <a:latin typeface="Lucida Console" panose="020B0609040504020204" pitchFamily="49" charset="0"/>
              </a:rPr>
              <a:t>Get-Content</a:t>
            </a:r>
            <a:r>
              <a:rPr lang="en-US" sz="900" b="1" dirty="0">
                <a:solidFill>
                  <a:srgbClr val="F5F5F5"/>
                </a:solidFill>
                <a:latin typeface="Lucida Console" panose="020B0609040504020204" pitchFamily="49" charset="0"/>
              </a:rPr>
              <a:t> </a:t>
            </a:r>
            <a:r>
              <a:rPr lang="en-US" sz="900" b="1" dirty="0">
                <a:solidFill>
                  <a:srgbClr val="FFE4B5"/>
                </a:solidFill>
                <a:latin typeface="Lucida Console" panose="020B0609040504020204" pitchFamily="49" charset="0"/>
              </a:rPr>
              <a:t>-Path</a:t>
            </a:r>
            <a:r>
              <a:rPr lang="en-US" sz="900" b="1" dirty="0">
                <a:solidFill>
                  <a:srgbClr val="F5F5F5"/>
                </a:solidFill>
                <a:latin typeface="Lucida Console" panose="020B0609040504020204" pitchFamily="49" charset="0"/>
              </a:rPr>
              <a:t> </a:t>
            </a:r>
            <a:r>
              <a:rPr lang="en-US" sz="900" b="1" dirty="0">
                <a:solidFill>
                  <a:srgbClr val="DB7093"/>
                </a:solidFill>
                <a:latin typeface="Lucida Console" panose="020B0609040504020204" pitchFamily="49" charset="0"/>
              </a:rPr>
              <a:t>'$</a:t>
            </a:r>
            <a:r>
              <a:rPr lang="en-US" sz="900" b="1" dirty="0" err="1">
                <a:solidFill>
                  <a:srgbClr val="DB7093"/>
                </a:solidFill>
                <a:latin typeface="Lucida Console" panose="020B0609040504020204" pitchFamily="49" charset="0"/>
              </a:rPr>
              <a:t>PSScriptRoot</a:t>
            </a:r>
            <a:r>
              <a:rPr lang="en-US" sz="900" b="1" dirty="0">
                <a:solidFill>
                  <a:srgbClr val="DB7093"/>
                </a:solidFill>
                <a:latin typeface="Lucida Console" panose="020B0609040504020204" pitchFamily="49" charset="0"/>
              </a:rPr>
              <a:t>\</a:t>
            </a:r>
            <a:r>
              <a:rPr lang="en-US" sz="900" b="1" dirty="0" err="1">
                <a:solidFill>
                  <a:srgbClr val="DB7093"/>
                </a:solidFill>
                <a:latin typeface="Lucida Console" panose="020B0609040504020204" pitchFamily="49" charset="0"/>
              </a:rPr>
              <a:t>MainWindow.xaml</a:t>
            </a:r>
            <a:r>
              <a:rPr lang="en-US" sz="900" b="1" dirty="0">
                <a:solidFill>
                  <a:srgbClr val="DB7093"/>
                </a:solidFill>
                <a:latin typeface="Lucida Console" panose="020B0609040504020204" pitchFamily="49" charset="0"/>
              </a:rPr>
              <a:t>'</a:t>
            </a:r>
            <a:r>
              <a:rPr lang="en-US" sz="900" b="1" dirty="0">
                <a:solidFill>
                  <a:srgbClr val="F5F5F5"/>
                </a:solidFill>
                <a:latin typeface="Lucida Console" panose="020B0609040504020204" pitchFamily="49" charset="0"/>
              </a:rPr>
              <a:t> </a:t>
            </a:r>
            <a:r>
              <a:rPr lang="en-US" sz="900" b="1" dirty="0">
                <a:solidFill>
                  <a:srgbClr val="FFE4B5"/>
                </a:solidFill>
                <a:latin typeface="Lucida Console" panose="020B0609040504020204" pitchFamily="49" charset="0"/>
              </a:rPr>
              <a:t>-Raw</a:t>
            </a:r>
            <a:r>
              <a:rPr lang="en-US" sz="900" b="1" dirty="0">
                <a:solidFill>
                  <a:srgbClr val="F5F5F5"/>
                </a:solidFill>
                <a:latin typeface="Lucida Console" panose="020B0609040504020204" pitchFamily="49" charset="0"/>
              </a:rPr>
              <a:t>)</a:t>
            </a:r>
          </a:p>
          <a:p>
            <a:pPr marL="0" indent="0">
              <a:buNone/>
            </a:pPr>
            <a:r>
              <a:rPr lang="en-US" sz="900" b="1" dirty="0">
                <a:solidFill>
                  <a:srgbClr val="FF4500"/>
                </a:solidFill>
                <a:latin typeface="Lucida Console" panose="020B0609040504020204" pitchFamily="49" charset="0"/>
              </a:rPr>
              <a:t>$</a:t>
            </a:r>
            <a:r>
              <a:rPr lang="en-US" sz="900" b="1" dirty="0" err="1">
                <a:solidFill>
                  <a:srgbClr val="FF4500"/>
                </a:solidFill>
                <a:latin typeface="Lucida Console" panose="020B0609040504020204" pitchFamily="49" charset="0"/>
              </a:rPr>
              <a:t>XAML</a:t>
            </a:r>
            <a:r>
              <a:rPr lang="en-US" sz="900" b="1" dirty="0" err="1">
                <a:solidFill>
                  <a:srgbClr val="D3D3D3"/>
                </a:solidFill>
                <a:latin typeface="Lucida Console" panose="020B0609040504020204" pitchFamily="49" charset="0"/>
              </a:rPr>
              <a:t>.</a:t>
            </a:r>
            <a:r>
              <a:rPr lang="en-US" sz="900" b="1" dirty="0" err="1">
                <a:solidFill>
                  <a:srgbClr val="F5F5F5"/>
                </a:solidFill>
                <a:latin typeface="Lucida Console" panose="020B0609040504020204" pitchFamily="49" charset="0"/>
              </a:rPr>
              <a:t>Window</a:t>
            </a:r>
            <a:r>
              <a:rPr lang="en-US" sz="900" b="1" dirty="0" err="1">
                <a:solidFill>
                  <a:srgbClr val="D3D3D3"/>
                </a:solidFill>
                <a:latin typeface="Lucida Console" panose="020B0609040504020204" pitchFamily="49" charset="0"/>
              </a:rPr>
              <a:t>.</a:t>
            </a:r>
            <a:r>
              <a:rPr lang="en-US" sz="900" b="1" dirty="0" err="1">
                <a:solidFill>
                  <a:srgbClr val="F5F5F5"/>
                </a:solidFill>
                <a:latin typeface="Lucida Console" panose="020B0609040504020204" pitchFamily="49" charset="0"/>
              </a:rPr>
              <a:t>RemoveAttribute</a:t>
            </a:r>
            <a:r>
              <a:rPr lang="en-US" sz="900" b="1" dirty="0">
                <a:solidFill>
                  <a:srgbClr val="F5F5F5"/>
                </a:solidFill>
                <a:latin typeface="Lucida Console" panose="020B0609040504020204" pitchFamily="49" charset="0"/>
              </a:rPr>
              <a:t>(</a:t>
            </a:r>
            <a:r>
              <a:rPr lang="en-US" sz="900" b="1" dirty="0">
                <a:solidFill>
                  <a:srgbClr val="DB7093"/>
                </a:solidFill>
                <a:latin typeface="Lucida Console" panose="020B0609040504020204" pitchFamily="49" charset="0"/>
              </a:rPr>
              <a:t>'</a:t>
            </a:r>
            <a:r>
              <a:rPr lang="en-US" sz="900" b="1" dirty="0" err="1">
                <a:solidFill>
                  <a:srgbClr val="DB7093"/>
                </a:solidFill>
                <a:latin typeface="Lucida Console" panose="020B0609040504020204" pitchFamily="49" charset="0"/>
              </a:rPr>
              <a:t>x:Class</a:t>
            </a:r>
            <a:r>
              <a:rPr lang="en-US" sz="900" b="1" dirty="0">
                <a:solidFill>
                  <a:srgbClr val="DB7093"/>
                </a:solidFill>
                <a:latin typeface="Lucida Console" panose="020B0609040504020204" pitchFamily="49" charset="0"/>
              </a:rPr>
              <a:t>'</a:t>
            </a:r>
            <a:r>
              <a:rPr lang="en-US" sz="900" b="1" dirty="0">
                <a:solidFill>
                  <a:srgbClr val="F5F5F5"/>
                </a:solidFill>
                <a:latin typeface="Lucida Console" panose="020B0609040504020204" pitchFamily="49" charset="0"/>
              </a:rPr>
              <a:t>)</a:t>
            </a:r>
          </a:p>
          <a:p>
            <a:pPr marL="0" indent="0">
              <a:buNone/>
            </a:pPr>
            <a:r>
              <a:rPr lang="en-US" sz="900" b="1" dirty="0">
                <a:solidFill>
                  <a:srgbClr val="FF4500"/>
                </a:solidFill>
                <a:latin typeface="Lucida Console" panose="020B0609040504020204" pitchFamily="49" charset="0"/>
              </a:rPr>
              <a:t>$</a:t>
            </a:r>
            <a:r>
              <a:rPr lang="en-US" sz="900" b="1" dirty="0" err="1">
                <a:solidFill>
                  <a:srgbClr val="FF4500"/>
                </a:solidFill>
                <a:latin typeface="Lucida Console" panose="020B0609040504020204" pitchFamily="49" charset="0"/>
              </a:rPr>
              <a:t>XAML</a:t>
            </a:r>
            <a:r>
              <a:rPr lang="en-US" sz="900" b="1" dirty="0" err="1">
                <a:solidFill>
                  <a:srgbClr val="D3D3D3"/>
                </a:solidFill>
                <a:latin typeface="Lucida Console" panose="020B0609040504020204" pitchFamily="49" charset="0"/>
              </a:rPr>
              <a:t>.</a:t>
            </a:r>
            <a:r>
              <a:rPr lang="en-US" sz="900" b="1" dirty="0" err="1">
                <a:solidFill>
                  <a:srgbClr val="F5F5F5"/>
                </a:solidFill>
                <a:latin typeface="Lucida Console" panose="020B0609040504020204" pitchFamily="49" charset="0"/>
              </a:rPr>
              <a:t>Window</a:t>
            </a:r>
            <a:r>
              <a:rPr lang="en-US" sz="900" b="1" dirty="0" err="1">
                <a:solidFill>
                  <a:srgbClr val="D3D3D3"/>
                </a:solidFill>
                <a:latin typeface="Lucida Console" panose="020B0609040504020204" pitchFamily="49" charset="0"/>
              </a:rPr>
              <a:t>.</a:t>
            </a:r>
            <a:r>
              <a:rPr lang="en-US" sz="900" b="1" dirty="0" err="1">
                <a:solidFill>
                  <a:srgbClr val="F5F5F5"/>
                </a:solidFill>
                <a:latin typeface="Lucida Console" panose="020B0609040504020204" pitchFamily="49" charset="0"/>
              </a:rPr>
              <a:t>RemoveAttribute</a:t>
            </a:r>
            <a:r>
              <a:rPr lang="en-US" sz="900" b="1" dirty="0">
                <a:solidFill>
                  <a:srgbClr val="F5F5F5"/>
                </a:solidFill>
                <a:latin typeface="Lucida Console" panose="020B0609040504020204" pitchFamily="49" charset="0"/>
              </a:rPr>
              <a:t>(</a:t>
            </a:r>
            <a:r>
              <a:rPr lang="en-US" sz="900" b="1" dirty="0">
                <a:solidFill>
                  <a:srgbClr val="DB7093"/>
                </a:solidFill>
                <a:latin typeface="Lucida Console" panose="020B0609040504020204" pitchFamily="49" charset="0"/>
              </a:rPr>
              <a:t>'</a:t>
            </a:r>
            <a:r>
              <a:rPr lang="en-US" sz="900" b="1" dirty="0" err="1">
                <a:solidFill>
                  <a:srgbClr val="DB7093"/>
                </a:solidFill>
                <a:latin typeface="Lucida Console" panose="020B0609040504020204" pitchFamily="49" charset="0"/>
              </a:rPr>
              <a:t>xmlns:local</a:t>
            </a:r>
            <a:r>
              <a:rPr lang="en-US" sz="900" b="1" dirty="0">
                <a:solidFill>
                  <a:srgbClr val="DB7093"/>
                </a:solidFill>
                <a:latin typeface="Lucida Console" panose="020B0609040504020204" pitchFamily="49" charset="0"/>
              </a:rPr>
              <a:t>'</a:t>
            </a:r>
            <a:r>
              <a:rPr lang="en-US" sz="900" b="1" dirty="0">
                <a:solidFill>
                  <a:srgbClr val="F5F5F5"/>
                </a:solidFill>
                <a:latin typeface="Lucida Console" panose="020B0609040504020204" pitchFamily="49" charset="0"/>
              </a:rPr>
              <a:t>)</a:t>
            </a:r>
          </a:p>
          <a:p>
            <a:pPr marL="0" indent="0">
              <a:buNone/>
            </a:pPr>
            <a:r>
              <a:rPr lang="en-US" sz="900" b="1" dirty="0">
                <a:solidFill>
                  <a:srgbClr val="FF4500"/>
                </a:solidFill>
                <a:latin typeface="Lucida Console" panose="020B0609040504020204" pitchFamily="49" charset="0"/>
              </a:rPr>
              <a:t>$</a:t>
            </a:r>
            <a:r>
              <a:rPr lang="en-US" sz="900" b="1" dirty="0" err="1">
                <a:solidFill>
                  <a:srgbClr val="FF4500"/>
                </a:solidFill>
                <a:latin typeface="Lucida Console" panose="020B0609040504020204" pitchFamily="49" charset="0"/>
              </a:rPr>
              <a:t>XAML</a:t>
            </a:r>
            <a:r>
              <a:rPr lang="en-US" sz="900" b="1" dirty="0" err="1">
                <a:solidFill>
                  <a:srgbClr val="D3D3D3"/>
                </a:solidFill>
                <a:latin typeface="Lucida Console" panose="020B0609040504020204" pitchFamily="49" charset="0"/>
              </a:rPr>
              <a:t>.</a:t>
            </a:r>
            <a:r>
              <a:rPr lang="en-US" sz="900" b="1" dirty="0" err="1">
                <a:solidFill>
                  <a:srgbClr val="F5F5F5"/>
                </a:solidFill>
                <a:latin typeface="Lucida Console" panose="020B0609040504020204" pitchFamily="49" charset="0"/>
              </a:rPr>
              <a:t>Window</a:t>
            </a:r>
            <a:r>
              <a:rPr lang="en-US" sz="900" b="1" dirty="0" err="1">
                <a:solidFill>
                  <a:srgbClr val="D3D3D3"/>
                </a:solidFill>
                <a:latin typeface="Lucida Console" panose="020B0609040504020204" pitchFamily="49" charset="0"/>
              </a:rPr>
              <a:t>.</a:t>
            </a:r>
            <a:r>
              <a:rPr lang="en-US" sz="900" b="1" dirty="0" err="1">
                <a:solidFill>
                  <a:srgbClr val="F5F5F5"/>
                </a:solidFill>
                <a:latin typeface="Lucida Console" panose="020B0609040504020204" pitchFamily="49" charset="0"/>
              </a:rPr>
              <a:t>RemoveAttribute</a:t>
            </a:r>
            <a:r>
              <a:rPr lang="en-US" sz="900" b="1" dirty="0">
                <a:solidFill>
                  <a:srgbClr val="F5F5F5"/>
                </a:solidFill>
                <a:latin typeface="Lucida Console" panose="020B0609040504020204" pitchFamily="49" charset="0"/>
              </a:rPr>
              <a:t>(</a:t>
            </a:r>
            <a:r>
              <a:rPr lang="en-US" sz="900" b="1" dirty="0">
                <a:solidFill>
                  <a:srgbClr val="DB7093"/>
                </a:solidFill>
                <a:latin typeface="Lucida Console" panose="020B0609040504020204" pitchFamily="49" charset="0"/>
              </a:rPr>
              <a:t>'</a:t>
            </a:r>
            <a:r>
              <a:rPr lang="en-US" sz="900" b="1" dirty="0" err="1">
                <a:solidFill>
                  <a:srgbClr val="DB7093"/>
                </a:solidFill>
                <a:latin typeface="Lucida Console" panose="020B0609040504020204" pitchFamily="49" charset="0"/>
              </a:rPr>
              <a:t>xmlns:d</a:t>
            </a:r>
            <a:r>
              <a:rPr lang="en-US" sz="900" b="1" dirty="0">
                <a:solidFill>
                  <a:srgbClr val="DB7093"/>
                </a:solidFill>
                <a:latin typeface="Lucida Console" panose="020B0609040504020204" pitchFamily="49" charset="0"/>
              </a:rPr>
              <a:t>'</a:t>
            </a:r>
            <a:r>
              <a:rPr lang="en-US" sz="900" b="1" dirty="0">
                <a:solidFill>
                  <a:srgbClr val="F5F5F5"/>
                </a:solidFill>
                <a:latin typeface="Lucida Console" panose="020B0609040504020204" pitchFamily="49" charset="0"/>
              </a:rPr>
              <a:t>)</a:t>
            </a:r>
          </a:p>
          <a:p>
            <a:pPr marL="0" indent="0">
              <a:buNone/>
            </a:pPr>
            <a:r>
              <a:rPr lang="en-US" sz="900" b="1" dirty="0">
                <a:solidFill>
                  <a:srgbClr val="FF4500"/>
                </a:solidFill>
                <a:latin typeface="Lucida Console" panose="020B0609040504020204" pitchFamily="49" charset="0"/>
              </a:rPr>
              <a:t>$</a:t>
            </a:r>
            <a:r>
              <a:rPr lang="en-US" sz="900" b="1" dirty="0" err="1">
                <a:solidFill>
                  <a:srgbClr val="FF4500"/>
                </a:solidFill>
                <a:latin typeface="Lucida Console" panose="020B0609040504020204" pitchFamily="49" charset="0"/>
              </a:rPr>
              <a:t>XAML</a:t>
            </a:r>
            <a:r>
              <a:rPr lang="en-US" sz="900" b="1" dirty="0" err="1">
                <a:solidFill>
                  <a:srgbClr val="D3D3D3"/>
                </a:solidFill>
                <a:latin typeface="Lucida Console" panose="020B0609040504020204" pitchFamily="49" charset="0"/>
              </a:rPr>
              <a:t>.</a:t>
            </a:r>
            <a:r>
              <a:rPr lang="en-US" sz="900" b="1" dirty="0" err="1">
                <a:solidFill>
                  <a:srgbClr val="F5F5F5"/>
                </a:solidFill>
                <a:latin typeface="Lucida Console" panose="020B0609040504020204" pitchFamily="49" charset="0"/>
              </a:rPr>
              <a:t>Window</a:t>
            </a:r>
            <a:r>
              <a:rPr lang="en-US" sz="900" b="1" dirty="0" err="1">
                <a:solidFill>
                  <a:srgbClr val="D3D3D3"/>
                </a:solidFill>
                <a:latin typeface="Lucida Console" panose="020B0609040504020204" pitchFamily="49" charset="0"/>
              </a:rPr>
              <a:t>.</a:t>
            </a:r>
            <a:r>
              <a:rPr lang="en-US" sz="900" b="1" dirty="0" err="1">
                <a:solidFill>
                  <a:srgbClr val="F5F5F5"/>
                </a:solidFill>
                <a:latin typeface="Lucida Console" panose="020B0609040504020204" pitchFamily="49" charset="0"/>
              </a:rPr>
              <a:t>RemoveAttribute</a:t>
            </a:r>
            <a:r>
              <a:rPr lang="en-US" sz="900" b="1" dirty="0">
                <a:solidFill>
                  <a:srgbClr val="F5F5F5"/>
                </a:solidFill>
                <a:latin typeface="Lucida Console" panose="020B0609040504020204" pitchFamily="49" charset="0"/>
              </a:rPr>
              <a:t>(</a:t>
            </a:r>
            <a:r>
              <a:rPr lang="en-US" sz="900" b="1" dirty="0">
                <a:solidFill>
                  <a:srgbClr val="DB7093"/>
                </a:solidFill>
                <a:latin typeface="Lucida Console" panose="020B0609040504020204" pitchFamily="49" charset="0"/>
              </a:rPr>
              <a:t>'</a:t>
            </a:r>
            <a:r>
              <a:rPr lang="en-US" sz="900" b="1" dirty="0" err="1">
                <a:solidFill>
                  <a:srgbClr val="DB7093"/>
                </a:solidFill>
                <a:latin typeface="Lucida Console" panose="020B0609040504020204" pitchFamily="49" charset="0"/>
              </a:rPr>
              <a:t>xmlns:mc</a:t>
            </a:r>
            <a:r>
              <a:rPr lang="en-US" sz="900" b="1" dirty="0">
                <a:solidFill>
                  <a:srgbClr val="DB7093"/>
                </a:solidFill>
                <a:latin typeface="Lucida Console" panose="020B0609040504020204" pitchFamily="49" charset="0"/>
              </a:rPr>
              <a:t>'</a:t>
            </a:r>
            <a:r>
              <a:rPr lang="en-US" sz="900" b="1" dirty="0">
                <a:solidFill>
                  <a:srgbClr val="F5F5F5"/>
                </a:solidFill>
                <a:latin typeface="Lucida Console" panose="020B0609040504020204" pitchFamily="49" charset="0"/>
              </a:rPr>
              <a:t>)</a:t>
            </a:r>
          </a:p>
          <a:p>
            <a:pPr marL="0" indent="0">
              <a:buNone/>
            </a:pPr>
            <a:r>
              <a:rPr lang="en-US" sz="900" b="1" dirty="0">
                <a:solidFill>
                  <a:srgbClr val="FF4500"/>
                </a:solidFill>
                <a:latin typeface="Lucida Console" panose="020B0609040504020204" pitchFamily="49" charset="0"/>
              </a:rPr>
              <a:t>$</a:t>
            </a:r>
            <a:r>
              <a:rPr lang="en-US" sz="900" b="1" dirty="0" err="1">
                <a:solidFill>
                  <a:srgbClr val="FF4500"/>
                </a:solidFill>
                <a:latin typeface="Lucida Console" panose="020B0609040504020204" pitchFamily="49" charset="0"/>
              </a:rPr>
              <a:t>XAML</a:t>
            </a:r>
            <a:r>
              <a:rPr lang="en-US" sz="900" b="1" dirty="0" err="1">
                <a:solidFill>
                  <a:srgbClr val="D3D3D3"/>
                </a:solidFill>
                <a:latin typeface="Lucida Console" panose="020B0609040504020204" pitchFamily="49" charset="0"/>
              </a:rPr>
              <a:t>.</a:t>
            </a:r>
            <a:r>
              <a:rPr lang="en-US" sz="900" b="1" dirty="0" err="1">
                <a:solidFill>
                  <a:srgbClr val="F5F5F5"/>
                </a:solidFill>
                <a:latin typeface="Lucida Console" panose="020B0609040504020204" pitchFamily="49" charset="0"/>
              </a:rPr>
              <a:t>Window</a:t>
            </a:r>
            <a:r>
              <a:rPr lang="en-US" sz="900" b="1" dirty="0" err="1">
                <a:solidFill>
                  <a:srgbClr val="D3D3D3"/>
                </a:solidFill>
                <a:latin typeface="Lucida Console" panose="020B0609040504020204" pitchFamily="49" charset="0"/>
              </a:rPr>
              <a:t>.</a:t>
            </a:r>
            <a:r>
              <a:rPr lang="en-US" sz="900" b="1" dirty="0" err="1">
                <a:solidFill>
                  <a:srgbClr val="F5F5F5"/>
                </a:solidFill>
                <a:latin typeface="Lucida Console" panose="020B0609040504020204" pitchFamily="49" charset="0"/>
              </a:rPr>
              <a:t>RemoveAttribute</a:t>
            </a:r>
            <a:r>
              <a:rPr lang="en-US" sz="900" b="1" dirty="0">
                <a:solidFill>
                  <a:srgbClr val="F5F5F5"/>
                </a:solidFill>
                <a:latin typeface="Lucida Console" panose="020B0609040504020204" pitchFamily="49" charset="0"/>
              </a:rPr>
              <a:t>(</a:t>
            </a:r>
            <a:r>
              <a:rPr lang="en-US" sz="900" b="1" dirty="0">
                <a:solidFill>
                  <a:srgbClr val="DB7093"/>
                </a:solidFill>
                <a:latin typeface="Lucida Console" panose="020B0609040504020204" pitchFamily="49" charset="0"/>
              </a:rPr>
              <a:t>'</a:t>
            </a:r>
            <a:r>
              <a:rPr lang="en-US" sz="900" b="1" dirty="0" err="1">
                <a:solidFill>
                  <a:srgbClr val="DB7093"/>
                </a:solidFill>
                <a:latin typeface="Lucida Console" panose="020B0609040504020204" pitchFamily="49" charset="0"/>
              </a:rPr>
              <a:t>mc:Ignorable</a:t>
            </a:r>
            <a:r>
              <a:rPr lang="en-US" sz="900" b="1" dirty="0">
                <a:solidFill>
                  <a:srgbClr val="DB7093"/>
                </a:solidFill>
                <a:latin typeface="Lucida Console" panose="020B0609040504020204" pitchFamily="49" charset="0"/>
              </a:rPr>
              <a:t>’</a:t>
            </a:r>
            <a:r>
              <a:rPr lang="en-US" sz="900" b="1" dirty="0">
                <a:solidFill>
                  <a:srgbClr val="F5F5F5"/>
                </a:solidFill>
                <a:latin typeface="Lucida Console" panose="020B0609040504020204" pitchFamily="49" charset="0"/>
              </a:rPr>
              <a:t>)</a:t>
            </a:r>
          </a:p>
          <a:p>
            <a:endParaRPr lang="en-US" dirty="0"/>
          </a:p>
          <a:p>
            <a:pPr marL="0" indent="0">
              <a:buNone/>
            </a:pPr>
            <a:r>
              <a:rPr lang="en-US" sz="900" dirty="0">
                <a:solidFill>
                  <a:srgbClr val="98FB98"/>
                </a:solidFill>
                <a:latin typeface="Lucida Console" panose="020B0609040504020204" pitchFamily="49" charset="0"/>
              </a:rPr>
              <a:t>We then read the XML as XAML – This is the Raw form we will be controlling</a:t>
            </a:r>
            <a:endParaRPr lang="en-US" sz="900" dirty="0">
              <a:solidFill>
                <a:srgbClr val="F5F5F5"/>
              </a:solidFill>
              <a:latin typeface="Lucida Console" panose="020B0609040504020204" pitchFamily="49" charset="0"/>
            </a:endParaRPr>
          </a:p>
          <a:p>
            <a:pPr marL="0" indent="0">
              <a:buNone/>
            </a:pPr>
            <a:r>
              <a:rPr lang="en-US" sz="900" b="1" dirty="0">
                <a:solidFill>
                  <a:srgbClr val="FF4500"/>
                </a:solidFill>
                <a:latin typeface="Lucida Console" panose="020B0609040504020204" pitchFamily="49" charset="0"/>
              </a:rPr>
              <a:t>$</a:t>
            </a:r>
            <a:r>
              <a:rPr lang="en-US" sz="900" b="1" dirty="0" err="1">
                <a:solidFill>
                  <a:srgbClr val="FF4500"/>
                </a:solidFill>
                <a:latin typeface="Lucida Console" panose="020B0609040504020204" pitchFamily="49" charset="0"/>
              </a:rPr>
              <a:t>XAMLreader</a:t>
            </a:r>
            <a:r>
              <a:rPr lang="en-US" sz="900" b="1" dirty="0">
                <a:solidFill>
                  <a:srgbClr val="F5F5F5"/>
                </a:solidFill>
                <a:latin typeface="Lucida Console" panose="020B0609040504020204" pitchFamily="49" charset="0"/>
              </a:rPr>
              <a:t> </a:t>
            </a:r>
            <a:r>
              <a:rPr lang="en-US" sz="900" b="1" dirty="0">
                <a:solidFill>
                  <a:srgbClr val="D3D3D3"/>
                </a:solidFill>
                <a:latin typeface="Lucida Console" panose="020B0609040504020204" pitchFamily="49" charset="0"/>
              </a:rPr>
              <a:t>=</a:t>
            </a:r>
            <a:r>
              <a:rPr lang="en-US" sz="900" b="1" dirty="0">
                <a:solidFill>
                  <a:srgbClr val="F5F5F5"/>
                </a:solidFill>
                <a:latin typeface="Lucida Console" panose="020B0609040504020204" pitchFamily="49" charset="0"/>
              </a:rPr>
              <a:t> </a:t>
            </a:r>
            <a:r>
              <a:rPr lang="en-US" sz="900" b="1" dirty="0">
                <a:solidFill>
                  <a:srgbClr val="E0FFFF"/>
                </a:solidFill>
                <a:latin typeface="Lucida Console" panose="020B0609040504020204" pitchFamily="49" charset="0"/>
              </a:rPr>
              <a:t>New-Object</a:t>
            </a:r>
            <a:r>
              <a:rPr lang="en-US" sz="900" b="1" dirty="0">
                <a:solidFill>
                  <a:srgbClr val="F5F5F5"/>
                </a:solidFill>
                <a:latin typeface="Lucida Console" panose="020B0609040504020204" pitchFamily="49" charset="0"/>
              </a:rPr>
              <a:t> </a:t>
            </a:r>
            <a:r>
              <a:rPr lang="en-US" sz="900" b="1" dirty="0" err="1">
                <a:solidFill>
                  <a:srgbClr val="EE82EE"/>
                </a:solidFill>
                <a:latin typeface="Lucida Console" panose="020B0609040504020204" pitchFamily="49" charset="0"/>
              </a:rPr>
              <a:t>System.Xml.XmlNodeReader</a:t>
            </a:r>
            <a:r>
              <a:rPr lang="en-US" sz="900" b="1" dirty="0">
                <a:solidFill>
                  <a:srgbClr val="F5F5F5"/>
                </a:solidFill>
                <a:latin typeface="Lucida Console" panose="020B0609040504020204" pitchFamily="49" charset="0"/>
              </a:rPr>
              <a:t> </a:t>
            </a:r>
            <a:r>
              <a:rPr lang="en-US" sz="900" b="1" dirty="0">
                <a:solidFill>
                  <a:srgbClr val="FF4500"/>
                </a:solidFill>
                <a:latin typeface="Lucida Console" panose="020B0609040504020204" pitchFamily="49" charset="0"/>
              </a:rPr>
              <a:t>$XAML</a:t>
            </a:r>
            <a:endParaRPr lang="en-US" sz="900" b="1" dirty="0">
              <a:solidFill>
                <a:srgbClr val="F5F5F5"/>
              </a:solidFill>
              <a:latin typeface="Lucida Console" panose="020B0609040504020204" pitchFamily="49" charset="0"/>
            </a:endParaRPr>
          </a:p>
          <a:p>
            <a:pPr marL="0" indent="0">
              <a:buNone/>
            </a:pPr>
            <a:r>
              <a:rPr lang="en-US" sz="900" b="1" dirty="0">
                <a:solidFill>
                  <a:srgbClr val="FF4500"/>
                </a:solidFill>
                <a:latin typeface="Lucida Console" panose="020B0609040504020204" pitchFamily="49" charset="0"/>
              </a:rPr>
              <a:t>$</a:t>
            </a:r>
            <a:r>
              <a:rPr lang="en-US" sz="900" b="1" dirty="0" err="1">
                <a:solidFill>
                  <a:srgbClr val="FF4500"/>
                </a:solidFill>
                <a:latin typeface="Lucida Console" panose="020B0609040504020204" pitchFamily="49" charset="0"/>
              </a:rPr>
              <a:t>Rawform</a:t>
            </a:r>
            <a:r>
              <a:rPr lang="en-US" sz="900" b="1" dirty="0">
                <a:solidFill>
                  <a:srgbClr val="F5F5F5"/>
                </a:solidFill>
                <a:latin typeface="Lucida Console" panose="020B0609040504020204" pitchFamily="49" charset="0"/>
              </a:rPr>
              <a:t> </a:t>
            </a:r>
            <a:r>
              <a:rPr lang="en-US" sz="900" b="1" dirty="0">
                <a:solidFill>
                  <a:srgbClr val="D3D3D3"/>
                </a:solidFill>
                <a:latin typeface="Lucida Console" panose="020B0609040504020204" pitchFamily="49" charset="0"/>
              </a:rPr>
              <a:t>=</a:t>
            </a:r>
            <a:r>
              <a:rPr lang="en-US" sz="900" b="1" dirty="0">
                <a:solidFill>
                  <a:srgbClr val="F5F5F5"/>
                </a:solidFill>
                <a:latin typeface="Lucida Console" panose="020B0609040504020204" pitchFamily="49" charset="0"/>
              </a:rPr>
              <a:t> </a:t>
            </a:r>
            <a:r>
              <a:rPr lang="en-US" sz="900" b="1" dirty="0">
                <a:solidFill>
                  <a:srgbClr val="D3D3D3"/>
                </a:solidFill>
                <a:latin typeface="Lucida Console" panose="020B0609040504020204" pitchFamily="49" charset="0"/>
              </a:rPr>
              <a:t>[</a:t>
            </a:r>
            <a:r>
              <a:rPr lang="en-US" sz="900" b="1" dirty="0" err="1">
                <a:solidFill>
                  <a:srgbClr val="8FBC8F"/>
                </a:solidFill>
                <a:latin typeface="Lucida Console" panose="020B0609040504020204" pitchFamily="49" charset="0"/>
              </a:rPr>
              <a:t>Windows.Markup.XamlReader</a:t>
            </a:r>
            <a:r>
              <a:rPr lang="en-US" sz="900" b="1" dirty="0">
                <a:solidFill>
                  <a:srgbClr val="D3D3D3"/>
                </a:solidFill>
                <a:latin typeface="Lucida Console" panose="020B0609040504020204" pitchFamily="49" charset="0"/>
              </a:rPr>
              <a:t>]::</a:t>
            </a:r>
            <a:r>
              <a:rPr lang="en-US" sz="900" b="1" dirty="0">
                <a:solidFill>
                  <a:srgbClr val="F5F5F5"/>
                </a:solidFill>
                <a:latin typeface="Lucida Console" panose="020B0609040504020204" pitchFamily="49" charset="0"/>
              </a:rPr>
              <a:t>Load(</a:t>
            </a:r>
            <a:r>
              <a:rPr lang="en-US" sz="900" b="1" dirty="0">
                <a:solidFill>
                  <a:srgbClr val="FF4500"/>
                </a:solidFill>
                <a:latin typeface="Lucida Console" panose="020B0609040504020204" pitchFamily="49" charset="0"/>
              </a:rPr>
              <a:t>$</a:t>
            </a:r>
            <a:r>
              <a:rPr lang="en-US" sz="900" b="1" dirty="0" err="1">
                <a:solidFill>
                  <a:srgbClr val="FF4500"/>
                </a:solidFill>
                <a:latin typeface="Lucida Console" panose="020B0609040504020204" pitchFamily="49" charset="0"/>
              </a:rPr>
              <a:t>XAMLreader</a:t>
            </a:r>
            <a:r>
              <a:rPr lang="en-US" sz="900" b="1" dirty="0">
                <a:solidFill>
                  <a:srgbClr val="F5F5F5"/>
                </a:solidFill>
                <a:latin typeface="Lucida Console" panose="020B0609040504020204" pitchFamily="49" charset="0"/>
              </a:rPr>
              <a:t>)</a:t>
            </a:r>
            <a:endParaRPr lang="en-US" b="1" dirty="0"/>
          </a:p>
          <a:p>
            <a:endParaRPr lang="en-US" dirty="0"/>
          </a:p>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34</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17121235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r>
              <a:rPr lang="en-US" dirty="0"/>
              <a:t>to be able to select nodes using namespace x: we need to add a namespace manager to the XML</a:t>
            </a:r>
          </a:p>
          <a:p>
            <a:pPr marL="0" indent="0">
              <a:buNone/>
            </a:pPr>
            <a:r>
              <a:rPr lang="en-US" sz="900" b="1" dirty="0">
                <a:solidFill>
                  <a:srgbClr val="FF4500"/>
                </a:solidFill>
                <a:latin typeface="Lucida Console" panose="020B0609040504020204" pitchFamily="49" charset="0"/>
              </a:rPr>
              <a:t>$</a:t>
            </a:r>
            <a:r>
              <a:rPr lang="en-US" sz="900" b="1" dirty="0" err="1">
                <a:solidFill>
                  <a:srgbClr val="FF4500"/>
                </a:solidFill>
                <a:latin typeface="Lucida Console" panose="020B0609040504020204" pitchFamily="49" charset="0"/>
              </a:rPr>
              <a:t>XmlNamespaceManager</a:t>
            </a:r>
            <a:r>
              <a:rPr lang="en-US" sz="900" b="1" dirty="0">
                <a:solidFill>
                  <a:srgbClr val="F5F5F5"/>
                </a:solidFill>
                <a:latin typeface="Lucida Console" panose="020B0609040504020204" pitchFamily="49" charset="0"/>
              </a:rPr>
              <a:t> </a:t>
            </a:r>
            <a:r>
              <a:rPr lang="en-US" sz="900" b="1" dirty="0">
                <a:solidFill>
                  <a:srgbClr val="D3D3D3"/>
                </a:solidFill>
                <a:latin typeface="Lucida Console" panose="020B0609040504020204" pitchFamily="49" charset="0"/>
              </a:rPr>
              <a:t>=</a:t>
            </a:r>
            <a:r>
              <a:rPr lang="en-US" sz="900" b="1" dirty="0">
                <a:solidFill>
                  <a:srgbClr val="F5F5F5"/>
                </a:solidFill>
                <a:latin typeface="Lucida Console" panose="020B0609040504020204" pitchFamily="49" charset="0"/>
              </a:rPr>
              <a:t> </a:t>
            </a:r>
            <a:r>
              <a:rPr lang="en-US" sz="900" b="1" dirty="0">
                <a:solidFill>
                  <a:srgbClr val="D3D3D3"/>
                </a:solidFill>
                <a:latin typeface="Lucida Console" panose="020B0609040504020204" pitchFamily="49" charset="0"/>
              </a:rPr>
              <a:t>[</a:t>
            </a:r>
            <a:r>
              <a:rPr lang="en-US" sz="900" b="1" dirty="0" err="1">
                <a:solidFill>
                  <a:srgbClr val="8FBC8F"/>
                </a:solidFill>
                <a:latin typeface="Lucida Console" panose="020B0609040504020204" pitchFamily="49" charset="0"/>
              </a:rPr>
              <a:t>System.Xml.XmlNamespaceManager</a:t>
            </a:r>
            <a:r>
              <a:rPr lang="en-US" sz="900" b="1" dirty="0">
                <a:solidFill>
                  <a:srgbClr val="D3D3D3"/>
                </a:solidFill>
                <a:latin typeface="Lucida Console" panose="020B0609040504020204" pitchFamily="49" charset="0"/>
              </a:rPr>
              <a:t>]::</a:t>
            </a:r>
            <a:r>
              <a:rPr lang="en-US" sz="900" b="1" dirty="0">
                <a:solidFill>
                  <a:srgbClr val="F5F5F5"/>
                </a:solidFill>
                <a:latin typeface="Lucida Console" panose="020B0609040504020204" pitchFamily="49" charset="0"/>
              </a:rPr>
              <a:t>New(</a:t>
            </a:r>
            <a:r>
              <a:rPr lang="en-US" sz="900" b="1" dirty="0">
                <a:solidFill>
                  <a:srgbClr val="FF4500"/>
                </a:solidFill>
                <a:latin typeface="Lucida Console" panose="020B0609040504020204" pitchFamily="49" charset="0"/>
              </a:rPr>
              <a:t>$</a:t>
            </a:r>
            <a:r>
              <a:rPr lang="en-US" sz="900" b="1" dirty="0" err="1">
                <a:solidFill>
                  <a:srgbClr val="FF4500"/>
                </a:solidFill>
                <a:latin typeface="Lucida Console" panose="020B0609040504020204" pitchFamily="49" charset="0"/>
              </a:rPr>
              <a:t>XAML</a:t>
            </a:r>
            <a:r>
              <a:rPr lang="en-US" sz="900" b="1" dirty="0" err="1">
                <a:solidFill>
                  <a:srgbClr val="D3D3D3"/>
                </a:solidFill>
                <a:latin typeface="Lucida Console" panose="020B0609040504020204" pitchFamily="49" charset="0"/>
              </a:rPr>
              <a:t>.</a:t>
            </a:r>
            <a:r>
              <a:rPr lang="en-US" sz="900" b="1" dirty="0" err="1">
                <a:solidFill>
                  <a:srgbClr val="F5F5F5"/>
                </a:solidFill>
                <a:latin typeface="Lucida Console" panose="020B0609040504020204" pitchFamily="49" charset="0"/>
              </a:rPr>
              <a:t>NameTable</a:t>
            </a:r>
            <a:r>
              <a:rPr lang="en-US" sz="900" b="1" dirty="0">
                <a:solidFill>
                  <a:srgbClr val="F5F5F5"/>
                </a:solidFill>
                <a:latin typeface="Lucida Console" panose="020B0609040504020204" pitchFamily="49" charset="0"/>
              </a:rPr>
              <a:t>)</a:t>
            </a:r>
          </a:p>
          <a:p>
            <a:pPr marL="0" indent="0">
              <a:buNone/>
            </a:pPr>
            <a:r>
              <a:rPr lang="en-US" sz="900" b="1" dirty="0">
                <a:solidFill>
                  <a:srgbClr val="FF4500"/>
                </a:solidFill>
                <a:latin typeface="Lucida Console" panose="020B0609040504020204" pitchFamily="49" charset="0"/>
              </a:rPr>
              <a:t>$</a:t>
            </a:r>
            <a:r>
              <a:rPr lang="en-US" sz="900" b="1" dirty="0" err="1">
                <a:solidFill>
                  <a:srgbClr val="FF4500"/>
                </a:solidFill>
                <a:latin typeface="Lucida Console" panose="020B0609040504020204" pitchFamily="49" charset="0"/>
              </a:rPr>
              <a:t>XmlNamespaceManager</a:t>
            </a:r>
            <a:r>
              <a:rPr lang="en-US" sz="900" b="1" dirty="0" err="1">
                <a:solidFill>
                  <a:srgbClr val="D3D3D3"/>
                </a:solidFill>
                <a:latin typeface="Lucida Console" panose="020B0609040504020204" pitchFamily="49" charset="0"/>
              </a:rPr>
              <a:t>.</a:t>
            </a:r>
            <a:r>
              <a:rPr lang="en-US" sz="900" b="1" dirty="0" err="1">
                <a:solidFill>
                  <a:srgbClr val="F5F5F5"/>
                </a:solidFill>
                <a:latin typeface="Lucida Console" panose="020B0609040504020204" pitchFamily="49" charset="0"/>
              </a:rPr>
              <a:t>AddNamespace</a:t>
            </a:r>
            <a:r>
              <a:rPr lang="en-US" sz="900" b="1" dirty="0">
                <a:solidFill>
                  <a:srgbClr val="F5F5F5"/>
                </a:solidFill>
                <a:latin typeface="Lucida Console" panose="020B0609040504020204" pitchFamily="49" charset="0"/>
              </a:rPr>
              <a:t>(</a:t>
            </a:r>
            <a:r>
              <a:rPr lang="en-US" sz="800" b="1" dirty="0">
                <a:solidFill>
                  <a:srgbClr val="DB7093"/>
                </a:solidFill>
                <a:latin typeface="Lucida Console" panose="020B0609040504020204" pitchFamily="49" charset="0"/>
              </a:rPr>
              <a:t>'</a:t>
            </a:r>
            <a:r>
              <a:rPr lang="en-US" sz="800" b="1" dirty="0" err="1">
                <a:solidFill>
                  <a:srgbClr val="DB7093"/>
                </a:solidFill>
                <a:latin typeface="Lucida Console" panose="020B0609040504020204" pitchFamily="49" charset="0"/>
              </a:rPr>
              <a:t>x'</a:t>
            </a:r>
            <a:r>
              <a:rPr lang="en-US" sz="800" b="1" dirty="0" err="1">
                <a:solidFill>
                  <a:srgbClr val="D3D3D3"/>
                </a:solidFill>
                <a:latin typeface="Lucida Console" panose="020B0609040504020204" pitchFamily="49" charset="0"/>
              </a:rPr>
              <a:t>,</a:t>
            </a:r>
            <a:r>
              <a:rPr lang="en-US" sz="800" b="1" dirty="0" err="1">
                <a:solidFill>
                  <a:srgbClr val="DB7093"/>
                </a:solidFill>
                <a:latin typeface="Lucida Console" panose="020B0609040504020204" pitchFamily="49" charset="0"/>
              </a:rPr>
              <a:t>'http</a:t>
            </a:r>
            <a:r>
              <a:rPr lang="en-US" sz="800" b="1" dirty="0">
                <a:solidFill>
                  <a:srgbClr val="DB7093"/>
                </a:solidFill>
                <a:latin typeface="Lucida Console" panose="020B0609040504020204" pitchFamily="49" charset="0"/>
              </a:rPr>
              <a:t>://schemas.microsoft.com/</a:t>
            </a:r>
            <a:r>
              <a:rPr lang="en-US" sz="800" b="1" dirty="0" err="1">
                <a:solidFill>
                  <a:srgbClr val="DB7093"/>
                </a:solidFill>
                <a:latin typeface="Lucida Console" panose="020B0609040504020204" pitchFamily="49" charset="0"/>
              </a:rPr>
              <a:t>winfx</a:t>
            </a:r>
            <a:r>
              <a:rPr lang="en-US" sz="800" b="1" dirty="0">
                <a:solidFill>
                  <a:srgbClr val="DB7093"/>
                </a:solidFill>
                <a:latin typeface="Lucida Console" panose="020B0609040504020204" pitchFamily="49" charset="0"/>
              </a:rPr>
              <a:t>/2006/</a:t>
            </a:r>
            <a:r>
              <a:rPr lang="en-US" sz="800" b="1" dirty="0" err="1">
                <a:solidFill>
                  <a:srgbClr val="DB7093"/>
                </a:solidFill>
                <a:latin typeface="Lucida Console" panose="020B0609040504020204" pitchFamily="49" charset="0"/>
              </a:rPr>
              <a:t>xaml</a:t>
            </a:r>
            <a:r>
              <a:rPr lang="en-US" sz="800" b="1" dirty="0">
                <a:solidFill>
                  <a:srgbClr val="DB7093"/>
                </a:solidFill>
                <a:latin typeface="Lucida Console" panose="020B0609040504020204" pitchFamily="49" charset="0"/>
              </a:rPr>
              <a:t>'</a:t>
            </a:r>
            <a:r>
              <a:rPr lang="en-US" sz="800" b="1" dirty="0">
                <a:solidFill>
                  <a:srgbClr val="F5F5F5"/>
                </a:solidFill>
                <a:latin typeface="Lucida Console" panose="020B0609040504020204" pitchFamily="49" charset="0"/>
              </a:rPr>
              <a:t>)</a:t>
            </a:r>
          </a:p>
          <a:p>
            <a:endParaRPr lang="en-US" dirty="0"/>
          </a:p>
          <a:p>
            <a:r>
              <a:rPr lang="en-US" dirty="0"/>
              <a:t>To create an entry in the hash table referencing all x:Name controls we loop thru the XML code. This is why all controls in VS </a:t>
            </a:r>
            <a:r>
              <a:rPr lang="en-US" b="1" u="sng" dirty="0"/>
              <a:t>need</a:t>
            </a:r>
            <a:r>
              <a:rPr lang="en-US" dirty="0"/>
              <a:t> to be named.</a:t>
            </a:r>
            <a:endParaRPr lang="en-US" sz="900" dirty="0">
              <a:solidFill>
                <a:srgbClr val="98FB98"/>
              </a:solidFill>
              <a:latin typeface="Lucida Console" panose="020B0609040504020204" pitchFamily="49" charset="0"/>
            </a:endParaRPr>
          </a:p>
          <a:p>
            <a:pPr marL="0" indent="0">
              <a:buNone/>
            </a:pPr>
            <a:r>
              <a:rPr lang="en-US" sz="900" b="1" dirty="0">
                <a:solidFill>
                  <a:srgbClr val="FF4500"/>
                </a:solidFill>
                <a:latin typeface="Lucida Console" panose="020B0609040504020204" pitchFamily="49" charset="0"/>
              </a:rPr>
              <a:t>$GUI</a:t>
            </a:r>
            <a:r>
              <a:rPr lang="en-US" sz="900" b="1" dirty="0">
                <a:solidFill>
                  <a:srgbClr val="F5F5F5"/>
                </a:solidFill>
                <a:latin typeface="Lucida Console" panose="020B0609040504020204" pitchFamily="49" charset="0"/>
              </a:rPr>
              <a:t> </a:t>
            </a:r>
            <a:r>
              <a:rPr lang="en-US" sz="900" b="1" dirty="0">
                <a:solidFill>
                  <a:srgbClr val="D3D3D3"/>
                </a:solidFill>
                <a:latin typeface="Lucida Console" panose="020B0609040504020204" pitchFamily="49" charset="0"/>
              </a:rPr>
              <a:t>=</a:t>
            </a:r>
            <a:r>
              <a:rPr lang="en-US" sz="900" b="1" dirty="0">
                <a:solidFill>
                  <a:srgbClr val="F5F5F5"/>
                </a:solidFill>
                <a:latin typeface="Lucida Console" panose="020B0609040504020204" pitchFamily="49" charset="0"/>
              </a:rPr>
              <a:t> @{}</a:t>
            </a:r>
          </a:p>
          <a:p>
            <a:pPr marL="0" indent="0">
              <a:buNone/>
            </a:pPr>
            <a:r>
              <a:rPr lang="en-US" sz="900" b="1" dirty="0">
                <a:solidFill>
                  <a:srgbClr val="FF4500"/>
                </a:solidFill>
                <a:latin typeface="Lucida Console" panose="020B0609040504020204" pitchFamily="49" charset="0"/>
              </a:rPr>
              <a:t>$</a:t>
            </a:r>
            <a:r>
              <a:rPr lang="en-US" sz="900" b="1" dirty="0" err="1">
                <a:solidFill>
                  <a:srgbClr val="FF4500"/>
                </a:solidFill>
                <a:latin typeface="Lucida Console" panose="020B0609040504020204" pitchFamily="49" charset="0"/>
              </a:rPr>
              <a:t>namedNodes</a:t>
            </a:r>
            <a:r>
              <a:rPr lang="en-US" sz="900" b="1" dirty="0">
                <a:solidFill>
                  <a:srgbClr val="F5F5F5"/>
                </a:solidFill>
                <a:latin typeface="Lucida Console" panose="020B0609040504020204" pitchFamily="49" charset="0"/>
              </a:rPr>
              <a:t> </a:t>
            </a:r>
            <a:r>
              <a:rPr lang="en-US" sz="900" b="1" dirty="0">
                <a:solidFill>
                  <a:srgbClr val="D3D3D3"/>
                </a:solidFill>
                <a:latin typeface="Lucida Console" panose="020B0609040504020204" pitchFamily="49" charset="0"/>
              </a:rPr>
              <a:t>=</a:t>
            </a:r>
            <a:r>
              <a:rPr lang="en-US" sz="900" b="1" dirty="0">
                <a:solidFill>
                  <a:srgbClr val="F5F5F5"/>
                </a:solidFill>
                <a:latin typeface="Lucida Console" panose="020B0609040504020204" pitchFamily="49" charset="0"/>
              </a:rPr>
              <a:t> </a:t>
            </a:r>
            <a:r>
              <a:rPr lang="en-US" sz="900" b="1" dirty="0">
                <a:solidFill>
                  <a:srgbClr val="FF4500"/>
                </a:solidFill>
                <a:latin typeface="Lucida Console" panose="020B0609040504020204" pitchFamily="49" charset="0"/>
              </a:rPr>
              <a:t>$</a:t>
            </a:r>
            <a:r>
              <a:rPr lang="en-US" sz="900" b="1" dirty="0" err="1">
                <a:solidFill>
                  <a:srgbClr val="FF4500"/>
                </a:solidFill>
                <a:latin typeface="Lucida Console" panose="020B0609040504020204" pitchFamily="49" charset="0"/>
              </a:rPr>
              <a:t>XAML</a:t>
            </a:r>
            <a:r>
              <a:rPr lang="en-US" sz="900" b="1" dirty="0" err="1">
                <a:solidFill>
                  <a:srgbClr val="D3D3D3"/>
                </a:solidFill>
                <a:latin typeface="Lucida Console" panose="020B0609040504020204" pitchFamily="49" charset="0"/>
              </a:rPr>
              <a:t>.</a:t>
            </a:r>
            <a:r>
              <a:rPr lang="en-US" sz="900" b="1" dirty="0" err="1">
                <a:solidFill>
                  <a:srgbClr val="F5F5F5"/>
                </a:solidFill>
                <a:latin typeface="Lucida Console" panose="020B0609040504020204" pitchFamily="49" charset="0"/>
              </a:rPr>
              <a:t>SelectNodes</a:t>
            </a:r>
            <a:r>
              <a:rPr lang="en-US" sz="900" b="1" dirty="0">
                <a:solidFill>
                  <a:srgbClr val="F5F5F5"/>
                </a:solidFill>
                <a:latin typeface="Lucida Console" panose="020B0609040504020204" pitchFamily="49" charset="0"/>
              </a:rPr>
              <a:t>(</a:t>
            </a:r>
            <a:r>
              <a:rPr lang="en-US" sz="900" b="1" dirty="0">
                <a:solidFill>
                  <a:srgbClr val="DB7093"/>
                </a:solidFill>
                <a:latin typeface="Lucida Console" panose="020B0609040504020204" pitchFamily="49" charset="0"/>
              </a:rPr>
              <a:t>"//*[@</a:t>
            </a:r>
            <a:r>
              <a:rPr lang="en-US" sz="900" b="1" dirty="0" err="1">
                <a:solidFill>
                  <a:srgbClr val="DB7093"/>
                </a:solidFill>
                <a:latin typeface="Lucida Console" panose="020B0609040504020204" pitchFamily="49" charset="0"/>
              </a:rPr>
              <a:t>x:Name</a:t>
            </a:r>
            <a:r>
              <a:rPr lang="en-US" sz="900" b="1" dirty="0">
                <a:solidFill>
                  <a:srgbClr val="DB7093"/>
                </a:solidFill>
                <a:latin typeface="Lucida Console" panose="020B0609040504020204" pitchFamily="49" charset="0"/>
              </a:rPr>
              <a:t>]"</a:t>
            </a:r>
            <a:r>
              <a:rPr lang="en-US" sz="900" b="1" dirty="0">
                <a:solidFill>
                  <a:srgbClr val="D3D3D3"/>
                </a:solidFill>
                <a:latin typeface="Lucida Console" panose="020B0609040504020204" pitchFamily="49" charset="0"/>
              </a:rPr>
              <a:t>,</a:t>
            </a:r>
            <a:r>
              <a:rPr lang="en-US" sz="900" b="1" dirty="0">
                <a:solidFill>
                  <a:srgbClr val="FF4500"/>
                </a:solidFill>
                <a:latin typeface="Lucida Console" panose="020B0609040504020204" pitchFamily="49" charset="0"/>
              </a:rPr>
              <a:t>$</a:t>
            </a:r>
            <a:r>
              <a:rPr lang="en-US" sz="900" b="1" dirty="0" err="1">
                <a:solidFill>
                  <a:srgbClr val="FF4500"/>
                </a:solidFill>
                <a:latin typeface="Lucida Console" panose="020B0609040504020204" pitchFamily="49" charset="0"/>
              </a:rPr>
              <a:t>XmlNamespaceManager</a:t>
            </a:r>
            <a:r>
              <a:rPr lang="en-US" sz="900" b="1" dirty="0">
                <a:solidFill>
                  <a:srgbClr val="F5F5F5"/>
                </a:solidFill>
                <a:latin typeface="Lucida Console" panose="020B0609040504020204" pitchFamily="49" charset="0"/>
              </a:rPr>
              <a:t>)</a:t>
            </a:r>
          </a:p>
          <a:p>
            <a:pPr marL="0" indent="0">
              <a:buNone/>
            </a:pPr>
            <a:r>
              <a:rPr lang="en-US" sz="900" b="1" dirty="0">
                <a:solidFill>
                  <a:srgbClr val="FF4500"/>
                </a:solidFill>
                <a:latin typeface="Lucida Console" panose="020B0609040504020204" pitchFamily="49" charset="0"/>
              </a:rPr>
              <a:t>$</a:t>
            </a:r>
            <a:r>
              <a:rPr lang="en-US" sz="900" b="1" dirty="0" err="1">
                <a:solidFill>
                  <a:srgbClr val="FF4500"/>
                </a:solidFill>
                <a:latin typeface="Lucida Console" panose="020B0609040504020204" pitchFamily="49" charset="0"/>
              </a:rPr>
              <a:t>namedNodes</a:t>
            </a:r>
            <a:r>
              <a:rPr lang="en-US" sz="900" b="1" dirty="0">
                <a:solidFill>
                  <a:srgbClr val="F5F5F5"/>
                </a:solidFill>
                <a:latin typeface="Lucida Console" panose="020B0609040504020204" pitchFamily="49" charset="0"/>
              </a:rPr>
              <a:t> </a:t>
            </a:r>
            <a:r>
              <a:rPr lang="en-US" sz="900" b="1" dirty="0">
                <a:solidFill>
                  <a:srgbClr val="D3D3D3"/>
                </a:solidFill>
                <a:latin typeface="Lucida Console" panose="020B0609040504020204" pitchFamily="49" charset="0"/>
              </a:rPr>
              <a:t>|</a:t>
            </a:r>
            <a:r>
              <a:rPr lang="en-US" sz="900" b="1" dirty="0">
                <a:solidFill>
                  <a:srgbClr val="F5F5F5"/>
                </a:solidFill>
                <a:latin typeface="Lucida Console" panose="020B0609040504020204" pitchFamily="49" charset="0"/>
              </a:rPr>
              <a:t> </a:t>
            </a:r>
            <a:r>
              <a:rPr lang="en-US" sz="900" b="1" dirty="0" err="1">
                <a:solidFill>
                  <a:srgbClr val="E0FFFF"/>
                </a:solidFill>
                <a:latin typeface="Lucida Console" panose="020B0609040504020204" pitchFamily="49" charset="0"/>
              </a:rPr>
              <a:t>ForEach</a:t>
            </a:r>
            <a:r>
              <a:rPr lang="en-US" sz="900" b="1" dirty="0">
                <a:solidFill>
                  <a:srgbClr val="E0FFFF"/>
                </a:solidFill>
                <a:latin typeface="Lucida Console" panose="020B0609040504020204" pitchFamily="49" charset="0"/>
              </a:rPr>
              <a:t>-Object</a:t>
            </a:r>
            <a:r>
              <a:rPr lang="en-US" sz="900" b="1" dirty="0">
                <a:solidFill>
                  <a:srgbClr val="F5F5F5"/>
                </a:solidFill>
                <a:latin typeface="Lucida Console" panose="020B0609040504020204" pitchFamily="49" charset="0"/>
              </a:rPr>
              <a:t> </a:t>
            </a:r>
            <a:r>
              <a:rPr lang="en-US" sz="900" b="1" dirty="0">
                <a:solidFill>
                  <a:srgbClr val="FFE4B5"/>
                </a:solidFill>
                <a:latin typeface="Lucida Console" panose="020B0609040504020204" pitchFamily="49" charset="0"/>
              </a:rPr>
              <a:t>-Process</a:t>
            </a:r>
            <a:r>
              <a:rPr lang="en-US" sz="900" b="1" dirty="0">
                <a:solidFill>
                  <a:srgbClr val="F5F5F5"/>
                </a:solidFill>
                <a:latin typeface="Lucida Console" panose="020B0609040504020204" pitchFamily="49" charset="0"/>
              </a:rPr>
              <a:t> {</a:t>
            </a:r>
            <a:r>
              <a:rPr lang="en-US" sz="900" b="1" dirty="0">
                <a:solidFill>
                  <a:srgbClr val="FF4500"/>
                </a:solidFill>
                <a:latin typeface="Lucida Console" panose="020B0609040504020204" pitchFamily="49" charset="0"/>
              </a:rPr>
              <a:t>$</a:t>
            </a:r>
            <a:r>
              <a:rPr lang="en-US" sz="900" b="1" dirty="0" err="1">
                <a:solidFill>
                  <a:srgbClr val="FF4500"/>
                </a:solidFill>
                <a:latin typeface="Lucida Console" panose="020B0609040504020204" pitchFamily="49" charset="0"/>
              </a:rPr>
              <a:t>GUI</a:t>
            </a:r>
            <a:r>
              <a:rPr lang="en-US" sz="900" b="1" dirty="0" err="1">
                <a:solidFill>
                  <a:srgbClr val="D3D3D3"/>
                </a:solidFill>
                <a:latin typeface="Lucida Console" panose="020B0609040504020204" pitchFamily="49" charset="0"/>
              </a:rPr>
              <a:t>.</a:t>
            </a:r>
            <a:r>
              <a:rPr lang="en-US" sz="900" b="1" dirty="0" err="1">
                <a:solidFill>
                  <a:srgbClr val="F5F5F5"/>
                </a:solidFill>
                <a:latin typeface="Lucida Console" panose="020B0609040504020204" pitchFamily="49" charset="0"/>
              </a:rPr>
              <a:t>Add</a:t>
            </a:r>
            <a:r>
              <a:rPr lang="en-US" sz="900" b="1" dirty="0">
                <a:solidFill>
                  <a:srgbClr val="F5F5F5"/>
                </a:solidFill>
                <a:latin typeface="Lucida Console" panose="020B0609040504020204" pitchFamily="49" charset="0"/>
              </a:rPr>
              <a:t>(</a:t>
            </a:r>
            <a:r>
              <a:rPr lang="en-US" sz="900" b="1" dirty="0">
                <a:solidFill>
                  <a:srgbClr val="FF4500"/>
                </a:solidFill>
                <a:latin typeface="Lucida Console" panose="020B0609040504020204" pitchFamily="49" charset="0"/>
              </a:rPr>
              <a:t>$_</a:t>
            </a:r>
            <a:r>
              <a:rPr lang="en-US" sz="900" b="1" dirty="0">
                <a:solidFill>
                  <a:srgbClr val="D3D3D3"/>
                </a:solidFill>
                <a:latin typeface="Lucida Console" panose="020B0609040504020204" pitchFamily="49" charset="0"/>
              </a:rPr>
              <a:t>.</a:t>
            </a:r>
            <a:r>
              <a:rPr lang="en-US" sz="900" b="1" dirty="0">
                <a:solidFill>
                  <a:srgbClr val="F5F5F5"/>
                </a:solidFill>
                <a:latin typeface="Lucida Console" panose="020B0609040504020204" pitchFamily="49" charset="0"/>
              </a:rPr>
              <a:t>Name</a:t>
            </a:r>
            <a:r>
              <a:rPr lang="en-US" sz="900" b="1" dirty="0">
                <a:solidFill>
                  <a:srgbClr val="D3D3D3"/>
                </a:solidFill>
                <a:latin typeface="Lucida Console" panose="020B0609040504020204" pitchFamily="49" charset="0"/>
              </a:rPr>
              <a:t>,</a:t>
            </a:r>
            <a:r>
              <a:rPr lang="en-US" sz="900" b="1" dirty="0">
                <a:solidFill>
                  <a:srgbClr val="F5F5F5"/>
                </a:solidFill>
                <a:latin typeface="Lucida Console" panose="020B0609040504020204" pitchFamily="49" charset="0"/>
              </a:rPr>
              <a:t> </a:t>
            </a:r>
            <a:r>
              <a:rPr lang="en-US" sz="900" b="1" dirty="0">
                <a:solidFill>
                  <a:srgbClr val="FF4500"/>
                </a:solidFill>
                <a:latin typeface="Lucida Console" panose="020B0609040504020204" pitchFamily="49" charset="0"/>
              </a:rPr>
              <a:t>$</a:t>
            </a:r>
            <a:r>
              <a:rPr lang="en-US" sz="900" b="1" dirty="0" err="1">
                <a:solidFill>
                  <a:srgbClr val="FF4500"/>
                </a:solidFill>
                <a:latin typeface="Lucida Console" panose="020B0609040504020204" pitchFamily="49" charset="0"/>
              </a:rPr>
              <a:t>Rawform</a:t>
            </a:r>
            <a:r>
              <a:rPr lang="en-US" sz="900" b="1" dirty="0" err="1">
                <a:solidFill>
                  <a:srgbClr val="D3D3D3"/>
                </a:solidFill>
                <a:latin typeface="Lucida Console" panose="020B0609040504020204" pitchFamily="49" charset="0"/>
              </a:rPr>
              <a:t>.</a:t>
            </a:r>
            <a:r>
              <a:rPr lang="en-US" sz="900" b="1" dirty="0" err="1">
                <a:solidFill>
                  <a:srgbClr val="F5F5F5"/>
                </a:solidFill>
                <a:latin typeface="Lucida Console" panose="020B0609040504020204" pitchFamily="49" charset="0"/>
              </a:rPr>
              <a:t>FindName</a:t>
            </a:r>
            <a:r>
              <a:rPr lang="en-US" sz="900" b="1" dirty="0">
                <a:solidFill>
                  <a:srgbClr val="F5F5F5"/>
                </a:solidFill>
                <a:latin typeface="Lucida Console" panose="020B0609040504020204" pitchFamily="49" charset="0"/>
              </a:rPr>
              <a:t>(</a:t>
            </a:r>
            <a:r>
              <a:rPr lang="en-US" sz="900" b="1" dirty="0">
                <a:solidFill>
                  <a:srgbClr val="FF4500"/>
                </a:solidFill>
                <a:latin typeface="Lucida Console" panose="020B0609040504020204" pitchFamily="49" charset="0"/>
              </a:rPr>
              <a:t>$_</a:t>
            </a:r>
            <a:r>
              <a:rPr lang="en-US" sz="900" b="1" dirty="0">
                <a:solidFill>
                  <a:srgbClr val="D3D3D3"/>
                </a:solidFill>
                <a:latin typeface="Lucida Console" panose="020B0609040504020204" pitchFamily="49" charset="0"/>
              </a:rPr>
              <a:t>.</a:t>
            </a:r>
            <a:r>
              <a:rPr lang="en-US" sz="900" b="1" dirty="0">
                <a:solidFill>
                  <a:srgbClr val="F5F5F5"/>
                </a:solidFill>
                <a:latin typeface="Lucida Console" panose="020B0609040504020204" pitchFamily="49" charset="0"/>
              </a:rPr>
              <a:t>Name))}</a:t>
            </a:r>
          </a:p>
          <a:p>
            <a:endParaRPr lang="en-US" dirty="0"/>
          </a:p>
          <a:p>
            <a:pPr marL="0" indent="0">
              <a:buNone/>
            </a:pPr>
            <a:r>
              <a:rPr lang="en-US" sz="900" dirty="0">
                <a:solidFill>
                  <a:srgbClr val="98FB98"/>
                </a:solidFill>
                <a:latin typeface="Lucida Console" panose="020B0609040504020204" pitchFamily="49" charset="0"/>
              </a:rPr>
              <a:t>Display the form to the end user</a:t>
            </a:r>
            <a:endParaRPr lang="en-US" sz="900" dirty="0">
              <a:solidFill>
                <a:srgbClr val="F5F5F5"/>
              </a:solidFill>
              <a:latin typeface="Lucida Console" panose="020B0609040504020204" pitchFamily="49" charset="0"/>
            </a:endParaRPr>
          </a:p>
          <a:p>
            <a:pPr marL="0" indent="0">
              <a:buNone/>
            </a:pPr>
            <a:r>
              <a:rPr lang="en-US" sz="900" b="1" dirty="0">
                <a:solidFill>
                  <a:srgbClr val="FF4500"/>
                </a:solidFill>
                <a:latin typeface="Lucida Console" panose="020B0609040504020204" pitchFamily="49" charset="0"/>
              </a:rPr>
              <a:t>$</a:t>
            </a:r>
            <a:r>
              <a:rPr lang="en-US" sz="900" b="1" dirty="0" err="1">
                <a:solidFill>
                  <a:srgbClr val="FF4500"/>
                </a:solidFill>
                <a:latin typeface="Lucida Console" panose="020B0609040504020204" pitchFamily="49" charset="0"/>
              </a:rPr>
              <a:t>Rawform</a:t>
            </a:r>
            <a:r>
              <a:rPr lang="en-US" sz="900" b="1" dirty="0" err="1">
                <a:solidFill>
                  <a:srgbClr val="D3D3D3"/>
                </a:solidFill>
                <a:latin typeface="Lucida Console" panose="020B0609040504020204" pitchFamily="49" charset="0"/>
              </a:rPr>
              <a:t>.</a:t>
            </a:r>
            <a:r>
              <a:rPr lang="en-US" sz="900" b="1" dirty="0" err="1">
                <a:solidFill>
                  <a:srgbClr val="F5F5F5"/>
                </a:solidFill>
                <a:latin typeface="Lucida Console" panose="020B0609040504020204" pitchFamily="49" charset="0"/>
              </a:rPr>
              <a:t>ShowDialog</a:t>
            </a:r>
            <a:r>
              <a:rPr lang="en-US" sz="900" b="1" dirty="0">
                <a:solidFill>
                  <a:srgbClr val="F5F5F5"/>
                </a:solidFill>
                <a:latin typeface="Lucida Console" panose="020B0609040504020204" pitchFamily="49" charset="0"/>
              </a:rPr>
              <a:t>() </a:t>
            </a:r>
          </a:p>
          <a:p>
            <a:endParaRPr lang="en-US" dirty="0"/>
          </a:p>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35</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37469171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36</a:t>
            </a:fld>
            <a:endParaRPr lang="en-US" dirty="0"/>
          </a:p>
        </p:txBody>
      </p:sp>
      <p:sp>
        <p:nvSpPr>
          <p:cNvPr id="6" name="Date Placeholder 5">
            <a:extLst>
              <a:ext uri="{FF2B5EF4-FFF2-40B4-BE49-F238E27FC236}">
                <a16:creationId xmlns:a16="http://schemas.microsoft.com/office/drawing/2014/main" id="{3EB16111-A97F-457F-91C8-272E5E8DFF89}"/>
              </a:ext>
            </a:extLst>
          </p:cNvPr>
          <p:cNvSpPr>
            <a:spLocks noGrp="1"/>
          </p:cNvSpPr>
          <p:nvPr>
            <p:ph type="dt" idx="12"/>
          </p:nvPr>
        </p:nvSpPr>
        <p:spPr/>
        <p:txBody>
          <a:bodyPr/>
          <a:lstStyle/>
          <a:p>
            <a:fld id="{997C9337-20C5-41EF-80F6-63D1F94ABC0C}" type="datetime1">
              <a:rPr lang="en-US"/>
              <a:t>7/5/2025</a:t>
            </a:fld>
            <a:endParaRPr lang="en-US" dirty="0"/>
          </a:p>
        </p:txBody>
      </p:sp>
      <p:sp>
        <p:nvSpPr>
          <p:cNvPr id="10" name="Slide Image Placeholder 9">
            <a:extLst>
              <a:ext uri="{FF2B5EF4-FFF2-40B4-BE49-F238E27FC236}">
                <a16:creationId xmlns:a16="http://schemas.microsoft.com/office/drawing/2014/main" id="{1E1408CB-E158-45EC-A705-EC77EDB9E72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80831AF6-C812-4CA9-9A84-72B9BD292CB0}"/>
              </a:ext>
            </a:extLst>
          </p:cNvPr>
          <p:cNvSpPr>
            <a:spLocks noGrp="1"/>
          </p:cNvSpPr>
          <p:nvPr>
            <p:ph type="body" idx="1"/>
          </p:nvPr>
        </p:nvSpPr>
        <p:spPr>
          <a:xfrm>
            <a:off x="685800" y="4400550"/>
            <a:ext cx="5486400" cy="3600450"/>
          </a:xfrm>
          <a:prstGeom prst="rect">
            <a:avLst/>
          </a:prstGeom>
        </p:spPr>
        <p:txBody>
          <a:bodyPr/>
          <a:lstStyle/>
          <a:p>
            <a:endParaRPr lang="en-IL"/>
          </a:p>
        </p:txBody>
      </p:sp>
      <p:sp>
        <p:nvSpPr>
          <p:cNvPr id="2" name="Header Placeholder 1">
            <a:extLst>
              <a:ext uri="{FF2B5EF4-FFF2-40B4-BE49-F238E27FC236}">
                <a16:creationId xmlns:a16="http://schemas.microsoft.com/office/drawing/2014/main" id="{9830E05C-8F70-4854-835C-C7C6F7556052}"/>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17497041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37</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7/5/2025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20153478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38</a:t>
            </a:fld>
            <a:endParaRPr lang="en-US"/>
          </a:p>
        </p:txBody>
      </p:sp>
      <p:sp>
        <p:nvSpPr>
          <p:cNvPr id="3" name="Date Placeholder 2">
            <a:extLst>
              <a:ext uri="{FF2B5EF4-FFF2-40B4-BE49-F238E27FC236}">
                <a16:creationId xmlns:a16="http://schemas.microsoft.com/office/drawing/2014/main" id="{1A0B76F9-3F92-4745-AA72-2039D73104F8}"/>
              </a:ext>
            </a:extLst>
          </p:cNvPr>
          <p:cNvSpPr>
            <a:spLocks noGrp="1"/>
          </p:cNvSpPr>
          <p:nvPr>
            <p:ph type="dt" idx="12"/>
          </p:nvPr>
        </p:nvSpPr>
        <p:spPr/>
        <p:txBody>
          <a:bodyPr/>
          <a:lstStyle/>
          <a:p>
            <a:fld id="{98343A3E-C65B-474B-B284-72A2415C99C0}" type="datetime1">
              <a:rPr lang="en-US"/>
              <a:t>7/5/2025</a:t>
            </a:fld>
            <a:endParaRPr lang="en-US"/>
          </a:p>
        </p:txBody>
      </p:sp>
      <p:sp>
        <p:nvSpPr>
          <p:cNvPr id="10" name="Slide Image Placeholder 9">
            <a:extLst>
              <a:ext uri="{FF2B5EF4-FFF2-40B4-BE49-F238E27FC236}">
                <a16:creationId xmlns:a16="http://schemas.microsoft.com/office/drawing/2014/main" id="{B080087F-9B63-4FCC-87C0-CC79C9FF5FED}"/>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9EF5BC6-BB55-444F-AE42-1679207E5163}"/>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29186FA5-7D91-4142-B389-05BC0ADD7EE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9315810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FB7961-EFF4-4174-9371-6B916B0FC5FF}" type="slidenum">
              <a:rPr lang="en-US"/>
              <a:t>39</a:t>
            </a:fld>
            <a:endParaRPr lang="en-US"/>
          </a:p>
        </p:txBody>
      </p:sp>
    </p:spTree>
    <p:extLst>
      <p:ext uri="{BB962C8B-B14F-4D97-AF65-F5344CB8AC3E}">
        <p14:creationId xmlns:p14="http://schemas.microsoft.com/office/powerpoint/2010/main" val="10295096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40</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12046321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41</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20513353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42</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80060734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Note that running long code execution might be perceived by a user as a hanging / crashing form. </a:t>
            </a:r>
          </a:p>
        </p:txBody>
      </p:sp>
      <p:sp>
        <p:nvSpPr>
          <p:cNvPr id="4" name="Slide Number Placeholder 3"/>
          <p:cNvSpPr>
            <a:spLocks noGrp="1"/>
          </p:cNvSpPr>
          <p:nvPr>
            <p:ph type="sldNum" sz="quarter" idx="5"/>
          </p:nvPr>
        </p:nvSpPr>
        <p:spPr/>
        <p:txBody>
          <a:bodyPr/>
          <a:lstStyle/>
          <a:p>
            <a:fld id="{B4008EB6-D09E-4580-8CD6-DDB14511944F}" type="slidenum">
              <a:rPr lang="en-US"/>
              <a:pPr/>
              <a:t>43</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37082003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44</a:t>
            </a:fld>
            <a:endParaRPr lang="en-US" dirty="0"/>
          </a:p>
        </p:txBody>
      </p:sp>
      <p:sp>
        <p:nvSpPr>
          <p:cNvPr id="6" name="Date Placeholder 5">
            <a:extLst>
              <a:ext uri="{FF2B5EF4-FFF2-40B4-BE49-F238E27FC236}">
                <a16:creationId xmlns:a16="http://schemas.microsoft.com/office/drawing/2014/main" id="{3EB16111-A97F-457F-91C8-272E5E8DFF89}"/>
              </a:ext>
            </a:extLst>
          </p:cNvPr>
          <p:cNvSpPr>
            <a:spLocks noGrp="1"/>
          </p:cNvSpPr>
          <p:nvPr>
            <p:ph type="dt" idx="12"/>
          </p:nvPr>
        </p:nvSpPr>
        <p:spPr/>
        <p:txBody>
          <a:bodyPr/>
          <a:lstStyle/>
          <a:p>
            <a:fld id="{997C9337-20C5-41EF-80F6-63D1F94ABC0C}" type="datetime1">
              <a:rPr lang="en-US"/>
              <a:t>7/5/2025</a:t>
            </a:fld>
            <a:endParaRPr lang="en-US" dirty="0"/>
          </a:p>
        </p:txBody>
      </p:sp>
      <p:sp>
        <p:nvSpPr>
          <p:cNvPr id="10" name="Slide Image Placeholder 9">
            <a:extLst>
              <a:ext uri="{FF2B5EF4-FFF2-40B4-BE49-F238E27FC236}">
                <a16:creationId xmlns:a16="http://schemas.microsoft.com/office/drawing/2014/main" id="{1E1408CB-E158-45EC-A705-EC77EDB9E72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80831AF6-C812-4CA9-9A84-72B9BD292CB0}"/>
              </a:ext>
            </a:extLst>
          </p:cNvPr>
          <p:cNvSpPr>
            <a:spLocks noGrp="1"/>
          </p:cNvSpPr>
          <p:nvPr>
            <p:ph type="body" idx="1"/>
          </p:nvPr>
        </p:nvSpPr>
        <p:spPr>
          <a:xfrm>
            <a:off x="685800" y="4400550"/>
            <a:ext cx="5486400" cy="3600450"/>
          </a:xfrm>
          <a:prstGeom prst="rect">
            <a:avLst/>
          </a:prstGeom>
        </p:spPr>
        <p:txBody>
          <a:bodyPr/>
          <a:lstStyle/>
          <a:p>
            <a:endParaRPr lang="en-IL"/>
          </a:p>
        </p:txBody>
      </p:sp>
      <p:sp>
        <p:nvSpPr>
          <p:cNvPr id="2" name="Header Placeholder 1">
            <a:extLst>
              <a:ext uri="{FF2B5EF4-FFF2-40B4-BE49-F238E27FC236}">
                <a16:creationId xmlns:a16="http://schemas.microsoft.com/office/drawing/2014/main" id="{9830E05C-8F70-4854-835C-C7C6F7556052}"/>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30537065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45</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172225454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46</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98840028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dirty="0">
                <a:solidFill>
                  <a:srgbClr val="FF4500"/>
                </a:solidFill>
                <a:latin typeface="Lucida Console" panose="020B0609040504020204" pitchFamily="49" charset="0"/>
              </a:rPr>
              <a:t>The “text” property of $</a:t>
            </a:r>
            <a:r>
              <a:rPr lang="en-US" sz="900" dirty="0" err="1">
                <a:solidFill>
                  <a:srgbClr val="FF4500"/>
                </a:solidFill>
                <a:latin typeface="Lucida Console" panose="020B0609040504020204" pitchFamily="49" charset="0"/>
              </a:rPr>
              <a:t>Gui</a:t>
            </a:r>
            <a:r>
              <a:rPr lang="en-US" sz="900" dirty="0" err="1">
                <a:solidFill>
                  <a:srgbClr val="D3D3D3"/>
                </a:solidFill>
                <a:latin typeface="Lucida Console" panose="020B0609040504020204" pitchFamily="49" charset="0"/>
              </a:rPr>
              <a:t>.</a:t>
            </a:r>
            <a:r>
              <a:rPr lang="en-US" sz="900" dirty="0" err="1">
                <a:solidFill>
                  <a:srgbClr val="F5F5F5"/>
                </a:solidFill>
                <a:latin typeface="Lucida Console" panose="020B0609040504020204" pitchFamily="49" charset="0"/>
              </a:rPr>
              <a:t>timebox</a:t>
            </a:r>
            <a:r>
              <a:rPr lang="en-US" sz="900" dirty="0">
                <a:solidFill>
                  <a:srgbClr val="D3D3D3"/>
                </a:solidFill>
                <a:latin typeface="Lucida Console" panose="020B0609040504020204" pitchFamily="49" charset="0"/>
              </a:rPr>
              <a:t>  will be bound to </a:t>
            </a:r>
            <a:r>
              <a:rPr lang="en-US" sz="900" dirty="0">
                <a:solidFill>
                  <a:srgbClr val="FF4500"/>
                </a:solidFill>
                <a:latin typeface="Lucida Console" panose="020B0609040504020204" pitchFamily="49" charset="0"/>
              </a:rPr>
              <a:t>$</a:t>
            </a:r>
            <a:r>
              <a:rPr lang="en-US" sz="900" dirty="0" err="1">
                <a:solidFill>
                  <a:srgbClr val="FF4500"/>
                </a:solidFill>
                <a:latin typeface="Lucida Console" panose="020B0609040504020204" pitchFamily="49" charset="0"/>
              </a:rPr>
              <a:t>DataContext</a:t>
            </a:r>
            <a:r>
              <a:rPr lang="en-US" sz="900" dirty="0">
                <a:solidFill>
                  <a:srgbClr val="FF4500"/>
                </a:solidFill>
                <a:latin typeface="Lucida Console" panose="020B0609040504020204" pitchFamily="49" charset="0"/>
              </a:rPr>
              <a:t> PS variable. The source object always needs to be in the form of a Collection , List, Array kind </a:t>
            </a:r>
            <a:r>
              <a:rPr lang="en-US" sz="900">
                <a:solidFill>
                  <a:srgbClr val="FF4500"/>
                </a:solidFill>
                <a:latin typeface="Lucida Console" panose="020B0609040504020204" pitchFamily="49" charset="0"/>
              </a:rPr>
              <a:t>of  variable.</a:t>
            </a:r>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47</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143519152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48</a:t>
            </a:fld>
            <a:endParaRPr lang="en-US" dirty="0"/>
          </a:p>
        </p:txBody>
      </p:sp>
      <p:sp>
        <p:nvSpPr>
          <p:cNvPr id="6" name="Date Placeholder 5">
            <a:extLst>
              <a:ext uri="{FF2B5EF4-FFF2-40B4-BE49-F238E27FC236}">
                <a16:creationId xmlns:a16="http://schemas.microsoft.com/office/drawing/2014/main" id="{3EB16111-A97F-457F-91C8-272E5E8DFF89}"/>
              </a:ext>
            </a:extLst>
          </p:cNvPr>
          <p:cNvSpPr>
            <a:spLocks noGrp="1"/>
          </p:cNvSpPr>
          <p:nvPr>
            <p:ph type="dt" idx="12"/>
          </p:nvPr>
        </p:nvSpPr>
        <p:spPr/>
        <p:txBody>
          <a:bodyPr/>
          <a:lstStyle/>
          <a:p>
            <a:fld id="{997C9337-20C5-41EF-80F6-63D1F94ABC0C}" type="datetime1">
              <a:rPr lang="en-US"/>
              <a:t>7/5/2025</a:t>
            </a:fld>
            <a:endParaRPr lang="en-US" dirty="0"/>
          </a:p>
        </p:txBody>
      </p:sp>
      <p:sp>
        <p:nvSpPr>
          <p:cNvPr id="10" name="Slide Image Placeholder 9">
            <a:extLst>
              <a:ext uri="{FF2B5EF4-FFF2-40B4-BE49-F238E27FC236}">
                <a16:creationId xmlns:a16="http://schemas.microsoft.com/office/drawing/2014/main" id="{1E1408CB-E158-45EC-A705-EC77EDB9E72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80831AF6-C812-4CA9-9A84-72B9BD292CB0}"/>
              </a:ext>
            </a:extLst>
          </p:cNvPr>
          <p:cNvSpPr>
            <a:spLocks noGrp="1"/>
          </p:cNvSpPr>
          <p:nvPr>
            <p:ph type="body" idx="1"/>
          </p:nvPr>
        </p:nvSpPr>
        <p:spPr>
          <a:xfrm>
            <a:off x="685800" y="4400550"/>
            <a:ext cx="5486400" cy="3600450"/>
          </a:xfrm>
          <a:prstGeom prst="rect">
            <a:avLst/>
          </a:prstGeom>
        </p:spPr>
        <p:txBody>
          <a:bodyPr/>
          <a:lstStyle/>
          <a:p>
            <a:endParaRPr lang="en-IL"/>
          </a:p>
        </p:txBody>
      </p:sp>
      <p:sp>
        <p:nvSpPr>
          <p:cNvPr id="2" name="Header Placeholder 1">
            <a:extLst>
              <a:ext uri="{FF2B5EF4-FFF2-40B4-BE49-F238E27FC236}">
                <a16:creationId xmlns:a16="http://schemas.microsoft.com/office/drawing/2014/main" id="{9830E05C-8F70-4854-835C-C7C6F7556052}"/>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409422923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49</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7/5/2025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181166937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50</a:t>
            </a:fld>
            <a:endParaRPr lang="en-US"/>
          </a:p>
        </p:txBody>
      </p:sp>
      <p:sp>
        <p:nvSpPr>
          <p:cNvPr id="3" name="Date Placeholder 2">
            <a:extLst>
              <a:ext uri="{FF2B5EF4-FFF2-40B4-BE49-F238E27FC236}">
                <a16:creationId xmlns:a16="http://schemas.microsoft.com/office/drawing/2014/main" id="{1A0B76F9-3F92-4745-AA72-2039D73104F8}"/>
              </a:ext>
            </a:extLst>
          </p:cNvPr>
          <p:cNvSpPr>
            <a:spLocks noGrp="1"/>
          </p:cNvSpPr>
          <p:nvPr>
            <p:ph type="dt" idx="12"/>
          </p:nvPr>
        </p:nvSpPr>
        <p:spPr/>
        <p:txBody>
          <a:bodyPr/>
          <a:lstStyle/>
          <a:p>
            <a:fld id="{98343A3E-C65B-474B-B284-72A2415C99C0}" type="datetime1">
              <a:rPr lang="en-US"/>
              <a:t>7/5/2025</a:t>
            </a:fld>
            <a:endParaRPr lang="en-US"/>
          </a:p>
        </p:txBody>
      </p:sp>
      <p:sp>
        <p:nvSpPr>
          <p:cNvPr id="10" name="Slide Image Placeholder 9">
            <a:extLst>
              <a:ext uri="{FF2B5EF4-FFF2-40B4-BE49-F238E27FC236}">
                <a16:creationId xmlns:a16="http://schemas.microsoft.com/office/drawing/2014/main" id="{B080087F-9B63-4FCC-87C0-CC79C9FF5FED}"/>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9EF5BC6-BB55-444F-AE42-1679207E5163}"/>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29186FA5-7D91-4142-B389-05BC0ADD7EE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6658978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fld id="{B4008EB6-D09E-4580-8CD6-DDB14511944F}" type="slidenum">
              <a:rPr lang="en-US"/>
              <a:pPr/>
              <a:t>51</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109863575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Timers will create a code execution on the queue meaning it will freeze form but running short code can support form updates making it look like form is not frozen.</a:t>
            </a:r>
          </a:p>
        </p:txBody>
      </p:sp>
      <p:sp>
        <p:nvSpPr>
          <p:cNvPr id="4" name="Slide Number Placeholder 3"/>
          <p:cNvSpPr>
            <a:spLocks noGrp="1"/>
          </p:cNvSpPr>
          <p:nvPr>
            <p:ph type="sldNum" sz="quarter" idx="5"/>
          </p:nvPr>
        </p:nvSpPr>
        <p:spPr/>
        <p:txBody>
          <a:bodyPr/>
          <a:lstStyle/>
          <a:p>
            <a:fld id="{B4008EB6-D09E-4580-8CD6-DDB14511944F}" type="slidenum">
              <a:rPr lang="en-US"/>
              <a:pPr/>
              <a:t>52</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129359260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Timer itself does not prevent locks of the GUI but it can be used to update the form in between long running tasks or support a </a:t>
            </a:r>
            <a:r>
              <a:rPr lang="en-US" dirty="0" err="1"/>
              <a:t>runspace</a:t>
            </a:r>
            <a:r>
              <a:rPr lang="en-US" dirty="0"/>
              <a:t> to update the form thread itself while the </a:t>
            </a:r>
            <a:r>
              <a:rPr lang="en-US" dirty="0" err="1"/>
              <a:t>runspace</a:t>
            </a:r>
            <a:r>
              <a:rPr lang="en-US" dirty="0"/>
              <a:t> is processing the data.</a:t>
            </a:r>
          </a:p>
        </p:txBody>
      </p:sp>
      <p:sp>
        <p:nvSpPr>
          <p:cNvPr id="4" name="Slide Number Placeholder 3"/>
          <p:cNvSpPr>
            <a:spLocks noGrp="1"/>
          </p:cNvSpPr>
          <p:nvPr>
            <p:ph type="sldNum" sz="quarter" idx="5"/>
          </p:nvPr>
        </p:nvSpPr>
        <p:spPr/>
        <p:txBody>
          <a:bodyPr/>
          <a:lstStyle/>
          <a:p>
            <a:fld id="{B4008EB6-D09E-4580-8CD6-DDB14511944F}" type="slidenum">
              <a:rPr lang="en-US"/>
              <a:pPr/>
              <a:t>53</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210006243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GUI runs in a </a:t>
            </a:r>
            <a:r>
              <a:rPr lang="en-US" dirty="0" err="1"/>
              <a:t>runspace</a:t>
            </a:r>
            <a:r>
              <a:rPr lang="en-US" dirty="0"/>
              <a:t>.</a:t>
            </a:r>
          </a:p>
          <a:p>
            <a:endParaRPr lang="en-US" dirty="0"/>
          </a:p>
          <a:p>
            <a:r>
              <a:rPr lang="en-US" dirty="0"/>
              <a:t>This provides the advantage that the </a:t>
            </a:r>
            <a:r>
              <a:rPr lang="en-US" dirty="0" err="1"/>
              <a:t>powershell</a:t>
            </a:r>
            <a:r>
              <a:rPr lang="en-US" dirty="0"/>
              <a:t> thread can be use for long running initiation processes or continues data pull events. (Example </a:t>
            </a:r>
            <a:r>
              <a:rPr lang="en-US" dirty="0" err="1"/>
              <a:t>refesh</a:t>
            </a:r>
            <a:r>
              <a:rPr lang="en-US" dirty="0"/>
              <a:t> data from a API.)</a:t>
            </a:r>
          </a:p>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54</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122222837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fld id="{B4008EB6-D09E-4580-8CD6-DDB14511944F}" type="slidenum">
              <a:rPr lang="en-US"/>
              <a:pPr/>
              <a:t>55</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6:08 PM</a:t>
            </a:fld>
            <a:endParaRPr lang="en-US" dirty="0"/>
          </a:p>
        </p:txBody>
      </p:sp>
    </p:spTree>
    <p:extLst>
      <p:ext uri="{BB962C8B-B14F-4D97-AF65-F5344CB8AC3E}">
        <p14:creationId xmlns:p14="http://schemas.microsoft.com/office/powerpoint/2010/main" val="400990153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56</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7/5/2025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394182942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In the lab </a:t>
            </a:r>
          </a:p>
          <a:p>
            <a:r>
              <a:rPr lang="en-US" dirty="0"/>
              <a:t>Task 1.3 section 2 you are required to set the </a:t>
            </a:r>
            <a:r>
              <a:rPr lang="en-US" dirty="0" err="1"/>
              <a:t>TextBox</a:t>
            </a:r>
            <a:r>
              <a:rPr lang="en-US" dirty="0"/>
              <a:t> (</a:t>
            </a:r>
            <a:r>
              <a:rPr lang="en-US" dirty="0" err="1"/>
              <a:t>PathTextBox</a:t>
            </a:r>
            <a:r>
              <a:rPr lang="en-US" dirty="0"/>
              <a:t>)</a:t>
            </a:r>
          </a:p>
          <a:p>
            <a:r>
              <a:rPr lang="en-US" dirty="0"/>
              <a:t>Left Margin and Top Margin do not exist, instead you can directly do so with the Margin</a:t>
            </a:r>
          </a:p>
          <a:p>
            <a:endParaRPr lang="en-US" sz="1800" b="1" dirty="0">
              <a:solidFill>
                <a:srgbClr val="FF0000"/>
              </a:solidFill>
              <a:highlight>
                <a:srgbClr val="FFFFFF"/>
              </a:highlight>
              <a:latin typeface="Cascadia Mono" panose="020B0609020000020004" pitchFamily="49" charset="0"/>
            </a:endParaRPr>
          </a:p>
          <a:p>
            <a:r>
              <a:rPr lang="en-US" sz="1800" b="1" dirty="0">
                <a:solidFill>
                  <a:srgbClr val="FF0000"/>
                </a:solidFill>
                <a:highlight>
                  <a:srgbClr val="FFFFFF"/>
                </a:highlight>
                <a:latin typeface="Cascadia Mono" panose="020B0609020000020004" pitchFamily="49" charset="0"/>
              </a:rPr>
              <a:t>Margin = "</a:t>
            </a:r>
            <a:r>
              <a:rPr lang="en-US" sz="1800" b="1" dirty="0" err="1">
                <a:solidFill>
                  <a:srgbClr val="FF0000"/>
                </a:solidFill>
                <a:highlight>
                  <a:srgbClr val="FFFFFF"/>
                </a:highlight>
                <a:latin typeface="Cascadia Mono" panose="020B0609020000020004" pitchFamily="49" charset="0"/>
              </a:rPr>
              <a:t>Left,Top,Right,Bottom</a:t>
            </a:r>
            <a:r>
              <a:rPr lang="en-US" sz="1800" b="1" dirty="0">
                <a:solidFill>
                  <a:srgbClr val="FF0000"/>
                </a:solidFill>
                <a:highlight>
                  <a:srgbClr val="FFFFFF"/>
                </a:highlight>
                <a:latin typeface="Cascadia Mono" panose="020B0609020000020004" pitchFamily="49" charset="0"/>
              </a:rPr>
              <a:t>“</a:t>
            </a:r>
          </a:p>
          <a:p>
            <a:endParaRPr lang="en-US" sz="1800" b="1" dirty="0">
              <a:solidFill>
                <a:srgbClr val="FF0000"/>
              </a:solidFill>
              <a:highlight>
                <a:srgbClr val="FFFFFF"/>
              </a:highlight>
              <a:latin typeface="Cascadia Mono" panose="020B0609020000020004" pitchFamily="49" charset="0"/>
            </a:endParaRPr>
          </a:p>
          <a:p>
            <a:endParaRPr lang="en-US" sz="1800" b="0" dirty="0">
              <a:solidFill>
                <a:srgbClr val="FF0000"/>
              </a:solidFill>
              <a:highlight>
                <a:srgbClr val="FFFFFF"/>
              </a:highlight>
              <a:latin typeface="Cascadia Mono" panose="020B0609020000020004" pitchFamily="49" charset="0"/>
            </a:endParaRPr>
          </a:p>
        </p:txBody>
      </p:sp>
      <p:sp>
        <p:nvSpPr>
          <p:cNvPr id="4" name="Slide Number Placeholder 3"/>
          <p:cNvSpPr>
            <a:spLocks noGrp="1"/>
          </p:cNvSpPr>
          <p:nvPr>
            <p:ph type="sldNum" sz="quarter" idx="10"/>
          </p:nvPr>
        </p:nvSpPr>
        <p:spPr/>
        <p:txBody>
          <a:bodyPr/>
          <a:lstStyle/>
          <a:p>
            <a:fld id="{B4008EB6-D09E-4580-8CD6-DDB14511944F}" type="slidenum">
              <a:rPr lang="en-US"/>
              <a:pPr/>
              <a:t>57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Slide Image Placeholder 12">
            <a:extLst>
              <a:ext uri="{FF2B5EF4-FFF2-40B4-BE49-F238E27FC236}">
                <a16:creationId xmlns:a16="http://schemas.microsoft.com/office/drawing/2014/main" id="{4F029D2E-C6F0-43A8-B828-60279B978610}"/>
              </a:ext>
            </a:extLst>
          </p:cNvPr>
          <p:cNvSpPr>
            <a:spLocks noGrp="1" noRot="1" noChangeAspect="1"/>
          </p:cNvSpPr>
          <p:nvPr>
            <p:ph type="sldImg"/>
          </p:nvPr>
        </p:nvSpPr>
        <p:spPr>
          <a:xfrm>
            <a:off x="696913" y="857250"/>
            <a:ext cx="5486400" cy="3086100"/>
          </a:xfrm>
        </p:spPr>
      </p:sp>
    </p:spTree>
    <p:extLst>
      <p:ext uri="{BB962C8B-B14F-4D97-AF65-F5344CB8AC3E}">
        <p14:creationId xmlns:p14="http://schemas.microsoft.com/office/powerpoint/2010/main" val="172931561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p:txBody>
          <a:bodyPr/>
          <a:lstStyle/>
          <a:p>
            <a:fld id="{EC87E0CF-87F6-4B58-B8B8-DCAB2DAAF3CA}" type="slidenum">
              <a:rPr lang="en-US"/>
              <a:pPr/>
              <a:t>58</a:t>
            </a:fld>
            <a:endParaRPr lang="en-US"/>
          </a:p>
        </p:txBody>
      </p:sp>
      <p:sp>
        <p:nvSpPr>
          <p:cNvPr id="3" name="Date Placeholder 2">
            <a:extLst>
              <a:ext uri="{FF2B5EF4-FFF2-40B4-BE49-F238E27FC236}">
                <a16:creationId xmlns:a16="http://schemas.microsoft.com/office/drawing/2014/main" id="{1215B0C0-E5D8-4E46-A54E-EA968C86FB78}"/>
              </a:ext>
            </a:extLst>
          </p:cNvPr>
          <p:cNvSpPr>
            <a:spLocks noGrp="1"/>
          </p:cNvSpPr>
          <p:nvPr>
            <p:ph type="dt" idx="15"/>
          </p:nvPr>
        </p:nvSpPr>
        <p:spPr/>
        <p:txBody>
          <a:bodyPr/>
          <a:lstStyle/>
          <a:p>
            <a:fld id="{6D50A064-0189-4F17-A351-AA3748785BA8}" type="datetime1">
              <a:rPr lang="en-US"/>
              <a:t>7/5/2025</a:t>
            </a:fld>
            <a:endParaRPr lang="en-US"/>
          </a:p>
        </p:txBody>
      </p:sp>
      <p:sp>
        <p:nvSpPr>
          <p:cNvPr id="8" name="Slide Image Placeholder 7">
            <a:extLst>
              <a:ext uri="{FF2B5EF4-FFF2-40B4-BE49-F238E27FC236}">
                <a16:creationId xmlns:a16="http://schemas.microsoft.com/office/drawing/2014/main" id="{EE4402E8-2EA7-4193-9D00-7E2272B203D4}"/>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FA351A47-ABCB-4338-85BD-CB2EA0A493E3}"/>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Header Placeholder 3">
            <a:extLst>
              <a:ext uri="{FF2B5EF4-FFF2-40B4-BE49-F238E27FC236}">
                <a16:creationId xmlns:a16="http://schemas.microsoft.com/office/drawing/2014/main" id="{2A98CFE3-9F8B-4B50-8CC9-ECDE547B8B73}"/>
              </a:ext>
            </a:extLst>
          </p:cNvPr>
          <p:cNvSpPr>
            <a:spLocks noGrp="1"/>
          </p:cNvSpPr>
          <p:nvPr>
            <p:ph type="hdr" sz="quarter" idx="16"/>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033968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in"/><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bin"/><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bin"/><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bin"/><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bin"/><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hyperlink" Target="https://www.microsoft.com/en-us/legal/intellectualproperty/permissions/default.aspx" TargetMode="Externa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bin"/><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hoto_Option">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688A36C-BC63-4BAF-B681-46924F4FEF72}"/>
              </a:ext>
              <a:ext uri="{C183D7F6-B498-43B3-948B-1728B52AA6E4}">
                <adec:decorative xmlns:adec="http://schemas.microsoft.com/office/drawing/2017/decorative" val="1"/>
              </a:ext>
            </a:extLst>
          </p:cNvPr>
          <p:cNvSpPr>
            <a:spLocks noGrp="1"/>
          </p:cNvSpPr>
          <p:nvPr>
            <p:ph type="pic" sz="quarter" idx="15" hasCustomPrompt="1"/>
          </p:nvPr>
        </p:nvSpPr>
        <p:spPr>
          <a:xfrm>
            <a:off x="0" y="0"/>
            <a:ext cx="12192000" cy="6858000"/>
          </a:xfrm>
        </p:spPr>
        <p:txBody>
          <a:bodyPr/>
          <a:lstStyle>
            <a:lvl1pPr marL="0" indent="0">
              <a:buNone/>
              <a:defRPr/>
            </a:lvl1pPr>
          </a:lstStyle>
          <a:p>
            <a:r>
              <a:rPr lang="en-US" dirty="0"/>
              <a:t> </a:t>
            </a:r>
          </a:p>
        </p:txBody>
      </p:sp>
      <p:sp>
        <p:nvSpPr>
          <p:cNvPr id="10" name="Title 1">
            <a:extLst>
              <a:ext uri="{FF2B5EF4-FFF2-40B4-BE49-F238E27FC236}">
                <a16:creationId xmlns:a16="http://schemas.microsoft.com/office/drawing/2014/main" id="{6918950D-BA52-4C37-9FC7-9B2441DABC4D}"/>
              </a:ext>
            </a:extLst>
          </p:cNvPr>
          <p:cNvSpPr>
            <a:spLocks noGrp="1"/>
          </p:cNvSpPr>
          <p:nvPr>
            <p:ph type="title" hasCustomPrompt="1"/>
          </p:nvPr>
        </p:nvSpPr>
        <p:spPr>
          <a:xfrm>
            <a:off x="621451" y="4519136"/>
            <a:ext cx="10960949" cy="738664"/>
          </a:xfrm>
          <a:noFill/>
        </p:spPr>
        <p:txBody>
          <a:bodyPr wrap="square" lIns="0" tIns="0" rIns="0" bIns="182880" anchor="b" anchorCtr="0">
            <a:spAutoFit/>
          </a:bodyPr>
          <a:lstStyle>
            <a:lvl1pPr>
              <a:lnSpc>
                <a:spcPct val="100000"/>
              </a:lnSpc>
              <a:defRPr sz="3600" strike="noStrike" spc="-147" baseline="0">
                <a:solidFill>
                  <a:schemeClr val="bg2"/>
                </a:solidFill>
              </a:defRPr>
            </a:lvl1pPr>
          </a:lstStyle>
          <a:p>
            <a:r>
              <a:rPr lang="en-US" dirty="0"/>
              <a:t>Presentation Title</a:t>
            </a:r>
          </a:p>
        </p:txBody>
      </p:sp>
      <p:sp>
        <p:nvSpPr>
          <p:cNvPr id="11" name="Text Placeholder 4">
            <a:extLst>
              <a:ext uri="{FF2B5EF4-FFF2-40B4-BE49-F238E27FC236}">
                <a16:creationId xmlns:a16="http://schemas.microsoft.com/office/drawing/2014/main" id="{4B7969DA-51E9-4FB3-BFCC-63C88E80862C}"/>
              </a:ext>
            </a:extLst>
          </p:cNvPr>
          <p:cNvSpPr>
            <a:spLocks noGrp="1"/>
          </p:cNvSpPr>
          <p:nvPr>
            <p:ph type="body" sz="quarter" idx="12" hasCustomPrompt="1"/>
          </p:nvPr>
        </p:nvSpPr>
        <p:spPr>
          <a:xfrm>
            <a:off x="621759" y="5257800"/>
            <a:ext cx="10960641" cy="915892"/>
          </a:xfrm>
          <a:noFill/>
        </p:spPr>
        <p:txBody>
          <a:bodyPr lIns="0" tIns="0" rIns="0" bIns="0" anchor="t">
            <a:noAutofit/>
          </a:bodyPr>
          <a:lstStyle>
            <a:lvl1pPr marL="0" indent="0">
              <a:lnSpc>
                <a:spcPct val="100000"/>
              </a:lnSpc>
              <a:spcBef>
                <a:spcPts val="0"/>
              </a:spcBef>
              <a:buNone/>
              <a:defRPr sz="2200" spc="0" baseline="0">
                <a:solidFill>
                  <a:schemeClr val="bg2"/>
                </a:solidFill>
                <a:latin typeface="+mn-lt"/>
              </a:defRPr>
            </a:lvl1pPr>
          </a:lstStyle>
          <a:p>
            <a:pPr lvl="0"/>
            <a:r>
              <a:rPr lang="en-US" dirty="0"/>
              <a:t>Presenter Name</a:t>
            </a:r>
          </a:p>
        </p:txBody>
      </p:sp>
      <p:sp>
        <p:nvSpPr>
          <p:cNvPr id="3" name="Picture Placeholder 2" descr="Logo">
            <a:extLst>
              <a:ext uri="{FF2B5EF4-FFF2-40B4-BE49-F238E27FC236}">
                <a16:creationId xmlns:a16="http://schemas.microsoft.com/office/drawing/2014/main" id="{E6B00F91-76AF-4D03-A6BF-A8C5D64009A9}"/>
              </a:ext>
              <a:ext uri="{C183D7F6-B498-43B3-948B-1728B52AA6E4}">
                <adec:decorative xmlns:adec="http://schemas.microsoft.com/office/drawing/2017/decorative" val="0"/>
              </a:ext>
            </a:extLst>
          </p:cNvPr>
          <p:cNvSpPr>
            <a:spLocks noGrp="1"/>
          </p:cNvSpPr>
          <p:nvPr>
            <p:ph type="pic" sz="quarter" idx="14" hasCustomPrompt="1"/>
          </p:nvPr>
        </p:nvSpPr>
        <p:spPr>
          <a:xfrm>
            <a:off x="304809" y="304800"/>
            <a:ext cx="2062163" cy="924737"/>
          </a:xfrm>
          <a:noFill/>
        </p:spPr>
        <p:txBody>
          <a:bodyPr anchor="ctr"/>
          <a:lstStyle>
            <a:lvl1pPr marL="0" indent="0" algn="ctr">
              <a:buNone/>
              <a:defRPr>
                <a:solidFill>
                  <a:schemeClr val="bg1">
                    <a:lumMod val="50000"/>
                  </a:schemeClr>
                </a:solidFill>
              </a:defRPr>
            </a:lvl1pPr>
          </a:lstStyle>
          <a:p>
            <a:r>
              <a:rPr lang="en-US" dirty="0"/>
              <a:t> Select Logo</a:t>
            </a:r>
          </a:p>
        </p:txBody>
      </p:sp>
    </p:spTree>
    <p:extLst>
      <p:ext uri="{BB962C8B-B14F-4D97-AF65-F5344CB8AC3E}">
        <p14:creationId xmlns:p14="http://schemas.microsoft.com/office/powerpoint/2010/main" val="36039921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hoto_Option 2">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B21D95A3-707B-494A-8F6A-B2065D3E09E2}"/>
              </a:ext>
              <a:ext uri="{C183D7F6-B498-43B3-948B-1728B52AA6E4}">
                <adec:decorative xmlns:adec="http://schemas.microsoft.com/office/drawing/2017/decorative" val="1"/>
              </a:ext>
            </a:extLst>
          </p:cNvPr>
          <p:cNvSpPr>
            <a:spLocks noGrp="1"/>
          </p:cNvSpPr>
          <p:nvPr>
            <p:ph type="pic" sz="quarter" idx="15" hasCustomPrompt="1"/>
          </p:nvPr>
        </p:nvSpPr>
        <p:spPr>
          <a:xfrm>
            <a:off x="0" y="0"/>
            <a:ext cx="12192000" cy="6858000"/>
          </a:xfrm>
        </p:spPr>
        <p:txBody>
          <a:bodyPr/>
          <a:lstStyle>
            <a:lvl1pPr marL="0" indent="0">
              <a:buNone/>
              <a:defRPr/>
            </a:lvl1pPr>
          </a:lstStyle>
          <a:p>
            <a:r>
              <a:rPr lang="en-US" dirty="0"/>
              <a:t> </a:t>
            </a:r>
          </a:p>
        </p:txBody>
      </p:sp>
      <p:sp>
        <p:nvSpPr>
          <p:cNvPr id="4" name="Title 1">
            <a:extLst>
              <a:ext uri="{FF2B5EF4-FFF2-40B4-BE49-F238E27FC236}">
                <a16:creationId xmlns:a16="http://schemas.microsoft.com/office/drawing/2014/main" id="{0442A5CB-2756-47D2-94A4-25B9E27E02AB}"/>
              </a:ext>
            </a:extLst>
          </p:cNvPr>
          <p:cNvSpPr>
            <a:spLocks noGrp="1"/>
          </p:cNvSpPr>
          <p:nvPr>
            <p:ph type="title" hasCustomPrompt="1"/>
          </p:nvPr>
        </p:nvSpPr>
        <p:spPr>
          <a:xfrm>
            <a:off x="621452" y="4519136"/>
            <a:ext cx="10960948" cy="738664"/>
          </a:xfrm>
          <a:noFill/>
        </p:spPr>
        <p:txBody>
          <a:bodyPr wrap="square" lIns="0" tIns="0" rIns="0" bIns="182880" anchor="b" anchorCtr="0">
            <a:noAutofit/>
          </a:bodyPr>
          <a:lstStyle>
            <a:lvl1pPr>
              <a:lnSpc>
                <a:spcPct val="100000"/>
              </a:lnSpc>
              <a:defRPr sz="3600" strike="noStrike" spc="-147" baseline="0">
                <a:solidFill>
                  <a:schemeClr val="bg2"/>
                </a:solidFill>
              </a:defRPr>
            </a:lvl1pPr>
          </a:lstStyle>
          <a:p>
            <a:r>
              <a:rPr lang="en-US" dirty="0"/>
              <a:t>Presentation Title</a:t>
            </a:r>
          </a:p>
        </p:txBody>
      </p:sp>
      <p:sp>
        <p:nvSpPr>
          <p:cNvPr id="5" name="Text Placeholder 4">
            <a:extLst>
              <a:ext uri="{FF2B5EF4-FFF2-40B4-BE49-F238E27FC236}">
                <a16:creationId xmlns:a16="http://schemas.microsoft.com/office/drawing/2014/main" id="{1FA97999-5655-43B5-8C83-B51E643EF449}"/>
              </a:ext>
            </a:extLst>
          </p:cNvPr>
          <p:cNvSpPr>
            <a:spLocks noGrp="1"/>
          </p:cNvSpPr>
          <p:nvPr>
            <p:ph type="body" sz="quarter" idx="12" hasCustomPrompt="1"/>
          </p:nvPr>
        </p:nvSpPr>
        <p:spPr>
          <a:xfrm>
            <a:off x="621759" y="5257800"/>
            <a:ext cx="10960641" cy="915892"/>
          </a:xfrm>
          <a:noFill/>
        </p:spPr>
        <p:txBody>
          <a:bodyPr lIns="0" tIns="0" rIns="0" bIns="0" anchor="t">
            <a:noAutofit/>
          </a:bodyPr>
          <a:lstStyle>
            <a:lvl1pPr marL="0" indent="0">
              <a:lnSpc>
                <a:spcPct val="100000"/>
              </a:lnSpc>
              <a:spcBef>
                <a:spcPts val="0"/>
              </a:spcBef>
              <a:buNone/>
              <a:defRPr sz="2200" spc="0" baseline="0">
                <a:solidFill>
                  <a:schemeClr val="bg2"/>
                </a:solidFill>
                <a:latin typeface="+mn-lt"/>
              </a:defRPr>
            </a:lvl1pPr>
          </a:lstStyle>
          <a:p>
            <a:pPr lvl="0"/>
            <a:r>
              <a:rPr lang="en-US" dirty="0"/>
              <a:t>Presenter Name</a:t>
            </a:r>
          </a:p>
        </p:txBody>
      </p:sp>
    </p:spTree>
    <p:extLst>
      <p:ext uri="{BB962C8B-B14F-4D97-AF65-F5344CB8AC3E}">
        <p14:creationId xmlns:p14="http://schemas.microsoft.com/office/powerpoint/2010/main" val="1957036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Square Photo">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7" y="2487168"/>
            <a:ext cx="4352925" cy="1097280"/>
          </a:xfrm>
        </p:spPr>
        <p:txBody>
          <a:bodyPr bIns="45720" anchor="b">
            <a:noAutofit/>
          </a:bodyPr>
          <a:lstStyle>
            <a:lvl1pPr algn="l">
              <a:defRPr sz="3600">
                <a:solidFill>
                  <a:schemeClr val="tx1"/>
                </a:solidFill>
              </a:defRPr>
            </a:lvl1pPr>
          </a:lstStyle>
          <a:p>
            <a:r>
              <a:rPr lang="en-US" noProof="0"/>
              <a:t>Click to edit Master title style</a:t>
            </a:r>
            <a:endParaRPr lang="en-US" noProof="0" dirty="0"/>
          </a:p>
        </p:txBody>
      </p:sp>
      <p:sp>
        <p:nvSpPr>
          <p:cNvPr id="10" name="2 Subtitle">
            <a:extLst>
              <a:ext uri="{FF2B5EF4-FFF2-40B4-BE49-F238E27FC236}">
                <a16:creationId xmlns:a16="http://schemas.microsoft.com/office/drawing/2014/main" id="{D55E7899-E90B-4B88-95E2-00E3DAC8A7A7}"/>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13" name="Picture Placeholder 8">
            <a:extLst>
              <a:ext uri="{FF2B5EF4-FFF2-40B4-BE49-F238E27FC236}">
                <a16:creationId xmlns:a16="http://schemas.microsoft.com/office/drawing/2014/main" id="{182FB499-89AE-4177-A821-127E0BD7F722}"/>
              </a:ext>
            </a:extLst>
          </p:cNvPr>
          <p:cNvSpPr>
            <a:spLocks noGrp="1"/>
          </p:cNvSpPr>
          <p:nvPr>
            <p:ph type="pic" sz="quarter" idx="17" hasCustomPrompt="1"/>
          </p:nvPr>
        </p:nvSpPr>
        <p:spPr>
          <a:xfrm>
            <a:off x="5333682" y="3524"/>
            <a:ext cx="6858000" cy="6858000"/>
          </a:xfrm>
          <a:no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pic>
        <p:nvPicPr>
          <p:cNvPr id="7" name="Picture 6" descr="Microsoft Logo">
            <a:extLst>
              <a:ext uri="{FF2B5EF4-FFF2-40B4-BE49-F238E27FC236}">
                <a16:creationId xmlns:a16="http://schemas.microsoft.com/office/drawing/2014/main" id="{47E9D3B8-4995-4497-883C-57B842669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Tree>
    <p:extLst>
      <p:ext uri="{BB962C8B-B14F-4D97-AF65-F5344CB8AC3E}">
        <p14:creationId xmlns:p14="http://schemas.microsoft.com/office/powerpoint/2010/main" val="3663490255"/>
      </p:ext>
    </p:extLst>
  </p:cSld>
  <p:clrMapOvr>
    <a:masterClrMapping/>
  </p:clrMapOvr>
  <p:extLst>
    <p:ext uri="{DCECCB84-F9BA-43D5-87BE-67443E8EF086}">
      <p15:sldGuideLst xmlns:p15="http://schemas.microsoft.com/office/powerpoint/2012/main">
        <p15:guide id="9" orient="horz" pos="2160">
          <p15:clr>
            <a:srgbClr val="547EBF"/>
          </p15:clr>
        </p15:guide>
        <p15:guide id="10" orient="horz" pos="1572">
          <p15:clr>
            <a:srgbClr val="547EBF"/>
          </p15:clr>
        </p15:guide>
        <p15:guide id="11" orient="horz" pos="2258">
          <p15:clr>
            <a:srgbClr val="547EBF"/>
          </p15:clr>
        </p15:guide>
        <p15:guide id="12" orient="horz" pos="2454">
          <p15:clr>
            <a:srgbClr val="547EBF"/>
          </p15:clr>
        </p15:guide>
        <p15:guide id="13" orient="horz" pos="2650">
          <p15:clr>
            <a:srgbClr val="547EBF"/>
          </p15:clr>
        </p15:guide>
        <p15:guide id="14" pos="3155">
          <p15:clr>
            <a:srgbClr val="547EBF"/>
          </p15:clr>
        </p15:guide>
        <p15:guide id="15" pos="413">
          <p15:clr>
            <a:srgbClr val="547EBF"/>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Square Photo 1">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8" y="2487168"/>
            <a:ext cx="4352925" cy="1097280"/>
          </a:xfrm>
          <a:noFill/>
        </p:spPr>
        <p:txBody>
          <a:bodyPr bIns="45720" anchor="b">
            <a:noAutofit/>
          </a:bodyPr>
          <a:lstStyle>
            <a:lvl1pPr algn="l">
              <a:defRPr sz="3600">
                <a:solidFill>
                  <a:srgbClr val="000000"/>
                </a:solidFill>
              </a:defRPr>
            </a:lvl1pPr>
          </a:lstStyle>
          <a:p>
            <a:r>
              <a:rPr lang="en-US" noProof="0"/>
              <a:t>Click to edit Master title style</a:t>
            </a:r>
            <a:endParaRPr lang="en-US" noProof="0" dirty="0"/>
          </a:p>
        </p:txBody>
      </p:sp>
      <p:sp>
        <p:nvSpPr>
          <p:cNvPr id="3" name="2 Subtitle">
            <a:extLst>
              <a:ext uri="{FF2B5EF4-FFF2-40B4-BE49-F238E27FC236}">
                <a16:creationId xmlns:a16="http://schemas.microsoft.com/office/drawing/2014/main" id="{24B82284-0B36-4B6A-8B07-D375444A511C}"/>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rgbClr val="000000"/>
                </a:solidFill>
              </a:defRPr>
            </a:lvl1pPr>
            <a:lvl2pPr marL="0" indent="0" algn="l" defTabSz="932688">
              <a:lnSpc>
                <a:spcPct val="100000"/>
              </a:lnSpc>
              <a:spcBef>
                <a:spcPts val="672"/>
              </a:spcBef>
              <a:buFontTx/>
              <a:buNone/>
              <a:defRPr sz="2200" baseline="0">
                <a:solidFill>
                  <a:schemeClr val="bg1"/>
                </a:solidFill>
              </a:defRPr>
            </a:lvl2pPr>
            <a:lvl3pPr marL="0" indent="0" algn="l" defTabSz="932688">
              <a:lnSpc>
                <a:spcPct val="100000"/>
              </a:lnSpc>
              <a:spcBef>
                <a:spcPts val="672"/>
              </a:spcBef>
              <a:buFontTx/>
              <a:buNone/>
              <a:defRPr sz="2200" baseline="0">
                <a:solidFill>
                  <a:schemeClr val="bg1"/>
                </a:solidFill>
              </a:defRPr>
            </a:lvl3pPr>
            <a:lvl4pPr marL="0" indent="0" algn="l" defTabSz="932688">
              <a:lnSpc>
                <a:spcPct val="100000"/>
              </a:lnSpc>
              <a:spcBef>
                <a:spcPts val="672"/>
              </a:spcBef>
              <a:buFontTx/>
              <a:buNone/>
              <a:defRPr sz="2200" baseline="0">
                <a:solidFill>
                  <a:schemeClr val="bg1"/>
                </a:solidFill>
              </a:defRPr>
            </a:lvl4pPr>
            <a:lvl5pPr marL="0" indent="0" algn="l">
              <a:lnSpc>
                <a:spcPct val="110000"/>
              </a:lnSpc>
              <a:buNone/>
              <a:defRPr sz="2200" baseline="0">
                <a:solidFill>
                  <a:schemeClr val="bg1"/>
                </a:solidFill>
              </a:defRPr>
            </a:lvl5pPr>
            <a:lvl6pPr marL="0" indent="0" algn="l" defTabSz="932688">
              <a:lnSpc>
                <a:spcPct val="100000"/>
              </a:lnSpc>
              <a:spcBef>
                <a:spcPts val="672"/>
              </a:spcBef>
              <a:buFontTx/>
              <a:buNone/>
              <a:defRPr sz="2200" baseline="0">
                <a:solidFill>
                  <a:schemeClr val="bg1"/>
                </a:solidFill>
              </a:defRPr>
            </a:lvl6pPr>
            <a:lvl7pPr marL="0" indent="0" algn="l" defTabSz="932688">
              <a:lnSpc>
                <a:spcPct val="100000"/>
              </a:lnSpc>
              <a:spcBef>
                <a:spcPts val="672"/>
              </a:spcBef>
              <a:buFontTx/>
              <a:buNone/>
              <a:defRPr sz="2200" baseline="0">
                <a:solidFill>
                  <a:schemeClr val="bg1"/>
                </a:solidFill>
              </a:defRPr>
            </a:lvl7pPr>
            <a:lvl8pPr marL="0" indent="0" algn="l" defTabSz="932688">
              <a:lnSpc>
                <a:spcPct val="100000"/>
              </a:lnSpc>
              <a:spcBef>
                <a:spcPts val="672"/>
              </a:spcBef>
              <a:buFontTx/>
              <a:buNone/>
              <a:defRPr sz="2200" baseline="0">
                <a:solidFill>
                  <a:schemeClr val="bg1"/>
                </a:solidFill>
              </a:defRPr>
            </a:lvl8pPr>
            <a:lvl9pPr marL="0" indent="0" algn="l" defTabSz="932688">
              <a:lnSpc>
                <a:spcPct val="100000"/>
              </a:lnSpc>
              <a:spcBef>
                <a:spcPts val="672"/>
              </a:spcBef>
              <a:buFontTx/>
              <a:buNone/>
              <a:defRPr sz="2200" baseline="0">
                <a:solidFill>
                  <a:schemeClr val="bg1"/>
                </a:solidFill>
              </a:defRPr>
            </a:lvl9pPr>
          </a:lstStyle>
          <a:p>
            <a:r>
              <a:rPr lang="en-US" noProof="0"/>
              <a:t>Click to edit Master subtitle style</a:t>
            </a:r>
            <a:endParaRPr lang="en-US" noProof="0" dirty="0"/>
          </a:p>
        </p:txBody>
      </p:sp>
      <p:sp>
        <p:nvSpPr>
          <p:cNvPr id="12" name="Picture Placeholder 8">
            <a:extLst>
              <a:ext uri="{FF2B5EF4-FFF2-40B4-BE49-F238E27FC236}">
                <a16:creationId xmlns:a16="http://schemas.microsoft.com/office/drawing/2014/main" id="{B932132E-B617-4844-ABE7-BFFF16E12CCA}"/>
              </a:ext>
            </a:extLst>
          </p:cNvPr>
          <p:cNvSpPr>
            <a:spLocks noGrp="1"/>
          </p:cNvSpPr>
          <p:nvPr>
            <p:ph type="pic" sz="quarter" idx="17" hasCustomPrompt="1"/>
          </p:nvPr>
        </p:nvSpPr>
        <p:spPr>
          <a:xfrm>
            <a:off x="5333682" y="3524"/>
            <a:ext cx="6858000" cy="6858000"/>
          </a:xfrm>
          <a:solidFill>
            <a:schemeClr val="bg1"/>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pic>
        <p:nvPicPr>
          <p:cNvPr id="8" name="Picture 7">
            <a:extLst>
              <a:ext uri="{FF2B5EF4-FFF2-40B4-BE49-F238E27FC236}">
                <a16:creationId xmlns:a16="http://schemas.microsoft.com/office/drawing/2014/main" id="{7E765150-9B8A-4E90-9E2E-0FE3601E617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2466669533"/>
      </p:ext>
    </p:extLst>
  </p:cSld>
  <p:clrMapOvr>
    <a:masterClrMapping/>
  </p:clrMapOvr>
  <p:extLst>
    <p:ext uri="{DCECCB84-F9BA-43D5-87BE-67443E8EF086}">
      <p15:sldGuideLst xmlns:p15="http://schemas.microsoft.com/office/powerpoint/2012/main">
        <p15:guide id="8" orient="horz" pos="2160">
          <p15:clr>
            <a:srgbClr val="FFFFFF"/>
          </p15:clr>
        </p15:guide>
        <p15:guide id="9" pos="413">
          <p15:clr>
            <a:srgbClr val="FFFFFF"/>
          </p15:clr>
        </p15:guide>
        <p15:guide id="10" pos="3155">
          <p15:clr>
            <a:srgbClr val="FFFFFF"/>
          </p15:clr>
        </p15:guide>
        <p15:guide id="11" orient="horz" pos="1572">
          <p15:clr>
            <a:srgbClr val="FFFFFF"/>
          </p15:clr>
        </p15:guide>
        <p15:guide id="12" orient="horz" pos="2258">
          <p15:clr>
            <a:srgbClr val="FFFFFF"/>
          </p15:clr>
        </p15:guide>
        <p15:guide id="13" orient="horz" pos="2454">
          <p15:clr>
            <a:srgbClr val="FFFFFF"/>
          </p15:clr>
        </p15:guide>
        <p15:guide id="14" orient="horz" pos="2650">
          <p15:clr>
            <a:srgbClr val="FFFFF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Square Photo 2">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7" y="2487168"/>
            <a:ext cx="4352925" cy="1097280"/>
          </a:xfrm>
        </p:spPr>
        <p:txBody>
          <a:bodyPr bIns="45720" anchor="b">
            <a:noAutofit/>
          </a:bodyPr>
          <a:lstStyle>
            <a:lvl1pPr algn="l">
              <a:defRPr sz="3600">
                <a:solidFill>
                  <a:schemeClr val="tx1"/>
                </a:solidFill>
              </a:defRPr>
            </a:lvl1pPr>
          </a:lstStyle>
          <a:p>
            <a:r>
              <a:rPr lang="en-US" noProof="0"/>
              <a:t>Click to edit Master title style</a:t>
            </a:r>
            <a:endParaRPr lang="en-US" noProof="0" dirty="0"/>
          </a:p>
        </p:txBody>
      </p:sp>
      <p:sp>
        <p:nvSpPr>
          <p:cNvPr id="10" name="2 Subtitle">
            <a:extLst>
              <a:ext uri="{FF2B5EF4-FFF2-40B4-BE49-F238E27FC236}">
                <a16:creationId xmlns:a16="http://schemas.microsoft.com/office/drawing/2014/main" id="{D55E7899-E90B-4B88-95E2-00E3DAC8A7A7}"/>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pic>
        <p:nvPicPr>
          <p:cNvPr id="9" name="Picture 8" descr="Microsoft Logo">
            <a:extLst>
              <a:ext uri="{FF2B5EF4-FFF2-40B4-BE49-F238E27FC236}">
                <a16:creationId xmlns:a16="http://schemas.microsoft.com/office/drawing/2014/main" id="{7B2B8873-2FD0-4CA6-96D3-EB6C967911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
        <p:nvSpPr>
          <p:cNvPr id="13" name="Picture Placeholder 8">
            <a:extLst>
              <a:ext uri="{FF2B5EF4-FFF2-40B4-BE49-F238E27FC236}">
                <a16:creationId xmlns:a16="http://schemas.microsoft.com/office/drawing/2014/main" id="{182FB499-89AE-4177-A821-127E0BD7F722}"/>
              </a:ext>
              <a:ext uri="{C183D7F6-B498-43B3-948B-1728B52AA6E4}">
                <adec:decorative xmlns:adec="http://schemas.microsoft.com/office/drawing/2017/decorative" val="1"/>
              </a:ext>
            </a:extLst>
          </p:cNvPr>
          <p:cNvSpPr>
            <a:spLocks noGrp="1"/>
          </p:cNvSpPr>
          <p:nvPr>
            <p:ph type="pic" sz="quarter" idx="17" hasCustomPrompt="1"/>
          </p:nvPr>
        </p:nvSpPr>
        <p:spPr>
          <a:xfrm>
            <a:off x="5333682" y="0"/>
            <a:ext cx="6858000" cy="6861524"/>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114025335"/>
      </p:ext>
    </p:extLst>
  </p:cSld>
  <p:clrMapOvr>
    <a:masterClrMapping/>
  </p:clrMapOvr>
  <p:extLst>
    <p:ext uri="{DCECCB84-F9BA-43D5-87BE-67443E8EF086}">
      <p15:sldGuideLst xmlns:p15="http://schemas.microsoft.com/office/powerpoint/2012/main">
        <p15:guide id="9" orient="horz" pos="2160">
          <p15:clr>
            <a:srgbClr val="547EBF"/>
          </p15:clr>
        </p15:guide>
        <p15:guide id="10" orient="horz" pos="1572">
          <p15:clr>
            <a:srgbClr val="547EBF"/>
          </p15:clr>
        </p15:guide>
        <p15:guide id="11" orient="horz" pos="2258">
          <p15:clr>
            <a:srgbClr val="547EBF"/>
          </p15:clr>
        </p15:guide>
        <p15:guide id="12" orient="horz" pos="2454">
          <p15:clr>
            <a:srgbClr val="547EBF"/>
          </p15:clr>
        </p15:guide>
        <p15:guide id="13" orient="horz" pos="2650">
          <p15:clr>
            <a:srgbClr val="547EBF"/>
          </p15:clr>
        </p15:guide>
        <p15:guide id="14" pos="3155">
          <p15:clr>
            <a:srgbClr val="547EBF"/>
          </p15:clr>
        </p15:guide>
        <p15:guide id="15" pos="413">
          <p15:clr>
            <a:srgbClr val="547EBF"/>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rgbClr val="000000"/>
                </a:solidFill>
              </a:defRPr>
            </a:lvl1pPr>
          </a:lstStyle>
          <a:p>
            <a:pPr lvl="0"/>
            <a:r>
              <a:rPr lang="en-US" noProof="0"/>
              <a:t>Click to edit Master title style</a:t>
            </a:r>
            <a:endParaRPr lang="en-US" noProof="0" dirty="0"/>
          </a:p>
        </p:txBody>
      </p:sp>
      <p:sp>
        <p:nvSpPr>
          <p:cNvPr id="8" name="2 Subtitle">
            <a:extLst>
              <a:ext uri="{FF2B5EF4-FFF2-40B4-BE49-F238E27FC236}">
                <a16:creationId xmlns:a16="http://schemas.microsoft.com/office/drawing/2014/main" id="{16A44250-24E5-40C9-A0C6-F8F7E55B832B}"/>
              </a:ext>
            </a:extLst>
          </p:cNvPr>
          <p:cNvSpPr>
            <a:spLocks noGrp="1"/>
          </p:cNvSpPr>
          <p:nvPr>
            <p:ph type="subTitle" idx="1"/>
          </p:nvPr>
        </p:nvSpPr>
        <p:spPr>
          <a:xfrm>
            <a:off x="655638" y="3895090"/>
            <a:ext cx="9015730" cy="311150"/>
          </a:xfrm>
          <a:prstGeom prst="rect">
            <a:avLst/>
          </a:prstGeom>
        </p:spPr>
        <p:txBody>
          <a:bodyPr/>
          <a:lstStyle>
            <a:lvl1pPr marL="0" indent="0" algn="l" defTabSz="932688">
              <a:lnSpc>
                <a:spcPct val="100000"/>
              </a:lnSpc>
              <a:spcBef>
                <a:spcPts val="672"/>
              </a:spcBef>
              <a:buFontTx/>
              <a:buNone/>
              <a:defRPr sz="2200" baseline="0">
                <a:solidFill>
                  <a:srgbClr val="000000"/>
                </a:solidFill>
              </a:defRPr>
            </a:lvl1pPr>
            <a:lvl2pPr marL="0" indent="0" algn="l" defTabSz="932688">
              <a:lnSpc>
                <a:spcPct val="100000"/>
              </a:lnSpc>
              <a:spcBef>
                <a:spcPts val="672"/>
              </a:spcBef>
              <a:buFontTx/>
              <a:buNone/>
              <a:defRPr sz="2200" baseline="0">
                <a:solidFill>
                  <a:schemeClr val="bg1"/>
                </a:solidFill>
              </a:defRPr>
            </a:lvl2pPr>
            <a:lvl3pPr marL="0" indent="0" algn="l" defTabSz="932688">
              <a:lnSpc>
                <a:spcPct val="100000"/>
              </a:lnSpc>
              <a:spcBef>
                <a:spcPts val="672"/>
              </a:spcBef>
              <a:buFontTx/>
              <a:buNone/>
              <a:defRPr sz="2200" baseline="0">
                <a:solidFill>
                  <a:schemeClr val="bg1"/>
                </a:solidFill>
              </a:defRPr>
            </a:lvl3pPr>
            <a:lvl4pPr marL="0" indent="0" algn="l" defTabSz="932688">
              <a:lnSpc>
                <a:spcPct val="100000"/>
              </a:lnSpc>
              <a:spcBef>
                <a:spcPts val="672"/>
              </a:spcBef>
              <a:buFontTx/>
              <a:buNone/>
              <a:defRPr sz="2200" baseline="0">
                <a:solidFill>
                  <a:schemeClr val="bg1"/>
                </a:solidFill>
              </a:defRPr>
            </a:lvl4pPr>
            <a:lvl5pPr marL="0" indent="0" algn="l">
              <a:lnSpc>
                <a:spcPct val="110000"/>
              </a:lnSpc>
              <a:buNone/>
              <a:defRPr sz="2200" baseline="0">
                <a:solidFill>
                  <a:schemeClr val="bg1"/>
                </a:solidFill>
              </a:defRPr>
            </a:lvl5pPr>
            <a:lvl6pPr marL="0" indent="0" algn="l" defTabSz="932688">
              <a:lnSpc>
                <a:spcPct val="100000"/>
              </a:lnSpc>
              <a:spcBef>
                <a:spcPts val="672"/>
              </a:spcBef>
              <a:buFontTx/>
              <a:buNone/>
              <a:defRPr sz="2200" baseline="0">
                <a:solidFill>
                  <a:schemeClr val="bg1"/>
                </a:solidFill>
              </a:defRPr>
            </a:lvl6pPr>
            <a:lvl7pPr marL="0" indent="0" algn="l" defTabSz="932688">
              <a:lnSpc>
                <a:spcPct val="100000"/>
              </a:lnSpc>
              <a:spcBef>
                <a:spcPts val="672"/>
              </a:spcBef>
              <a:buFontTx/>
              <a:buNone/>
              <a:defRPr sz="2200" baseline="0">
                <a:solidFill>
                  <a:schemeClr val="bg1"/>
                </a:solidFill>
              </a:defRPr>
            </a:lvl7pPr>
            <a:lvl8pPr marL="0" indent="0" algn="l" defTabSz="932688">
              <a:lnSpc>
                <a:spcPct val="100000"/>
              </a:lnSpc>
              <a:spcBef>
                <a:spcPts val="672"/>
              </a:spcBef>
              <a:buFontTx/>
              <a:buNone/>
              <a:defRPr sz="2200" baseline="0">
                <a:solidFill>
                  <a:schemeClr val="bg1"/>
                </a:solidFill>
              </a:defRPr>
            </a:lvl8pPr>
            <a:lvl9pPr marL="0" indent="0" algn="l" defTabSz="932688">
              <a:lnSpc>
                <a:spcPct val="100000"/>
              </a:lnSpc>
              <a:spcBef>
                <a:spcPts val="672"/>
              </a:spcBef>
              <a:buFontTx/>
              <a:buNone/>
              <a:defRPr sz="2200" baseline="0">
                <a:solidFill>
                  <a:schemeClr val="bg1"/>
                </a:solidFill>
              </a:defRPr>
            </a:lvl9pPr>
          </a:lstStyle>
          <a:p>
            <a:r>
              <a:rPr lang="en-US" noProof="0"/>
              <a:t>Click to edit Master subtitle style</a:t>
            </a:r>
          </a:p>
        </p:txBody>
      </p:sp>
      <p:pic>
        <p:nvPicPr>
          <p:cNvPr id="9" name="Picture 8">
            <a:extLst>
              <a:ext uri="{FF2B5EF4-FFF2-40B4-BE49-F238E27FC236}">
                <a16:creationId xmlns:a16="http://schemas.microsoft.com/office/drawing/2014/main" id="{13DA2EB4-5DF2-403D-BFDD-4C2B21B71DB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1629168310"/>
      </p:ext>
    </p:extLst>
  </p:cSld>
  <p:clrMapOvr>
    <a:masterClrMapping/>
  </p:clrMapOvr>
  <p:extLst>
    <p:ext uri="{DCECCB84-F9BA-43D5-87BE-67443E8EF086}">
      <p15:sldGuideLst xmlns:p15="http://schemas.microsoft.com/office/powerpoint/2012/main">
        <p15:guide id="1" pos="413">
          <p15:clr>
            <a:srgbClr val="FFFFFF"/>
          </p15:clr>
        </p15:guide>
        <p15:guide id="2" pos="6092">
          <p15:clr>
            <a:srgbClr val="FFFFFF"/>
          </p15:clr>
        </p15:guide>
        <p15:guide id="3" orient="horz" pos="2160">
          <p15:clr>
            <a:srgbClr val="FFFFFF"/>
          </p15:clr>
        </p15:guide>
        <p15:guide id="4" orient="horz" pos="1866">
          <p15:clr>
            <a:srgbClr val="FFFFFF"/>
          </p15:clr>
        </p15:guide>
        <p15:guide id="5" orient="horz" pos="2258">
          <p15:clr>
            <a:srgbClr val="FFFFFF"/>
          </p15:clr>
        </p15:guide>
        <p15:guide id="6" orient="horz" pos="2454">
          <p15:clr>
            <a:srgbClr val="FFFFFF"/>
          </p15:clr>
        </p15:guide>
        <p15:guide id="7" orient="horz" pos="2650">
          <p15:clr>
            <a:srgbClr val="FFFFFF"/>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lide 2">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lvl1pPr>
          </a:lstStyle>
          <a:p>
            <a:pPr lvl="0"/>
            <a:r>
              <a:rPr lang="en-US" noProof="0"/>
              <a:t>Click to edit Master title style</a:t>
            </a:r>
            <a:endParaRPr lang="en-US" noProof="0" dirty="0"/>
          </a:p>
        </p:txBody>
      </p:sp>
      <p:sp>
        <p:nvSpPr>
          <p:cNvPr id="10" name="2 Subtitle">
            <a:extLst>
              <a:ext uri="{FF2B5EF4-FFF2-40B4-BE49-F238E27FC236}">
                <a16:creationId xmlns:a16="http://schemas.microsoft.com/office/drawing/2014/main" id="{EBA27D59-8026-4A20-9B79-094DBDACB810}"/>
              </a:ext>
            </a:extLst>
          </p:cNvPr>
          <p:cNvSpPr>
            <a:spLocks noGrp="1"/>
          </p:cNvSpPr>
          <p:nvPr>
            <p:ph type="subTitle" idx="1"/>
          </p:nvPr>
        </p:nvSpPr>
        <p:spPr>
          <a:xfrm>
            <a:off x="655638" y="3895090"/>
            <a:ext cx="9015730"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pic>
        <p:nvPicPr>
          <p:cNvPr id="9" name="Picture 8" descr="Microsoft Logo">
            <a:extLst>
              <a:ext uri="{FF2B5EF4-FFF2-40B4-BE49-F238E27FC236}">
                <a16:creationId xmlns:a16="http://schemas.microsoft.com/office/drawing/2014/main" id="{9B4ADFB7-6E01-4D7D-8D44-0FC68CECDD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Tree>
    <p:extLst>
      <p:ext uri="{BB962C8B-B14F-4D97-AF65-F5344CB8AC3E}">
        <p14:creationId xmlns:p14="http://schemas.microsoft.com/office/powerpoint/2010/main" val="1016949032"/>
      </p:ext>
    </p:extLst>
  </p:cSld>
  <p:clrMapOvr>
    <a:masterClrMapping/>
  </p:clrMapOvr>
  <p:extLst>
    <p:ext uri="{DCECCB84-F9BA-43D5-87BE-67443E8EF086}">
      <p15:sldGuideLst xmlns:p15="http://schemas.microsoft.com/office/powerpoint/2012/main">
        <p15:guide id="9" orient="horz" pos="2160">
          <p15:clr>
            <a:srgbClr val="A4A3A4"/>
          </p15:clr>
        </p15:guide>
        <p15:guide id="10" orient="horz" pos="2258">
          <p15:clr>
            <a:srgbClr val="547EBF"/>
          </p15:clr>
        </p15:guide>
        <p15:guide id="11" orient="horz" pos="1866">
          <p15:clr>
            <a:srgbClr val="547EBF"/>
          </p15:clr>
        </p15:guide>
        <p15:guide id="12" orient="horz" pos="2650">
          <p15:clr>
            <a:srgbClr val="547EBF"/>
          </p15:clr>
        </p15:guide>
        <p15:guide id="13" orient="horz" pos="2454">
          <p15:clr>
            <a:srgbClr val="547EBF"/>
          </p15:clr>
        </p15:guide>
        <p15:guide id="14" pos="413">
          <p15:clr>
            <a:srgbClr val="547EBF"/>
          </p15:clr>
        </p15:guide>
        <p15:guide id="15" pos="6092">
          <p15:clr>
            <a:srgbClr val="547EBF"/>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a:defRPr sz="2400"/>
            </a:lvl1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545330964"/>
      </p:ext>
    </p:extLst>
  </p:cSld>
  <p:clrMapOvr>
    <a:masterClrMapping/>
  </p:clrMapOvr>
  <p:extLst>
    <p:ext uri="{DCECCB84-F9BA-43D5-87BE-67443E8EF086}">
      <p15:sldGuideLst xmlns:p15="http://schemas.microsoft.com/office/powerpoint/2012/main">
        <p15:guide id="1" orient="horz" pos="880">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 Subtitle and Conten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8" name="2 Subtitle">
            <a:extLst>
              <a:ext uri="{FF2B5EF4-FFF2-40B4-BE49-F238E27FC236}">
                <a16:creationId xmlns:a16="http://schemas.microsoft.com/office/drawing/2014/main" id="{C7C3AFAE-72AD-4B70-BB9C-37420C66D45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a:defRPr sz="2400"/>
            </a:lvl1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441804096"/>
      </p:ext>
    </p:extLst>
  </p:cSld>
  <p:clrMapOvr>
    <a:masterClrMapping/>
  </p:clrMapOvr>
  <p:extLst>
    <p:ext uri="{DCECCB84-F9BA-43D5-87BE-67443E8EF086}">
      <p15:sldGuideLst xmlns:p15="http://schemas.microsoft.com/office/powerpoint/2012/main">
        <p15:guide id="1" orient="horz" pos="880">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6462616"/>
      </p:ext>
    </p:extLst>
  </p:cSld>
  <p:clrMapOvr>
    <a:masterClrMapping/>
  </p:clrMapOvr>
  <p:extLst>
    <p:ext uri="{DCECCB84-F9BA-43D5-87BE-67443E8EF086}">
      <p15:sldGuideLst xmlns:p15="http://schemas.microsoft.com/office/powerpoint/2012/main">
        <p15:guide id="1" orient="horz" pos="887">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 Subtitle &amp; Non-bulleted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8" name="2 Subtitle">
            <a:extLst>
              <a:ext uri="{FF2B5EF4-FFF2-40B4-BE49-F238E27FC236}">
                <a16:creationId xmlns:a16="http://schemas.microsoft.com/office/drawing/2014/main" id="{C7C3AFAE-72AD-4B70-BB9C-37420C66D45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132896737"/>
      </p:ext>
    </p:extLst>
  </p:cSld>
  <p:clrMapOvr>
    <a:masterClrMapping/>
  </p:clrMapOvr>
  <p:extLst>
    <p:ext uri="{DCECCB84-F9BA-43D5-87BE-67443E8EF086}">
      <p15:sldGuideLst xmlns:p15="http://schemas.microsoft.com/office/powerpoint/2012/main">
        <p15:guide id="1" orient="horz" pos="887">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D75157F-D103-4B72-869F-2D01AFADEC9B}"/>
              </a:ext>
            </a:extLst>
          </p:cNvPr>
          <p:cNvSpPr>
            <a:spLocks noGrp="1"/>
          </p:cNvSpPr>
          <p:nvPr>
            <p:ph type="title"/>
          </p:nvPr>
        </p:nvSpPr>
        <p:spPr/>
        <p:txBody>
          <a:bodyPr/>
          <a:lstStyle/>
          <a:p>
            <a:r>
              <a:rPr lang="en-US" noProof="0"/>
              <a:t>Click to edit Master title style</a:t>
            </a:r>
          </a:p>
        </p:txBody>
      </p:sp>
      <p:sp>
        <p:nvSpPr>
          <p:cNvPr id="8" name="3 Content Placeholder left">
            <a:extLst>
              <a:ext uri="{FF2B5EF4-FFF2-40B4-BE49-F238E27FC236}">
                <a16:creationId xmlns:a16="http://schemas.microsoft.com/office/drawing/2014/main" id="{DA942A9C-8106-42F7-9928-B8F912CDD29D}"/>
              </a:ext>
            </a:extLst>
          </p:cNvPr>
          <p:cNvSpPr>
            <a:spLocks noGrp="1"/>
          </p:cNvSpPr>
          <p:nvPr>
            <p:ph sz="quarter" idx="13"/>
          </p:nvPr>
        </p:nvSpPr>
        <p:spPr>
          <a:xfrm>
            <a:off x="655638" y="1408113"/>
            <a:ext cx="5284787"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4 Content Placeholder right">
            <a:extLst>
              <a:ext uri="{FF2B5EF4-FFF2-40B4-BE49-F238E27FC236}">
                <a16:creationId xmlns:a16="http://schemas.microsoft.com/office/drawing/2014/main" id="{9405EA7B-7E1D-4443-AC76-BECBECB0EC78}"/>
              </a:ext>
            </a:extLst>
          </p:cNvPr>
          <p:cNvSpPr>
            <a:spLocks noGrp="1"/>
          </p:cNvSpPr>
          <p:nvPr>
            <p:ph sz="quarter" idx="14"/>
          </p:nvPr>
        </p:nvSpPr>
        <p:spPr>
          <a:xfrm>
            <a:off x="6251576" y="1408113"/>
            <a:ext cx="528478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8812709"/>
      </p:ext>
    </p:extLst>
  </p:cSld>
  <p:clrMapOvr>
    <a:masterClrMapping/>
  </p:clrMapOvr>
  <p:extLst>
    <p:ext uri="{DCECCB84-F9BA-43D5-87BE-67443E8EF086}">
      <p15:sldGuideLst xmlns:p15="http://schemas.microsoft.com/office/powerpoint/2012/main">
        <p15:guide id="10" pos="413">
          <p15:clr>
            <a:srgbClr val="547EBF"/>
          </p15:clr>
        </p15:guide>
        <p15:guide id="11" orient="horz" pos="789">
          <p15:clr>
            <a:srgbClr val="547EBF"/>
          </p15:clr>
        </p15:guide>
        <p15:guide id="12" orient="horz" pos="887">
          <p15:clr>
            <a:srgbClr val="547EBF"/>
          </p15:clr>
        </p15:guide>
        <p15:guide id="13" pos="3742">
          <p15:clr>
            <a:srgbClr val="547EBF"/>
          </p15:clr>
        </p15:guide>
        <p15:guide id="14" pos="3938">
          <p15:clr>
            <a:srgbClr val="547EBF"/>
          </p15:clr>
        </p15:guide>
        <p15:guide id="15" pos="7267">
          <p15:clr>
            <a:srgbClr val="547EBF"/>
          </p15:clr>
        </p15:guide>
        <p15:guide id="16" orient="horz" pos="495">
          <p15:clr>
            <a:srgbClr val="547EBF"/>
          </p15:clr>
        </p15:guide>
        <p15:guide id="17" orient="horz" pos="202">
          <p15:clr>
            <a:srgbClr val="547EBF"/>
          </p15:clr>
        </p15:guide>
        <p15:guide id="18" orient="horz" pos="3923">
          <p15:clr>
            <a:srgbClr val="547EBF"/>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lumn Bullet text with sub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D75157F-D103-4B72-869F-2D01AFADEC9B}"/>
              </a:ext>
            </a:extLst>
          </p:cNvPr>
          <p:cNvSpPr>
            <a:spLocks noGrp="1"/>
          </p:cNvSpPr>
          <p:nvPr>
            <p:ph type="title"/>
          </p:nvPr>
        </p:nvSpPr>
        <p:spPr/>
        <p:txBody>
          <a:bodyPr/>
          <a:lstStyle/>
          <a:p>
            <a:r>
              <a:rPr lang="en-US" noProof="0"/>
              <a:t>Click to edit Master title style</a:t>
            </a:r>
          </a:p>
        </p:txBody>
      </p:sp>
      <p:sp>
        <p:nvSpPr>
          <p:cNvPr id="12" name="2 Subtitle">
            <a:extLst>
              <a:ext uri="{FF2B5EF4-FFF2-40B4-BE49-F238E27FC236}">
                <a16:creationId xmlns:a16="http://schemas.microsoft.com/office/drawing/2014/main" id="{A80DD196-90AE-4754-8926-D676551AB9C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8" name="3 Content Placeholder left">
            <a:extLst>
              <a:ext uri="{FF2B5EF4-FFF2-40B4-BE49-F238E27FC236}">
                <a16:creationId xmlns:a16="http://schemas.microsoft.com/office/drawing/2014/main" id="{DA942A9C-8106-42F7-9928-B8F912CDD29D}"/>
              </a:ext>
            </a:extLst>
          </p:cNvPr>
          <p:cNvSpPr>
            <a:spLocks noGrp="1"/>
          </p:cNvSpPr>
          <p:nvPr>
            <p:ph sz="quarter" idx="13"/>
          </p:nvPr>
        </p:nvSpPr>
        <p:spPr>
          <a:xfrm>
            <a:off x="655638" y="1408113"/>
            <a:ext cx="5284787"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4 Content Placeholder right">
            <a:extLst>
              <a:ext uri="{FF2B5EF4-FFF2-40B4-BE49-F238E27FC236}">
                <a16:creationId xmlns:a16="http://schemas.microsoft.com/office/drawing/2014/main" id="{9405EA7B-7E1D-4443-AC76-BECBECB0EC78}"/>
              </a:ext>
            </a:extLst>
          </p:cNvPr>
          <p:cNvSpPr>
            <a:spLocks noGrp="1"/>
          </p:cNvSpPr>
          <p:nvPr>
            <p:ph sz="quarter" idx="14"/>
          </p:nvPr>
        </p:nvSpPr>
        <p:spPr>
          <a:xfrm>
            <a:off x="6251576" y="1408113"/>
            <a:ext cx="528478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54434362"/>
      </p:ext>
    </p:extLst>
  </p:cSld>
  <p:clrMapOvr>
    <a:masterClrMapping/>
  </p:clrMapOvr>
  <p:extLst>
    <p:ext uri="{DCECCB84-F9BA-43D5-87BE-67443E8EF086}">
      <p15:sldGuideLst xmlns:p15="http://schemas.microsoft.com/office/powerpoint/2012/main">
        <p15:guide id="10" pos="413">
          <p15:clr>
            <a:srgbClr val="547EBF"/>
          </p15:clr>
        </p15:guide>
        <p15:guide id="11" orient="horz" pos="789">
          <p15:clr>
            <a:srgbClr val="547EBF"/>
          </p15:clr>
        </p15:guide>
        <p15:guide id="12" orient="horz" pos="887">
          <p15:clr>
            <a:srgbClr val="547EBF"/>
          </p15:clr>
        </p15:guide>
        <p15:guide id="13" pos="3742">
          <p15:clr>
            <a:srgbClr val="547EBF"/>
          </p15:clr>
        </p15:guide>
        <p15:guide id="14" pos="3938">
          <p15:clr>
            <a:srgbClr val="547EBF"/>
          </p15:clr>
        </p15:guide>
        <p15:guide id="15" pos="7267">
          <p15:clr>
            <a:srgbClr val="547EBF"/>
          </p15:clr>
        </p15:guide>
        <p15:guide id="16" orient="horz" pos="495">
          <p15:clr>
            <a:srgbClr val="547EBF"/>
          </p15:clr>
        </p15:guide>
        <p15:guide id="17" orient="horz" pos="202">
          <p15:clr>
            <a:srgbClr val="547EBF"/>
          </p15:clr>
        </p15:guide>
        <p15:guide id="18" orient="horz" pos="3923">
          <p15:clr>
            <a:srgbClr val="547EBF"/>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D427F378-647E-40F7-B8E4-09A5941F1007}"/>
              </a:ext>
            </a:extLst>
          </p:cNvPr>
          <p:cNvSpPr>
            <a:spLocks noGrp="1"/>
          </p:cNvSpPr>
          <p:nvPr>
            <p:ph type="title"/>
          </p:nvPr>
        </p:nvSpPr>
        <p:spPr/>
        <p:txBody>
          <a:bodyPr/>
          <a:lstStyle/>
          <a:p>
            <a:r>
              <a:rPr lang="en-US" noProof="0"/>
              <a:t>Click to edit Master title style</a:t>
            </a:r>
            <a:endParaRPr lang="en-US" noProof="0" dirty="0"/>
          </a:p>
        </p:txBody>
      </p:sp>
    </p:spTree>
    <p:extLst>
      <p:ext uri="{BB962C8B-B14F-4D97-AF65-F5344CB8AC3E}">
        <p14:creationId xmlns:p14="http://schemas.microsoft.com/office/powerpoint/2010/main" val="955072316"/>
      </p:ext>
    </p:extLst>
  </p:cSld>
  <p:clrMapOvr>
    <a:masterClrMapping/>
  </p:clrMapOvr>
  <p:extLst>
    <p:ext uri="{DCECCB84-F9BA-43D5-87BE-67443E8EF086}">
      <p15:sldGuideLst xmlns:p15="http://schemas.microsoft.com/office/powerpoint/2012/main">
        <p15:guide id="30" pos="3742">
          <p15:clr>
            <a:srgbClr val="547EBF"/>
          </p15:clr>
        </p15:guide>
        <p15:guide id="31" orient="horz" pos="887">
          <p15:clr>
            <a:srgbClr val="547EBF"/>
          </p15:clr>
        </p15:guide>
        <p15:guide id="32" pos="3938">
          <p15:clr>
            <a:srgbClr val="547EBF"/>
          </p15:clr>
        </p15:guide>
        <p15:guide id="33" pos="3350">
          <p15:clr>
            <a:srgbClr val="A4A3A4"/>
          </p15:clr>
        </p15:guide>
        <p15:guide id="34" pos="3155">
          <p15:clr>
            <a:srgbClr val="A4A3A4"/>
          </p15:clr>
        </p15:guide>
        <p15:guide id="35" pos="2763">
          <p15:clr>
            <a:srgbClr val="A4A3A4"/>
          </p15:clr>
        </p15:guide>
        <p15:guide id="36" pos="2567">
          <p15:clr>
            <a:srgbClr val="A4A3A4"/>
          </p15:clr>
        </p15:guide>
        <p15:guide id="37" pos="2175">
          <p15:clr>
            <a:srgbClr val="A4A3A4"/>
          </p15:clr>
        </p15:guide>
        <p15:guide id="38" pos="1980">
          <p15:clr>
            <a:srgbClr val="A4A3A4"/>
          </p15:clr>
        </p15:guide>
        <p15:guide id="39" pos="1588">
          <p15:clr>
            <a:srgbClr val="A4A3A4"/>
          </p15:clr>
        </p15:guide>
        <p15:guide id="40" pos="1392">
          <p15:clr>
            <a:srgbClr val="A4A3A4"/>
          </p15:clr>
        </p15:guide>
        <p15:guide id="41" pos="1000">
          <p15:clr>
            <a:srgbClr val="A4A3A4"/>
          </p15:clr>
        </p15:guide>
        <p15:guide id="42" pos="804">
          <p15:clr>
            <a:srgbClr val="A4A3A4"/>
          </p15:clr>
        </p15:guide>
        <p15:guide id="43" pos="413">
          <p15:clr>
            <a:srgbClr val="547EBF"/>
          </p15:clr>
        </p15:guide>
        <p15:guide id="44" pos="4330">
          <p15:clr>
            <a:srgbClr val="A4A3A4"/>
          </p15:clr>
        </p15:guide>
        <p15:guide id="45" pos="4525">
          <p15:clr>
            <a:srgbClr val="A4A3A4"/>
          </p15:clr>
        </p15:guide>
        <p15:guide id="46" pos="5505">
          <p15:clr>
            <a:srgbClr val="A4A3A4"/>
          </p15:clr>
        </p15:guide>
        <p15:guide id="47" pos="5113">
          <p15:clr>
            <a:srgbClr val="A4A3A4"/>
          </p15:clr>
        </p15:guide>
        <p15:guide id="48" pos="4917">
          <p15:clr>
            <a:srgbClr val="A4A3A4"/>
          </p15:clr>
        </p15:guide>
        <p15:guide id="49" pos="5700">
          <p15:clr>
            <a:srgbClr val="A4A3A4"/>
          </p15:clr>
        </p15:guide>
        <p15:guide id="50" pos="6092">
          <p15:clr>
            <a:srgbClr val="A4A3A4"/>
          </p15:clr>
        </p15:guide>
        <p15:guide id="51" pos="6288">
          <p15:clr>
            <a:srgbClr val="A4A3A4"/>
          </p15:clr>
        </p15:guide>
        <p15:guide id="52" pos="6680">
          <p15:clr>
            <a:srgbClr val="A4A3A4"/>
          </p15:clr>
        </p15:guide>
        <p15:guide id="53" pos="6876">
          <p15:clr>
            <a:srgbClr val="A4A3A4"/>
          </p15:clr>
        </p15:guide>
        <p15:guide id="54" pos="7267">
          <p15:clr>
            <a:srgbClr val="547EBF"/>
          </p15:clr>
        </p15:guide>
        <p15:guide id="55" orient="horz" pos="3923">
          <p15:clr>
            <a:srgbClr val="547EBF"/>
          </p15:clr>
        </p15:guide>
        <p15:guide id="56" orient="horz" pos="789">
          <p15:clr>
            <a:srgbClr val="547EBF"/>
          </p15:clr>
        </p15:guide>
        <p15:guide id="57" orient="horz" pos="202">
          <p15:clr>
            <a:srgbClr val="547EBF"/>
          </p15:clr>
        </p15:guide>
        <p15:guide id="58" orient="horz" pos="495">
          <p15:clr>
            <a:srgbClr val="547EBF"/>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with sub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D427F378-647E-40F7-B8E4-09A5941F1007}"/>
              </a:ext>
            </a:extLst>
          </p:cNvPr>
          <p:cNvSpPr>
            <a:spLocks noGrp="1"/>
          </p:cNvSpPr>
          <p:nvPr>
            <p:ph type="title"/>
          </p:nvPr>
        </p:nvSpPr>
        <p:spPr/>
        <p:txBody>
          <a:bodyPr/>
          <a:lstStyle/>
          <a:p>
            <a:r>
              <a:rPr lang="en-US" noProof="0"/>
              <a:t>Click to edit Master title style</a:t>
            </a:r>
            <a:endParaRPr lang="en-US" noProof="0" dirty="0"/>
          </a:p>
        </p:txBody>
      </p:sp>
      <p:sp>
        <p:nvSpPr>
          <p:cNvPr id="6" name="2 Subtitle">
            <a:extLst>
              <a:ext uri="{FF2B5EF4-FFF2-40B4-BE49-F238E27FC236}">
                <a16:creationId xmlns:a16="http://schemas.microsoft.com/office/drawing/2014/main" id="{11FC2D5A-AAFB-433D-8F41-FB1BF5F8682D}"/>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Tree>
    <p:extLst>
      <p:ext uri="{BB962C8B-B14F-4D97-AF65-F5344CB8AC3E}">
        <p14:creationId xmlns:p14="http://schemas.microsoft.com/office/powerpoint/2010/main" val="1602720337"/>
      </p:ext>
    </p:extLst>
  </p:cSld>
  <p:clrMapOvr>
    <a:masterClrMapping/>
  </p:clrMapOvr>
  <p:extLst>
    <p:ext uri="{DCECCB84-F9BA-43D5-87BE-67443E8EF086}">
      <p15:sldGuideLst xmlns:p15="http://schemas.microsoft.com/office/powerpoint/2012/main">
        <p15:guide id="30" pos="413">
          <p15:clr>
            <a:srgbClr val="547EBF"/>
          </p15:clr>
        </p15:guide>
        <p15:guide id="31" orient="horz" pos="887">
          <p15:clr>
            <a:srgbClr val="547EBF"/>
          </p15:clr>
        </p15:guide>
        <p15:guide id="32" orient="horz" pos="789">
          <p15:clr>
            <a:srgbClr val="547EBF"/>
          </p15:clr>
        </p15:guide>
        <p15:guide id="33" orient="horz" pos="495">
          <p15:clr>
            <a:srgbClr val="547EBF"/>
          </p15:clr>
        </p15:guide>
        <p15:guide id="34" orient="horz" pos="202">
          <p15:clr>
            <a:srgbClr val="547EBF"/>
          </p15:clr>
        </p15:guide>
        <p15:guide id="35" orient="horz" pos="3923">
          <p15:clr>
            <a:srgbClr val="547EBF"/>
          </p15:clr>
        </p15:guide>
        <p15:guide id="36" pos="804">
          <p15:clr>
            <a:srgbClr val="A4A3A4"/>
          </p15:clr>
        </p15:guide>
        <p15:guide id="37" pos="1000">
          <p15:clr>
            <a:srgbClr val="A4A3A4"/>
          </p15:clr>
        </p15:guide>
        <p15:guide id="38" pos="1392">
          <p15:clr>
            <a:srgbClr val="A4A3A4"/>
          </p15:clr>
        </p15:guide>
        <p15:guide id="39" pos="1588">
          <p15:clr>
            <a:srgbClr val="A4A3A4"/>
          </p15:clr>
        </p15:guide>
        <p15:guide id="40" pos="1980">
          <p15:clr>
            <a:srgbClr val="A4A3A4"/>
          </p15:clr>
        </p15:guide>
        <p15:guide id="41" pos="2175">
          <p15:clr>
            <a:srgbClr val="A4A3A4"/>
          </p15:clr>
        </p15:guide>
        <p15:guide id="42" pos="2567">
          <p15:clr>
            <a:srgbClr val="A4A3A4"/>
          </p15:clr>
        </p15:guide>
        <p15:guide id="43" pos="2763">
          <p15:clr>
            <a:srgbClr val="A4A3A4"/>
          </p15:clr>
        </p15:guide>
        <p15:guide id="44" pos="3155">
          <p15:clr>
            <a:srgbClr val="A4A3A4"/>
          </p15:clr>
        </p15:guide>
        <p15:guide id="45" pos="3350">
          <p15:clr>
            <a:srgbClr val="A4A3A4"/>
          </p15:clr>
        </p15:guide>
        <p15:guide id="46" pos="3742">
          <p15:clr>
            <a:srgbClr val="547EBF"/>
          </p15:clr>
        </p15:guide>
        <p15:guide id="47" pos="3938">
          <p15:clr>
            <a:srgbClr val="547EBF"/>
          </p15:clr>
        </p15:guide>
        <p15:guide id="48" pos="4330">
          <p15:clr>
            <a:srgbClr val="A4A3A4"/>
          </p15:clr>
        </p15:guide>
        <p15:guide id="49" pos="4525">
          <p15:clr>
            <a:srgbClr val="A4A3A4"/>
          </p15:clr>
        </p15:guide>
        <p15:guide id="50" pos="5113">
          <p15:clr>
            <a:srgbClr val="A4A3A4"/>
          </p15:clr>
        </p15:guide>
        <p15:guide id="51" pos="4917">
          <p15:clr>
            <a:srgbClr val="A4A3A4"/>
          </p15:clr>
        </p15:guide>
        <p15:guide id="52" pos="5505">
          <p15:clr>
            <a:srgbClr val="A4A3A4"/>
          </p15:clr>
        </p15:guide>
        <p15:guide id="53" pos="5700">
          <p15:clr>
            <a:srgbClr val="A4A3A4"/>
          </p15:clr>
        </p15:guide>
        <p15:guide id="54" pos="6092">
          <p15:clr>
            <a:srgbClr val="A4A3A4"/>
          </p15:clr>
        </p15:guide>
        <p15:guide id="55" pos="6288">
          <p15:clr>
            <a:srgbClr val="A4A3A4"/>
          </p15:clr>
        </p15:guide>
        <p15:guide id="56" pos="6680">
          <p15:clr>
            <a:srgbClr val="A4A3A4"/>
          </p15:clr>
        </p15:guide>
        <p15:guide id="57" pos="6876">
          <p15:clr>
            <a:srgbClr val="A4A3A4"/>
          </p15:clr>
        </p15:guide>
        <p15:guide id="58" pos="7267">
          <p15:clr>
            <a:srgbClr val="547EBF"/>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Title Color">
    <p:bg>
      <p:bgPr>
        <a:solidFill>
          <a:srgbClr val="737373"/>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chemeClr val="bg1"/>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2678937817"/>
      </p:ext>
    </p:extLst>
  </p:cSld>
  <p:clrMapOvr>
    <a:masterClrMapping/>
  </p:clrMapOvr>
  <p:extLst>
    <p:ext uri="{DCECCB84-F9BA-43D5-87BE-67443E8EF086}">
      <p15:sldGuideLst xmlns:p15="http://schemas.microsoft.com/office/powerpoint/2012/main">
        <p15:guide id="6" pos="413">
          <p15:clr>
            <a:srgbClr val="FFFFFF"/>
          </p15:clr>
        </p15:guide>
        <p15:guide id="7" orient="horz" pos="2258">
          <p15:clr>
            <a:srgbClr val="FFFFFF"/>
          </p15:clr>
        </p15:guide>
        <p15:guide id="8" orient="horz" pos="2160">
          <p15:clr>
            <a:srgbClr val="FFFFFF"/>
          </p15:clr>
        </p15:guide>
        <p15:guide id="9" orient="horz" pos="1866">
          <p15:clr>
            <a:srgbClr val="FFFFFF"/>
          </p15:clr>
        </p15:guide>
        <p15:guide id="10" pos="6092">
          <p15:clr>
            <a:srgbClr val="FFFFFF"/>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ction Title Light Color">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rgbClr val="000000"/>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1991333851"/>
      </p:ext>
    </p:extLst>
  </p:cSld>
  <p:clrMapOvr>
    <a:masterClrMapping/>
  </p:clrMapOvr>
  <p:extLst>
    <p:ext uri="{DCECCB84-F9BA-43D5-87BE-67443E8EF086}">
      <p15:sldGuideLst xmlns:p15="http://schemas.microsoft.com/office/powerpoint/2012/main">
        <p15:guide id="6" pos="413">
          <p15:clr>
            <a:srgbClr val="FFFFFF"/>
          </p15:clr>
        </p15:guide>
        <p15:guide id="7" orient="horz" pos="2258">
          <p15:clr>
            <a:srgbClr val="FFFFFF"/>
          </p15:clr>
        </p15:guide>
        <p15:guide id="8" orient="horz" pos="2160">
          <p15:clr>
            <a:srgbClr val="FFFFFF"/>
          </p15:clr>
        </p15:guide>
        <p15:guide id="9" orient="horz" pos="1866">
          <p15:clr>
            <a:srgbClr val="FFFFFF"/>
          </p15:clr>
        </p15:guide>
        <p15:guide id="10" pos="6092">
          <p15:clr>
            <a:srgbClr val="FFFFFF"/>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Title">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1238849807"/>
      </p:ext>
    </p:extLst>
  </p:cSld>
  <p:clrMapOvr>
    <a:masterClrMapping/>
  </p:clrMapOvr>
  <p:extLst>
    <p:ext uri="{DCECCB84-F9BA-43D5-87BE-67443E8EF086}">
      <p15:sldGuideLst xmlns:p15="http://schemas.microsoft.com/office/powerpoint/2012/main">
        <p15:guide id="6" pos="413">
          <p15:clr>
            <a:srgbClr val="547EBF"/>
          </p15:clr>
        </p15:guide>
        <p15:guide id="7" pos="6092">
          <p15:clr>
            <a:srgbClr val="547EBF"/>
          </p15:clr>
        </p15:guide>
        <p15:guide id="8" orient="horz" pos="2160">
          <p15:clr>
            <a:srgbClr val="547EBF"/>
          </p15:clr>
        </p15:guide>
        <p15:guide id="9" orient="horz" pos="2258">
          <p15:clr>
            <a:srgbClr val="547EBF"/>
          </p15:clr>
        </p15:guide>
        <p15:guide id="10" orient="horz" pos="1866">
          <p15:clr>
            <a:srgbClr val="547EBF"/>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Title Photo Option">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62BA849-E620-4C30-BACF-8D6B5D158257}"/>
              </a:ext>
              <a:ext uri="{C183D7F6-B498-43B3-948B-1728B52AA6E4}">
                <adec:decorative xmlns:adec="http://schemas.microsoft.com/office/drawing/2017/decorative" val="1"/>
              </a:ext>
            </a:extLst>
          </p:cNvPr>
          <p:cNvSpPr>
            <a:spLocks noGrp="1"/>
          </p:cNvSpPr>
          <p:nvPr>
            <p:ph type="pic" sz="quarter" idx="10" hasCustomPrompt="1"/>
          </p:nvPr>
        </p:nvSpPr>
        <p:spPr>
          <a:xfrm>
            <a:off x="0" y="0"/>
            <a:ext cx="12192000" cy="6858000"/>
          </a:xfrm>
        </p:spPr>
        <p:txBody>
          <a:bodyPr/>
          <a:lstStyle>
            <a:lvl1pPr marL="0" indent="0">
              <a:buNone/>
              <a:defRPr/>
            </a:lvl1pPr>
          </a:lstStyle>
          <a:p>
            <a:r>
              <a:rPr lang="en-US" dirty="0"/>
              <a:t> </a:t>
            </a:r>
          </a:p>
        </p:txBody>
      </p:sp>
      <p:sp>
        <p:nvSpPr>
          <p:cNvPr id="6" name="1 Title">
            <a:extLst>
              <a:ext uri="{FF2B5EF4-FFF2-40B4-BE49-F238E27FC236}">
                <a16:creationId xmlns:a16="http://schemas.microsoft.com/office/drawing/2014/main" id="{BD9B88E4-190C-4F7B-81CC-01238B1F36BF}"/>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solidFill>
                  <a:schemeClr val="bg1"/>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2415459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p:nvPr>
        </p:nvSpPr>
        <p:spPr>
          <a:xfrm>
            <a:off x="655637" y="630237"/>
            <a:ext cx="4352926" cy="2493962"/>
          </a:xfrm>
        </p:spPr>
        <p:txBody>
          <a:bodyPr anchor="ctr">
            <a:noAutofit/>
          </a:bodyPr>
          <a:lstStyle>
            <a:lvl1pPr algn="ctr">
              <a:defRPr/>
            </a:lvl1pPr>
          </a:lstStyle>
          <a:p>
            <a:r>
              <a:rPr lang="en-US" noProof="0"/>
              <a:t>Click to edit Master title style</a:t>
            </a:r>
            <a:endParaRPr lang="en-US" noProof="0" dirty="0"/>
          </a:p>
        </p:txBody>
      </p:sp>
      <p:sp>
        <p:nvSpPr>
          <p:cNvPr id="4" name="2 Text Placeholder">
            <a:extLst>
              <a:ext uri="{FF2B5EF4-FFF2-40B4-BE49-F238E27FC236}">
                <a16:creationId xmlns:a16="http://schemas.microsoft.com/office/drawing/2014/main" id="{0E780C89-4FC1-4FE7-AFCA-1C41A1B0944C}"/>
              </a:ext>
            </a:extLst>
          </p:cNvPr>
          <p:cNvSpPr>
            <a:spLocks noGrp="1"/>
          </p:cNvSpPr>
          <p:nvPr>
            <p:ph type="body" sz="quarter" idx="10"/>
          </p:nvPr>
        </p:nvSpPr>
        <p:spPr>
          <a:xfrm>
            <a:off x="655320" y="3584448"/>
            <a:ext cx="4352925" cy="2643188"/>
          </a:xfrm>
          <a:prstGeom prst="rect">
            <a:avLst/>
          </a:prstGeom>
        </p:spPr>
        <p:txBody>
          <a:bodyPr>
            <a:noAutofit/>
          </a:bodyPr>
          <a:lstStyle>
            <a:lvl1pPr marL="0" indent="0">
              <a:buNone/>
              <a:defRPr sz="24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noProof="0"/>
              <a:t>Click to edit Master text styles</a:t>
            </a:r>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763211550"/>
      </p:ext>
    </p:extLst>
  </p:cSld>
  <p:clrMapOvr>
    <a:masterClrMapping/>
  </p:clrMapOvr>
  <p:extLst>
    <p:ext uri="{DCECCB84-F9BA-43D5-87BE-67443E8EF086}">
      <p15:sldGuideLst xmlns:p15="http://schemas.microsoft.com/office/powerpoint/2012/main">
        <p15:guide id="17" orient="horz" pos="19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 Content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hasCustomPrompt="1"/>
          </p:nvPr>
        </p:nvSpPr>
        <p:spPr>
          <a:xfrm>
            <a:off x="655637" y="320040"/>
            <a:ext cx="4352926" cy="461665"/>
          </a:xfrm>
        </p:spPr>
        <p:txBody>
          <a:bodyPr anchor="t">
            <a:noAutofit/>
          </a:bodyPr>
          <a:lstStyle>
            <a:lvl1pPr algn="l">
              <a:defRPr/>
            </a:lvl1pPr>
          </a:lstStyle>
          <a:p>
            <a:r>
              <a:rPr lang="en-US" noProof="0" dirty="0"/>
              <a:t>Title</a:t>
            </a:r>
          </a:p>
        </p:txBody>
      </p:sp>
      <p:sp>
        <p:nvSpPr>
          <p:cNvPr id="8" name="Text Placeholder 7">
            <a:extLst>
              <a:ext uri="{FF2B5EF4-FFF2-40B4-BE49-F238E27FC236}">
                <a16:creationId xmlns:a16="http://schemas.microsoft.com/office/drawing/2014/main" id="{81A8F63C-5D9B-4647-8C88-F5B85777FE46}"/>
              </a:ext>
            </a:extLst>
          </p:cNvPr>
          <p:cNvSpPr>
            <a:spLocks noGrp="1"/>
          </p:cNvSpPr>
          <p:nvPr>
            <p:ph type="body" sz="quarter" idx="16"/>
          </p:nvPr>
        </p:nvSpPr>
        <p:spPr>
          <a:xfrm>
            <a:off x="655320" y="1408113"/>
            <a:ext cx="435292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58000"/>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90580741"/>
      </p:ext>
    </p:extLst>
  </p:cSld>
  <p:clrMapOvr>
    <a:masterClrMapping/>
  </p:clrMapOvr>
  <p:extLst>
    <p:ext uri="{DCECCB84-F9BA-43D5-87BE-67443E8EF086}">
      <p15:sldGuideLst xmlns:p15="http://schemas.microsoft.com/office/powerpoint/2012/main">
        <p15:guide id="17" orient="horz" pos="8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 Subtitle - Content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hasCustomPrompt="1"/>
          </p:nvPr>
        </p:nvSpPr>
        <p:spPr>
          <a:xfrm>
            <a:off x="655637" y="320040"/>
            <a:ext cx="4352926" cy="461665"/>
          </a:xfrm>
        </p:spPr>
        <p:txBody>
          <a:bodyPr anchor="t">
            <a:noAutofit/>
          </a:bodyPr>
          <a:lstStyle>
            <a:lvl1pPr algn="l">
              <a:defRPr/>
            </a:lvl1pPr>
          </a:lstStyle>
          <a:p>
            <a:r>
              <a:rPr lang="en-US" noProof="0" dirty="0"/>
              <a:t>Title</a:t>
            </a:r>
          </a:p>
        </p:txBody>
      </p:sp>
      <p:sp>
        <p:nvSpPr>
          <p:cNvPr id="8" name="Text Placeholder 7">
            <a:extLst>
              <a:ext uri="{FF2B5EF4-FFF2-40B4-BE49-F238E27FC236}">
                <a16:creationId xmlns:a16="http://schemas.microsoft.com/office/drawing/2014/main" id="{81A8F63C-5D9B-4647-8C88-F5B85777FE46}"/>
              </a:ext>
            </a:extLst>
          </p:cNvPr>
          <p:cNvSpPr>
            <a:spLocks noGrp="1"/>
          </p:cNvSpPr>
          <p:nvPr>
            <p:ph type="body" sz="quarter" idx="16"/>
          </p:nvPr>
        </p:nvSpPr>
        <p:spPr>
          <a:xfrm>
            <a:off x="655320" y="1408113"/>
            <a:ext cx="435292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58000"/>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5" name="2 Subtitle">
            <a:extLst>
              <a:ext uri="{FF2B5EF4-FFF2-40B4-BE49-F238E27FC236}">
                <a16:creationId xmlns:a16="http://schemas.microsoft.com/office/drawing/2014/main" id="{9347F9EC-F1BB-42CE-A353-EFF001250A0F}"/>
              </a:ext>
            </a:extLst>
          </p:cNvPr>
          <p:cNvSpPr>
            <a:spLocks noGrp="1"/>
          </p:cNvSpPr>
          <p:nvPr>
            <p:ph type="subTitle" idx="1"/>
          </p:nvPr>
        </p:nvSpPr>
        <p:spPr>
          <a:xfrm>
            <a:off x="655638" y="786383"/>
            <a:ext cx="4352926"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Tree>
    <p:extLst>
      <p:ext uri="{BB962C8B-B14F-4D97-AF65-F5344CB8AC3E}">
        <p14:creationId xmlns:p14="http://schemas.microsoft.com/office/powerpoint/2010/main" val="4005012057"/>
      </p:ext>
    </p:extLst>
  </p:cSld>
  <p:clrMapOvr>
    <a:masterClrMapping/>
  </p:clrMapOvr>
  <p:extLst>
    <p:ext uri="{DCECCB84-F9BA-43D5-87BE-67443E8EF086}">
      <p15:sldGuideLst xmlns:p15="http://schemas.microsoft.com/office/powerpoint/2012/main">
        <p15:guide id="17" orient="horz" pos="8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4" name="1 Title">
            <a:extLst>
              <a:ext uri="{FF2B5EF4-FFF2-40B4-BE49-F238E27FC236}">
                <a16:creationId xmlns:a16="http://schemas.microsoft.com/office/drawing/2014/main" id="{43FA5608-4C5E-4C7D-8DAE-08A3B02645A1}"/>
              </a:ext>
            </a:extLst>
          </p:cNvPr>
          <p:cNvSpPr>
            <a:spLocks noGrp="1"/>
          </p:cNvSpPr>
          <p:nvPr>
            <p:ph type="title" hasCustomPrompt="1"/>
          </p:nvPr>
        </p:nvSpPr>
        <p:spPr>
          <a:xfrm>
            <a:off x="663258" y="-461665"/>
            <a:ext cx="4352926" cy="461665"/>
          </a:xfrm>
        </p:spPr>
        <p:txBody>
          <a:bodyPr anchor="b">
            <a:noAutofit/>
          </a:bodyPr>
          <a:lstStyle>
            <a:lvl1pPr algn="ctr">
              <a:defRPr/>
            </a:lvl1pPr>
          </a:lstStyle>
          <a:p>
            <a:r>
              <a:rPr lang="en-US" noProof="0" dirty="0"/>
              <a:t>Title</a:t>
            </a:r>
          </a:p>
        </p:txBody>
      </p:sp>
      <p:sp>
        <p:nvSpPr>
          <p:cNvPr id="16" name="Text Placeholder 6">
            <a:extLst>
              <a:ext uri="{FF2B5EF4-FFF2-40B4-BE49-F238E27FC236}">
                <a16:creationId xmlns:a16="http://schemas.microsoft.com/office/drawing/2014/main" id="{49244260-7270-4E52-B887-E991DA8E4E28}"/>
              </a:ext>
            </a:extLst>
          </p:cNvPr>
          <p:cNvSpPr>
            <a:spLocks noGrp="1"/>
          </p:cNvSpPr>
          <p:nvPr>
            <p:ph idx="16" hasCustomPrompt="1"/>
          </p:nvPr>
        </p:nvSpPr>
        <p:spPr>
          <a:xfrm>
            <a:off x="655638" y="630237"/>
            <a:ext cx="4352925" cy="5597525"/>
          </a:xfrm>
          <a:prstGeom prst="rect">
            <a:avLst/>
          </a:prstGeom>
        </p:spPr>
        <p:txBody>
          <a:bodyPr vert="horz" lIns="0" tIns="0" rIns="0" bIns="0" rtlCol="0">
            <a:normAutofit/>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Picture Placeholder 8">
            <a:extLst>
              <a:ext uri="{FF2B5EF4-FFF2-40B4-BE49-F238E27FC236}">
                <a16:creationId xmlns:a16="http://schemas.microsoft.com/office/drawing/2014/main" id="{9F6E60FE-54B4-4C7F-AB24-D739EFDBAD7B}"/>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842911654"/>
      </p:ext>
    </p:extLst>
  </p:cSld>
  <p:clrMapOvr>
    <a:masterClrMapping/>
  </p:clrMapOvr>
  <p:extLst>
    <p:ext uri="{DCECCB84-F9BA-43D5-87BE-67443E8EF086}">
      <p15:sldGuideLst xmlns:p15="http://schemas.microsoft.com/office/powerpoint/2012/main">
        <p15:guide id="10" orient="horz" pos="397">
          <p15:clr>
            <a:srgbClr val="547EBF"/>
          </p15:clr>
        </p15:guide>
        <p15:guide id="11" pos="3155">
          <p15:clr>
            <a:srgbClr val="547EBF"/>
          </p15:clr>
        </p15:guide>
        <p15:guide id="12" pos="3350">
          <p15:clr>
            <a:srgbClr val="547EBF"/>
          </p15:clr>
        </p15:guide>
        <p15:guide id="13" pos="413">
          <p15:clr>
            <a:srgbClr val="547EBF"/>
          </p15:clr>
        </p15:guide>
        <p15:guide id="14" orient="horz" pos="3923">
          <p15:clr>
            <a:srgbClr val="547EBF"/>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4E2C6C6-B442-4DE7-9C6C-405B9005314D}"/>
              </a:ext>
            </a:extLst>
          </p:cNvPr>
          <p:cNvSpPr>
            <a:spLocks noGrp="1"/>
          </p:cNvSpPr>
          <p:nvPr>
            <p:ph type="title" hasCustomPrompt="1"/>
          </p:nvPr>
        </p:nvSpPr>
        <p:spPr>
          <a:xfrm>
            <a:off x="655637" y="2979738"/>
            <a:ext cx="4352925" cy="3248025"/>
          </a:xfrm>
        </p:spPr>
        <p:txBody>
          <a:bodyPr anchor="t">
            <a:noAutofit/>
          </a:bodyPr>
          <a:lstStyle>
            <a:lvl1pPr>
              <a:defRPr sz="2800"/>
            </a:lvl1pPr>
          </a:lstStyle>
          <a:p>
            <a:r>
              <a:rPr lang="en-US" noProof="0" dirty="0"/>
              <a:t>Square photo layout with smaller text</a:t>
            </a:r>
          </a:p>
        </p:txBody>
      </p:sp>
      <p:sp>
        <p:nvSpPr>
          <p:cNvPr id="7" name="Picture Placeholder 8">
            <a:extLst>
              <a:ext uri="{FF2B5EF4-FFF2-40B4-BE49-F238E27FC236}">
                <a16:creationId xmlns:a16="http://schemas.microsoft.com/office/drawing/2014/main" id="{557F8FE2-0CEA-423C-A997-F795E3DC7448}"/>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153993860"/>
      </p:ext>
    </p:extLst>
  </p:cSld>
  <p:clrMapOvr>
    <a:masterClrMapping/>
  </p:clrMapOvr>
  <p:extLst>
    <p:ext uri="{DCECCB84-F9BA-43D5-87BE-67443E8EF086}">
      <p15:sldGuideLst xmlns:p15="http://schemas.microsoft.com/office/powerpoint/2012/main">
        <p15:guide id="8" orient="horz" pos="1877">
          <p15:clr>
            <a:srgbClr val="547EBF"/>
          </p15:clr>
        </p15:guide>
        <p15:guide id="9" orient="horz" pos="3923">
          <p15:clr>
            <a:srgbClr val="547EBF"/>
          </p15:clr>
        </p15:guide>
        <p15:guide id="10" pos="3350">
          <p15:clr>
            <a:srgbClr val="547EBF"/>
          </p15:clr>
        </p15:guide>
        <p15:guide id="11" pos="3155">
          <p15:clr>
            <a:srgbClr val="547EBF"/>
          </p15:clr>
        </p15:guide>
        <p15:guide id="12" pos="413">
          <p15:clr>
            <a:srgbClr val="547EBF"/>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38E01E45-D858-46CB-8C37-2ADA7A8B4F38}"/>
              </a:ext>
            </a:extLst>
          </p:cNvPr>
          <p:cNvSpPr>
            <a:spLocks noGrp="1"/>
          </p:cNvSpPr>
          <p:nvPr>
            <p:ph type="title"/>
          </p:nvPr>
        </p:nvSpPr>
        <p:spPr>
          <a:xfrm>
            <a:off x="655638" y="4983164"/>
            <a:ext cx="10880726" cy="1244599"/>
          </a:xfrm>
        </p:spPr>
        <p:txBody>
          <a:bodyPr anchor="ctr">
            <a:noAutofit/>
          </a:bodyPr>
          <a:lstStyle>
            <a:lvl1pPr algn="ctr">
              <a:defRPr/>
            </a:lvl1pPr>
          </a:lstStyle>
          <a:p>
            <a:r>
              <a:rPr lang="en-US" noProof="0"/>
              <a:t>Click to edit Master title style</a:t>
            </a:r>
          </a:p>
        </p:txBody>
      </p:sp>
      <p:sp>
        <p:nvSpPr>
          <p:cNvPr id="7" name="Picture Placeholder 8">
            <a:extLst>
              <a:ext uri="{FF2B5EF4-FFF2-40B4-BE49-F238E27FC236}">
                <a16:creationId xmlns:a16="http://schemas.microsoft.com/office/drawing/2014/main" id="{8DAC1AB8-B848-4140-ADBF-53800EEC5897}"/>
              </a:ext>
              <a:ext uri="{C183D7F6-B498-43B3-948B-1728B52AA6E4}">
                <adec:decorative xmlns:adec="http://schemas.microsoft.com/office/drawing/2017/decorative" val="1"/>
              </a:ext>
            </a:extLst>
          </p:cNvPr>
          <p:cNvSpPr>
            <a:spLocks noGrp="1"/>
          </p:cNvSpPr>
          <p:nvPr>
            <p:ph type="pic" sz="quarter" idx="15" hasCustomPrompt="1"/>
          </p:nvPr>
        </p:nvSpPr>
        <p:spPr>
          <a:xfrm>
            <a:off x="0" y="-1"/>
            <a:ext cx="12191682" cy="4672013"/>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34587044"/>
      </p:ext>
    </p:extLst>
  </p:cSld>
  <p:clrMapOvr>
    <a:masterClrMapping/>
  </p:clrMapOvr>
  <p:extLst>
    <p:ext uri="{DCECCB84-F9BA-43D5-87BE-67443E8EF086}">
      <p15:sldGuideLst xmlns:p15="http://schemas.microsoft.com/office/powerpoint/2012/main">
        <p15:guide id="10" orient="horz" pos="2943">
          <p15:clr>
            <a:srgbClr val="547EBF"/>
          </p15:clr>
        </p15:guide>
        <p15:guide id="11" orient="horz" pos="3923">
          <p15:clr>
            <a:srgbClr val="547EBF"/>
          </p15:clr>
        </p15:guide>
        <p15:guide id="12" orient="horz" pos="3139">
          <p15:clr>
            <a:srgbClr val="547EBF"/>
          </p15:clr>
        </p15:guide>
        <p15:guide id="13" pos="413">
          <p15:clr>
            <a:srgbClr val="547EBF"/>
          </p15:clr>
        </p15:guide>
        <p15:guide id="14" pos="7267">
          <p15:clr>
            <a:srgbClr val="547EBF"/>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45563AC-3A0B-4839-A9DC-F00E8E5411A6}"/>
              </a:ext>
            </a:extLst>
          </p:cNvPr>
          <p:cNvSpPr>
            <a:spLocks noGrp="1"/>
          </p:cNvSpPr>
          <p:nvPr>
            <p:ph type="title"/>
          </p:nvPr>
        </p:nvSpPr>
        <p:spPr>
          <a:xfrm>
            <a:off x="655954" y="629920"/>
            <a:ext cx="10880726" cy="1244600"/>
          </a:xfrm>
        </p:spPr>
        <p:txBody>
          <a:bodyPr anchor="ctr">
            <a:noAutofit/>
          </a:bodyPr>
          <a:lstStyle>
            <a:lvl1pPr algn="ctr">
              <a:defRPr/>
            </a:lvl1pPr>
          </a:lstStyle>
          <a:p>
            <a:r>
              <a:rPr lang="en-US" noProof="0"/>
              <a:t>Click to edit Master title style</a:t>
            </a:r>
          </a:p>
        </p:txBody>
      </p:sp>
      <p:sp>
        <p:nvSpPr>
          <p:cNvPr id="7" name="Picture Placeholder 8">
            <a:extLst>
              <a:ext uri="{FF2B5EF4-FFF2-40B4-BE49-F238E27FC236}">
                <a16:creationId xmlns:a16="http://schemas.microsoft.com/office/drawing/2014/main" id="{CBF73C5A-523C-4B06-A660-E8B8CE1663EC}"/>
              </a:ext>
              <a:ext uri="{C183D7F6-B498-43B3-948B-1728B52AA6E4}">
                <adec:decorative xmlns:adec="http://schemas.microsoft.com/office/drawing/2017/decorative" val="1"/>
              </a:ext>
            </a:extLst>
          </p:cNvPr>
          <p:cNvSpPr>
            <a:spLocks noGrp="1"/>
          </p:cNvSpPr>
          <p:nvPr>
            <p:ph type="pic" sz="quarter" idx="15" hasCustomPrompt="1"/>
          </p:nvPr>
        </p:nvSpPr>
        <p:spPr>
          <a:xfrm>
            <a:off x="0" y="2030414"/>
            <a:ext cx="12191682" cy="4827586"/>
          </a:xfrm>
          <a:solidFill>
            <a:srgbClr val="E6E6E6"/>
          </a:solidFill>
        </p:spPr>
        <p:txBody>
          <a:bodyPr tIns="1005840" anchor="t">
            <a:noAutofit/>
          </a:bodyPr>
          <a:lstStyle>
            <a:lvl1pPr marL="0" marR="0" indent="0" algn="ctr" defTabSz="932688" rtl="0" eaLnBrk="1" fontAlgn="auto" latinLnBrk="0" hangingPunct="1">
              <a:lnSpc>
                <a:spcPct val="100000"/>
              </a:lnSpc>
              <a:spcBef>
                <a:spcPts val="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199990454"/>
      </p:ext>
    </p:extLst>
  </p:cSld>
  <p:clrMapOvr>
    <a:masterClrMapping/>
  </p:clrMapOvr>
  <p:extLst>
    <p:ext uri="{DCECCB84-F9BA-43D5-87BE-67443E8EF086}">
      <p15:sldGuideLst xmlns:p15="http://schemas.microsoft.com/office/powerpoint/2012/main">
        <p15:guide id="10" orient="horz" pos="1279">
          <p15:clr>
            <a:srgbClr val="547EBF"/>
          </p15:clr>
        </p15:guide>
        <p15:guide id="11" orient="horz" pos="397">
          <p15:clr>
            <a:srgbClr val="547EBF"/>
          </p15:clr>
        </p15:guide>
        <p15:guide id="12" orient="horz" pos="1181">
          <p15:clr>
            <a:srgbClr val="547EBF"/>
          </p15:clr>
        </p15:guide>
        <p15:guide id="13" pos="413">
          <p15:clr>
            <a:srgbClr val="547EBF"/>
          </p15:clr>
        </p15:guide>
        <p15:guide id="14" pos="7267">
          <p15:clr>
            <a:srgbClr val="547EBF"/>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12" name="1 Title">
            <a:extLst>
              <a:ext uri="{FF2B5EF4-FFF2-40B4-BE49-F238E27FC236}">
                <a16:creationId xmlns:a16="http://schemas.microsoft.com/office/drawing/2014/main" id="{3915DA9E-3F69-4252-A259-4CE858ED7C6C}"/>
              </a:ext>
            </a:extLst>
          </p:cNvPr>
          <p:cNvSpPr>
            <a:spLocks noGrp="1"/>
          </p:cNvSpPr>
          <p:nvPr>
            <p:ph type="title"/>
          </p:nvPr>
        </p:nvSpPr>
        <p:spPr/>
        <p:txBody>
          <a:bodyPr/>
          <a:lstStyle/>
          <a:p>
            <a:r>
              <a:rPr lang="en-US"/>
              <a:t>Click to edit Master title style</a:t>
            </a:r>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320" y="5605462"/>
            <a:ext cx="5294504" cy="62210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4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6242175" y="5605463"/>
            <a:ext cx="5294505"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9050A269-C0FA-4C85-9E2E-B4F678DCF865}"/>
              </a:ext>
              <a:ext uri="{C183D7F6-B498-43B3-948B-1728B52AA6E4}">
                <adec:decorative xmlns:adec="http://schemas.microsoft.com/office/drawing/2017/decorative" val="1"/>
              </a:ext>
            </a:extLst>
          </p:cNvPr>
          <p:cNvSpPr>
            <a:spLocks noGrp="1"/>
          </p:cNvSpPr>
          <p:nvPr>
            <p:ph type="pic" sz="quarter" idx="22" hasCustomPrompt="1"/>
          </p:nvPr>
        </p:nvSpPr>
        <p:spPr>
          <a:xfrm>
            <a:off x="655638"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92E88746-5F0E-4661-8968-5B8D31168BAC}"/>
              </a:ext>
              <a:ext uri="{C183D7F6-B498-43B3-948B-1728B52AA6E4}">
                <adec:decorative xmlns:adec="http://schemas.microsoft.com/office/drawing/2017/decorative" val="1"/>
              </a:ext>
            </a:extLst>
          </p:cNvPr>
          <p:cNvSpPr>
            <a:spLocks noGrp="1"/>
          </p:cNvSpPr>
          <p:nvPr>
            <p:ph type="pic" sz="quarter" idx="23" hasCustomPrompt="1"/>
          </p:nvPr>
        </p:nvSpPr>
        <p:spPr>
          <a:xfrm>
            <a:off x="6251387"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027169783"/>
      </p:ext>
    </p:extLst>
  </p:cSld>
  <p:clrMapOvr>
    <a:masterClrMapping/>
  </p:clrMapOvr>
  <p:extLst>
    <p:ext uri="{DCECCB84-F9BA-43D5-87BE-67443E8EF086}">
      <p15:sldGuideLst xmlns:p15="http://schemas.microsoft.com/office/powerpoint/2012/main">
        <p15:guide id="15" orient="horz" pos="3433">
          <p15:clr>
            <a:srgbClr val="547EBF"/>
          </p15:clr>
        </p15:guide>
        <p15:guide id="16" orient="horz" pos="1276">
          <p15:clr>
            <a:srgbClr val="547EBF"/>
          </p15:clr>
        </p15:guide>
        <p15:guide id="17" pos="3749">
          <p15:clr>
            <a:srgbClr val="547EBF"/>
          </p15:clr>
        </p15:guide>
        <p15:guide id="18" pos="3931">
          <p15:clr>
            <a:srgbClr val="547EBF"/>
          </p15:clr>
        </p15:guide>
        <p15:guide id="19" orient="horz" pos="3531">
          <p15:clr>
            <a:srgbClr val="547EBF"/>
          </p15:clr>
        </p15:guide>
        <p15:guide id="20" orient="horz" pos="3923">
          <p15:clr>
            <a:srgbClr val="547EBF"/>
          </p15:clr>
        </p15:guide>
        <p15:guide id="21" pos="413">
          <p15:clr>
            <a:srgbClr val="547EBF"/>
          </p15:clr>
        </p15:guide>
        <p15:guide id="22" pos="7267">
          <p15:clr>
            <a:srgbClr val="547EBF"/>
          </p15:clr>
        </p15:guide>
        <p15:guide id="23" orient="horz" pos="202">
          <p15:clr>
            <a:srgbClr val="547EBF"/>
          </p15:clr>
        </p15:guide>
        <p15:guide id="24" orient="horz" pos="495">
          <p15:clr>
            <a:srgbClr val="547EBF"/>
          </p15:clr>
        </p15:guide>
        <p15:guide id="25" orient="horz" pos="789">
          <p15:clr>
            <a:srgbClr val="547EBF"/>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wo picture content Subtitle">
    <p:spTree>
      <p:nvGrpSpPr>
        <p:cNvPr id="1" name=""/>
        <p:cNvGrpSpPr/>
        <p:nvPr/>
      </p:nvGrpSpPr>
      <p:grpSpPr>
        <a:xfrm>
          <a:off x="0" y="0"/>
          <a:ext cx="0" cy="0"/>
          <a:chOff x="0" y="0"/>
          <a:chExt cx="0" cy="0"/>
        </a:xfrm>
      </p:grpSpPr>
      <p:sp>
        <p:nvSpPr>
          <p:cNvPr id="12" name="1 Title">
            <a:extLst>
              <a:ext uri="{FF2B5EF4-FFF2-40B4-BE49-F238E27FC236}">
                <a16:creationId xmlns:a16="http://schemas.microsoft.com/office/drawing/2014/main" id="{3915DA9E-3F69-4252-A259-4CE858ED7C6C}"/>
              </a:ext>
            </a:extLst>
          </p:cNvPr>
          <p:cNvSpPr>
            <a:spLocks noGrp="1"/>
          </p:cNvSpPr>
          <p:nvPr>
            <p:ph type="title"/>
          </p:nvPr>
        </p:nvSpPr>
        <p:spPr/>
        <p:txBody>
          <a:bodyPr/>
          <a:lstStyle/>
          <a:p>
            <a:r>
              <a:rPr lang="en-US"/>
              <a:t>Click to edit Master title style</a:t>
            </a:r>
          </a:p>
        </p:txBody>
      </p:sp>
      <p:sp>
        <p:nvSpPr>
          <p:cNvPr id="7" name="2 Subtitle">
            <a:extLst>
              <a:ext uri="{FF2B5EF4-FFF2-40B4-BE49-F238E27FC236}">
                <a16:creationId xmlns:a16="http://schemas.microsoft.com/office/drawing/2014/main" id="{AFCFF5C5-9399-4727-A79B-706F8A010D58}"/>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320" y="5605462"/>
            <a:ext cx="5294504" cy="62210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4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6242175" y="5605463"/>
            <a:ext cx="5294505"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9050A269-C0FA-4C85-9E2E-B4F678DCF865}"/>
              </a:ext>
              <a:ext uri="{C183D7F6-B498-43B3-948B-1728B52AA6E4}">
                <adec:decorative xmlns:adec="http://schemas.microsoft.com/office/drawing/2017/decorative" val="1"/>
              </a:ext>
            </a:extLst>
          </p:cNvPr>
          <p:cNvSpPr>
            <a:spLocks noGrp="1"/>
          </p:cNvSpPr>
          <p:nvPr>
            <p:ph type="pic" sz="quarter" idx="22" hasCustomPrompt="1"/>
          </p:nvPr>
        </p:nvSpPr>
        <p:spPr>
          <a:xfrm>
            <a:off x="655638"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92E88746-5F0E-4661-8968-5B8D31168BAC}"/>
              </a:ext>
              <a:ext uri="{C183D7F6-B498-43B3-948B-1728B52AA6E4}">
                <adec:decorative xmlns:adec="http://schemas.microsoft.com/office/drawing/2017/decorative" val="1"/>
              </a:ext>
            </a:extLst>
          </p:cNvPr>
          <p:cNvSpPr>
            <a:spLocks noGrp="1"/>
          </p:cNvSpPr>
          <p:nvPr>
            <p:ph type="pic" sz="quarter" idx="23" hasCustomPrompt="1"/>
          </p:nvPr>
        </p:nvSpPr>
        <p:spPr>
          <a:xfrm>
            <a:off x="6251387"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095893206"/>
      </p:ext>
    </p:extLst>
  </p:cSld>
  <p:clrMapOvr>
    <a:masterClrMapping/>
  </p:clrMapOvr>
  <p:extLst>
    <p:ext uri="{DCECCB84-F9BA-43D5-87BE-67443E8EF086}">
      <p15:sldGuideLst xmlns:p15="http://schemas.microsoft.com/office/powerpoint/2012/main">
        <p15:guide id="15" orient="horz" pos="3433">
          <p15:clr>
            <a:srgbClr val="547EBF"/>
          </p15:clr>
        </p15:guide>
        <p15:guide id="16" orient="horz" pos="1276">
          <p15:clr>
            <a:srgbClr val="547EBF"/>
          </p15:clr>
        </p15:guide>
        <p15:guide id="17" pos="3749">
          <p15:clr>
            <a:srgbClr val="547EBF"/>
          </p15:clr>
        </p15:guide>
        <p15:guide id="18" pos="3931">
          <p15:clr>
            <a:srgbClr val="547EBF"/>
          </p15:clr>
        </p15:guide>
        <p15:guide id="19" orient="horz" pos="3531">
          <p15:clr>
            <a:srgbClr val="547EBF"/>
          </p15:clr>
        </p15:guide>
        <p15:guide id="20" orient="horz" pos="3923">
          <p15:clr>
            <a:srgbClr val="547EBF"/>
          </p15:clr>
        </p15:guide>
        <p15:guide id="21" pos="413">
          <p15:clr>
            <a:srgbClr val="547EBF"/>
          </p15:clr>
        </p15:guide>
        <p15:guide id="22" pos="7267">
          <p15:clr>
            <a:srgbClr val="547EBF"/>
          </p15:clr>
        </p15:guide>
        <p15:guide id="23" orient="horz" pos="202">
          <p15:clr>
            <a:srgbClr val="547EBF"/>
          </p15:clr>
        </p15:guide>
        <p15:guide id="24" orient="horz" pos="495">
          <p15:clr>
            <a:srgbClr val="547EBF"/>
          </p15:clr>
        </p15:guide>
        <p15:guide id="25" orient="horz" pos="789">
          <p15:clr>
            <a:srgbClr val="547EBF"/>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7" name="1 Title">
            <a:extLst>
              <a:ext uri="{FF2B5EF4-FFF2-40B4-BE49-F238E27FC236}">
                <a16:creationId xmlns:a16="http://schemas.microsoft.com/office/drawing/2014/main" id="{31661C59-CCA8-44E7-8B4C-9304DAEE9B55}"/>
              </a:ext>
            </a:extLst>
          </p:cNvPr>
          <p:cNvSpPr>
            <a:spLocks noGrp="1"/>
          </p:cNvSpPr>
          <p:nvPr>
            <p:ph type="title"/>
          </p:nvPr>
        </p:nvSpPr>
        <p:spPr/>
        <p:txBody>
          <a:bodyPr/>
          <a:lstStyle/>
          <a:p>
            <a:r>
              <a:rPr lang="en-US"/>
              <a:t>Click to edit Master title style</a:t>
            </a:r>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5605464"/>
            <a:ext cx="3402012"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2" name="4 Text Placeholder center">
            <a:extLst>
              <a:ext uri="{FF2B5EF4-FFF2-40B4-BE49-F238E27FC236}">
                <a16:creationId xmlns:a16="http://schemas.microsoft.com/office/drawing/2014/main" id="{7E8A9C08-F392-459F-B90B-EDBF4A830C55}"/>
              </a:ext>
            </a:extLst>
          </p:cNvPr>
          <p:cNvSpPr>
            <a:spLocks noGrp="1"/>
          </p:cNvSpPr>
          <p:nvPr>
            <p:ph type="body" sz="quarter" idx="17"/>
          </p:nvPr>
        </p:nvSpPr>
        <p:spPr>
          <a:xfrm>
            <a:off x="4386263" y="5605464"/>
            <a:ext cx="3419476"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6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8134352" y="5605464"/>
            <a:ext cx="3402010"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2AA5860C-EE70-47FF-987F-4224254C4B9E}"/>
              </a:ext>
              <a:ext uri="{C183D7F6-B498-43B3-948B-1728B52AA6E4}">
                <adec:decorative xmlns:adec="http://schemas.microsoft.com/office/drawing/2017/decorative" val="1"/>
              </a:ext>
            </a:extLst>
          </p:cNvPr>
          <p:cNvSpPr>
            <a:spLocks noGrp="1"/>
          </p:cNvSpPr>
          <p:nvPr>
            <p:ph type="pic" sz="quarter" idx="24" hasCustomPrompt="1"/>
          </p:nvPr>
        </p:nvSpPr>
        <p:spPr>
          <a:xfrm>
            <a:off x="655637" y="2025650"/>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4397C538-A917-4CA4-B610-4514941AC36D}"/>
              </a:ext>
              <a:ext uri="{C183D7F6-B498-43B3-948B-1728B52AA6E4}">
                <adec:decorative xmlns:adec="http://schemas.microsoft.com/office/drawing/2017/decorative" val="1"/>
              </a:ext>
            </a:extLst>
          </p:cNvPr>
          <p:cNvSpPr>
            <a:spLocks noGrp="1"/>
          </p:cNvSpPr>
          <p:nvPr>
            <p:ph type="pic" sz="quarter" idx="25" hasCustomPrompt="1"/>
          </p:nvPr>
        </p:nvSpPr>
        <p:spPr>
          <a:xfrm>
            <a:off x="4386261"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6" name="Picture Placeholder 8">
            <a:extLst>
              <a:ext uri="{FF2B5EF4-FFF2-40B4-BE49-F238E27FC236}">
                <a16:creationId xmlns:a16="http://schemas.microsoft.com/office/drawing/2014/main" id="{76CB0616-DF08-466B-BA17-373057FDF2B8}"/>
              </a:ext>
              <a:ext uri="{C183D7F6-B498-43B3-948B-1728B52AA6E4}">
                <adec:decorative xmlns:adec="http://schemas.microsoft.com/office/drawing/2017/decorative" val="1"/>
              </a:ext>
            </a:extLst>
          </p:cNvPr>
          <p:cNvSpPr>
            <a:spLocks noGrp="1"/>
          </p:cNvSpPr>
          <p:nvPr>
            <p:ph type="pic" sz="quarter" idx="26" hasCustomPrompt="1"/>
          </p:nvPr>
        </p:nvSpPr>
        <p:spPr>
          <a:xfrm>
            <a:off x="8116888"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852647846"/>
      </p:ext>
    </p:extLst>
  </p:cSld>
  <p:clrMapOvr>
    <a:masterClrMapping/>
  </p:clrMapOvr>
  <p:extLst>
    <p:ext uri="{DCECCB84-F9BA-43D5-87BE-67443E8EF086}">
      <p15:sldGuideLst xmlns:p15="http://schemas.microsoft.com/office/powerpoint/2012/main">
        <p15:guide id="21" orient="horz" pos="3531">
          <p15:clr>
            <a:srgbClr val="547EBF"/>
          </p15:clr>
        </p15:guide>
        <p15:guide id="22" orient="horz" pos="1279">
          <p15:clr>
            <a:srgbClr val="547EBF"/>
          </p15:clr>
        </p15:guide>
        <p15:guide id="23" orient="horz" pos="3433">
          <p15:clr>
            <a:srgbClr val="547EBF"/>
          </p15:clr>
        </p15:guide>
        <p15:guide id="24" orient="horz" pos="202">
          <p15:clr>
            <a:srgbClr val="547EBF"/>
          </p15:clr>
        </p15:guide>
        <p15:guide id="25" orient="horz" pos="495">
          <p15:clr>
            <a:srgbClr val="547EBF"/>
          </p15:clr>
        </p15:guide>
        <p15:guide id="26" orient="horz" pos="789">
          <p15:clr>
            <a:srgbClr val="547EBF"/>
          </p15:clr>
        </p15:guide>
        <p15:guide id="27" pos="413">
          <p15:clr>
            <a:srgbClr val="547EBF"/>
          </p15:clr>
        </p15:guide>
        <p15:guide id="28" pos="7267">
          <p15:clr>
            <a:srgbClr val="547EBF"/>
          </p15:clr>
        </p15:guide>
        <p15:guide id="29" orient="horz" pos="3923">
          <p15:clr>
            <a:srgbClr val="547EBF"/>
          </p15:clr>
        </p15:guide>
        <p15:guide id="30" pos="2567">
          <p15:clr>
            <a:srgbClr val="547EBF"/>
          </p15:clr>
        </p15:guide>
        <p15:guide id="31" pos="2763">
          <p15:clr>
            <a:srgbClr val="547EBF"/>
          </p15:clr>
        </p15:guide>
        <p15:guide id="32" pos="4917">
          <p15:clr>
            <a:srgbClr val="547EBF"/>
          </p15:clr>
        </p15:guide>
        <p15:guide id="33" pos="5113">
          <p15:clr>
            <a:srgbClr val="547EB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hree picture content Subtitle">
    <p:spTree>
      <p:nvGrpSpPr>
        <p:cNvPr id="1" name=""/>
        <p:cNvGrpSpPr/>
        <p:nvPr/>
      </p:nvGrpSpPr>
      <p:grpSpPr>
        <a:xfrm>
          <a:off x="0" y="0"/>
          <a:ext cx="0" cy="0"/>
          <a:chOff x="0" y="0"/>
          <a:chExt cx="0" cy="0"/>
        </a:xfrm>
      </p:grpSpPr>
      <p:sp>
        <p:nvSpPr>
          <p:cNvPr id="7" name="1 Title">
            <a:extLst>
              <a:ext uri="{FF2B5EF4-FFF2-40B4-BE49-F238E27FC236}">
                <a16:creationId xmlns:a16="http://schemas.microsoft.com/office/drawing/2014/main" id="{31661C59-CCA8-44E7-8B4C-9304DAEE9B55}"/>
              </a:ext>
            </a:extLst>
          </p:cNvPr>
          <p:cNvSpPr>
            <a:spLocks noGrp="1"/>
          </p:cNvSpPr>
          <p:nvPr>
            <p:ph type="title"/>
          </p:nvPr>
        </p:nvSpPr>
        <p:spPr/>
        <p:txBody>
          <a:bodyPr/>
          <a:lstStyle/>
          <a:p>
            <a:r>
              <a:rPr lang="en-US"/>
              <a:t>Click to edit Master title style</a:t>
            </a:r>
          </a:p>
        </p:txBody>
      </p:sp>
      <p:sp>
        <p:nvSpPr>
          <p:cNvPr id="9" name="2 Subtitle">
            <a:extLst>
              <a:ext uri="{FF2B5EF4-FFF2-40B4-BE49-F238E27FC236}">
                <a16:creationId xmlns:a16="http://schemas.microsoft.com/office/drawing/2014/main" id="{094A59E2-8D7A-4B5E-94D4-C0D9922BF500}"/>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5605464"/>
            <a:ext cx="3402012"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2" name="4 Text Placeholder center">
            <a:extLst>
              <a:ext uri="{FF2B5EF4-FFF2-40B4-BE49-F238E27FC236}">
                <a16:creationId xmlns:a16="http://schemas.microsoft.com/office/drawing/2014/main" id="{7E8A9C08-F392-459F-B90B-EDBF4A830C55}"/>
              </a:ext>
            </a:extLst>
          </p:cNvPr>
          <p:cNvSpPr>
            <a:spLocks noGrp="1"/>
          </p:cNvSpPr>
          <p:nvPr>
            <p:ph type="body" sz="quarter" idx="17"/>
          </p:nvPr>
        </p:nvSpPr>
        <p:spPr>
          <a:xfrm>
            <a:off x="4386263" y="5605464"/>
            <a:ext cx="3419476"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6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8134352" y="5605464"/>
            <a:ext cx="3402010"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2AA5860C-EE70-47FF-987F-4224254C4B9E}"/>
              </a:ext>
              <a:ext uri="{C183D7F6-B498-43B3-948B-1728B52AA6E4}">
                <adec:decorative xmlns:adec="http://schemas.microsoft.com/office/drawing/2017/decorative" val="1"/>
              </a:ext>
            </a:extLst>
          </p:cNvPr>
          <p:cNvSpPr>
            <a:spLocks noGrp="1"/>
          </p:cNvSpPr>
          <p:nvPr>
            <p:ph type="pic" sz="quarter" idx="24" hasCustomPrompt="1"/>
          </p:nvPr>
        </p:nvSpPr>
        <p:spPr>
          <a:xfrm>
            <a:off x="655637" y="2025650"/>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4397C538-A917-4CA4-B610-4514941AC36D}"/>
              </a:ext>
              <a:ext uri="{C183D7F6-B498-43B3-948B-1728B52AA6E4}">
                <adec:decorative xmlns:adec="http://schemas.microsoft.com/office/drawing/2017/decorative" val="1"/>
              </a:ext>
            </a:extLst>
          </p:cNvPr>
          <p:cNvSpPr>
            <a:spLocks noGrp="1"/>
          </p:cNvSpPr>
          <p:nvPr>
            <p:ph type="pic" sz="quarter" idx="25" hasCustomPrompt="1"/>
          </p:nvPr>
        </p:nvSpPr>
        <p:spPr>
          <a:xfrm>
            <a:off x="4386261"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6" name="Picture Placeholder 8">
            <a:extLst>
              <a:ext uri="{FF2B5EF4-FFF2-40B4-BE49-F238E27FC236}">
                <a16:creationId xmlns:a16="http://schemas.microsoft.com/office/drawing/2014/main" id="{76CB0616-DF08-466B-BA17-373057FDF2B8}"/>
              </a:ext>
              <a:ext uri="{C183D7F6-B498-43B3-948B-1728B52AA6E4}">
                <adec:decorative xmlns:adec="http://schemas.microsoft.com/office/drawing/2017/decorative" val="1"/>
              </a:ext>
            </a:extLst>
          </p:cNvPr>
          <p:cNvSpPr>
            <a:spLocks noGrp="1"/>
          </p:cNvSpPr>
          <p:nvPr>
            <p:ph type="pic" sz="quarter" idx="26" hasCustomPrompt="1"/>
          </p:nvPr>
        </p:nvSpPr>
        <p:spPr>
          <a:xfrm>
            <a:off x="8116888"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650767273"/>
      </p:ext>
    </p:extLst>
  </p:cSld>
  <p:clrMapOvr>
    <a:masterClrMapping/>
  </p:clrMapOvr>
  <p:extLst>
    <p:ext uri="{DCECCB84-F9BA-43D5-87BE-67443E8EF086}">
      <p15:sldGuideLst xmlns:p15="http://schemas.microsoft.com/office/powerpoint/2012/main">
        <p15:guide id="21" orient="horz" pos="3531">
          <p15:clr>
            <a:srgbClr val="547EBF"/>
          </p15:clr>
        </p15:guide>
        <p15:guide id="22" orient="horz" pos="1279">
          <p15:clr>
            <a:srgbClr val="547EBF"/>
          </p15:clr>
        </p15:guide>
        <p15:guide id="23" orient="horz" pos="3433">
          <p15:clr>
            <a:srgbClr val="547EBF"/>
          </p15:clr>
        </p15:guide>
        <p15:guide id="24" orient="horz" pos="202">
          <p15:clr>
            <a:srgbClr val="547EBF"/>
          </p15:clr>
        </p15:guide>
        <p15:guide id="25" orient="horz" pos="495">
          <p15:clr>
            <a:srgbClr val="547EBF"/>
          </p15:clr>
        </p15:guide>
        <p15:guide id="26" orient="horz" pos="789">
          <p15:clr>
            <a:srgbClr val="547EBF"/>
          </p15:clr>
        </p15:guide>
        <p15:guide id="27" pos="413">
          <p15:clr>
            <a:srgbClr val="547EBF"/>
          </p15:clr>
        </p15:guide>
        <p15:guide id="28" pos="7267">
          <p15:clr>
            <a:srgbClr val="547EBF"/>
          </p15:clr>
        </p15:guide>
        <p15:guide id="29" orient="horz" pos="3923">
          <p15:clr>
            <a:srgbClr val="547EBF"/>
          </p15:clr>
        </p15:guide>
        <p15:guide id="30" pos="2567">
          <p15:clr>
            <a:srgbClr val="547EBF"/>
          </p15:clr>
        </p15:guide>
        <p15:guide id="31" pos="2763">
          <p15:clr>
            <a:srgbClr val="547EBF"/>
          </p15:clr>
        </p15:guide>
        <p15:guide id="32" pos="4917">
          <p15:clr>
            <a:srgbClr val="547EBF"/>
          </p15:clr>
        </p15:guide>
        <p15:guide id="33" pos="5113">
          <p15:clr>
            <a:srgbClr val="547EBF"/>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9057C-87AC-42DB-B763-DB393374FEF2}"/>
              </a:ext>
            </a:extLst>
          </p:cNvPr>
          <p:cNvSpPr>
            <a:spLocks noGrp="1"/>
          </p:cNvSpPr>
          <p:nvPr>
            <p:ph type="title"/>
          </p:nvPr>
        </p:nvSpPr>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467201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52940" y="4672014"/>
            <a:ext cx="2487612"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51448"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49512"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6" name="Picture Placeholder 8">
            <a:extLst>
              <a:ext uri="{FF2B5EF4-FFF2-40B4-BE49-F238E27FC236}">
                <a16:creationId xmlns:a16="http://schemas.microsoft.com/office/drawing/2014/main" id="{DA8B8813-90DD-49F0-8139-24CFB9E3C9AA}"/>
              </a:ext>
              <a:ext uri="{C183D7F6-B498-43B3-948B-1728B52AA6E4}">
                <adec:decorative xmlns:adec="http://schemas.microsoft.com/office/drawing/2017/decorative" val="1"/>
              </a:ext>
            </a:extLst>
          </p:cNvPr>
          <p:cNvSpPr>
            <a:spLocks noGrp="1"/>
          </p:cNvSpPr>
          <p:nvPr>
            <p:ph type="pic" sz="quarter" idx="24" hasCustomPrompt="1"/>
          </p:nvPr>
        </p:nvSpPr>
        <p:spPr>
          <a:xfrm>
            <a:off x="655638" y="2025650"/>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7" name="Picture Placeholder 8">
            <a:extLst>
              <a:ext uri="{FF2B5EF4-FFF2-40B4-BE49-F238E27FC236}">
                <a16:creationId xmlns:a16="http://schemas.microsoft.com/office/drawing/2014/main" id="{AB4AECCB-E11D-4EBC-A3CE-09C78FCB79E1}"/>
              </a:ext>
              <a:ext uri="{C183D7F6-B498-43B3-948B-1728B52AA6E4}">
                <adec:decorative xmlns:adec="http://schemas.microsoft.com/office/drawing/2017/decorative" val="1"/>
              </a:ext>
            </a:extLst>
          </p:cNvPr>
          <p:cNvSpPr>
            <a:spLocks noGrp="1"/>
          </p:cNvSpPr>
          <p:nvPr>
            <p:ph type="pic" sz="quarter" idx="25" hasCustomPrompt="1"/>
          </p:nvPr>
        </p:nvSpPr>
        <p:spPr>
          <a:xfrm>
            <a:off x="3452940" y="2030413"/>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8" name="Picture Placeholder 8">
            <a:extLst>
              <a:ext uri="{FF2B5EF4-FFF2-40B4-BE49-F238E27FC236}">
                <a16:creationId xmlns:a16="http://schemas.microsoft.com/office/drawing/2014/main" id="{2FA1BF05-D284-472F-9EF0-F7254B7FF62D}"/>
              </a:ext>
              <a:ext uri="{C183D7F6-B498-43B3-948B-1728B52AA6E4}">
                <adec:decorative xmlns:adec="http://schemas.microsoft.com/office/drawing/2017/decorative" val="1"/>
              </a:ext>
            </a:extLst>
          </p:cNvPr>
          <p:cNvSpPr>
            <a:spLocks noGrp="1"/>
          </p:cNvSpPr>
          <p:nvPr>
            <p:ph type="pic" sz="quarter" idx="26" hasCustomPrompt="1"/>
          </p:nvPr>
        </p:nvSpPr>
        <p:spPr>
          <a:xfrm>
            <a:off x="6259504"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9" name="Picture Placeholder 8">
            <a:extLst>
              <a:ext uri="{FF2B5EF4-FFF2-40B4-BE49-F238E27FC236}">
                <a16:creationId xmlns:a16="http://schemas.microsoft.com/office/drawing/2014/main" id="{B07BF657-C527-4471-9592-14860859A6BF}"/>
              </a:ext>
              <a:ext uri="{C183D7F6-B498-43B3-948B-1728B52AA6E4}">
                <adec:decorative xmlns:adec="http://schemas.microsoft.com/office/drawing/2017/decorative" val="1"/>
              </a:ext>
            </a:extLst>
          </p:cNvPr>
          <p:cNvSpPr>
            <a:spLocks noGrp="1"/>
          </p:cNvSpPr>
          <p:nvPr>
            <p:ph type="pic" sz="quarter" idx="27" hasCustomPrompt="1"/>
          </p:nvPr>
        </p:nvSpPr>
        <p:spPr>
          <a:xfrm>
            <a:off x="9055357"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880173437"/>
      </p:ext>
    </p:extLst>
  </p:cSld>
  <p:clrMapOvr>
    <a:masterClrMapping/>
  </p:clrMapOvr>
  <p:extLst>
    <p:ext uri="{DCECCB84-F9BA-43D5-87BE-67443E8EF086}">
      <p15:sldGuideLst xmlns:p15="http://schemas.microsoft.com/office/powerpoint/2012/main">
        <p15:guide id="18" orient="horz" pos="2943">
          <p15:clr>
            <a:srgbClr val="547EBF"/>
          </p15:clr>
        </p15:guide>
        <p15:guide id="19" orient="horz" pos="1279">
          <p15:clr>
            <a:srgbClr val="547EBF"/>
          </p15:clr>
        </p15:guide>
        <p15:guide id="20" orient="horz" pos="2845">
          <p15:clr>
            <a:srgbClr val="547EBF"/>
          </p15:clr>
        </p15:guide>
        <p15:guide id="21" orient="horz" pos="3936">
          <p15:clr>
            <a:srgbClr val="547EBF"/>
          </p15:clr>
        </p15:guide>
        <p15:guide id="22" orient="horz" pos="202">
          <p15:clr>
            <a:srgbClr val="547EBF"/>
          </p15:clr>
        </p15:guide>
        <p15:guide id="23" orient="horz" pos="495">
          <p15:clr>
            <a:srgbClr val="547EBF"/>
          </p15:clr>
        </p15:guide>
        <p15:guide id="24" orient="horz" pos="789">
          <p15:clr>
            <a:srgbClr val="547EBF"/>
          </p15:clr>
        </p15:guide>
        <p15:guide id="25" pos="413">
          <p15:clr>
            <a:srgbClr val="547EBF"/>
          </p15:clr>
        </p15:guide>
        <p15:guide id="26" pos="7267">
          <p15:clr>
            <a:srgbClr val="547EBF"/>
          </p15:clr>
        </p15:guide>
        <p15:guide id="27" pos="1980">
          <p15:clr>
            <a:srgbClr val="547EBF"/>
          </p15:clr>
        </p15:guide>
        <p15:guide id="28" pos="2175">
          <p15:clr>
            <a:srgbClr val="547EBF"/>
          </p15:clr>
        </p15:guide>
        <p15:guide id="29" pos="3742">
          <p15:clr>
            <a:srgbClr val="547EBF"/>
          </p15:clr>
        </p15:guide>
        <p15:guide id="30" pos="3938">
          <p15:clr>
            <a:srgbClr val="547EBF"/>
          </p15:clr>
        </p15:guide>
        <p15:guide id="31" pos="5700">
          <p15:clr>
            <a:srgbClr val="547EBF"/>
          </p15:clr>
        </p15:guide>
        <p15:guide id="32" pos="5505">
          <p15:clr>
            <a:srgbClr val="547EBF"/>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Four picture content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9057C-87AC-42DB-B763-DB393374FEF2}"/>
              </a:ext>
            </a:extLst>
          </p:cNvPr>
          <p:cNvSpPr>
            <a:spLocks noGrp="1"/>
          </p:cNvSpPr>
          <p:nvPr>
            <p:ph type="title"/>
          </p:nvPr>
        </p:nvSpPr>
        <p:spPr/>
        <p:txBody>
          <a:bodyPr/>
          <a:lstStyle/>
          <a:p>
            <a:r>
              <a:rPr lang="en-US"/>
              <a:t>Click to edit Master title style</a:t>
            </a:r>
            <a:endParaRPr lang="en-US" dirty="0"/>
          </a:p>
        </p:txBody>
      </p:sp>
      <p:sp>
        <p:nvSpPr>
          <p:cNvPr id="11" name="2 Subtitle">
            <a:extLst>
              <a:ext uri="{FF2B5EF4-FFF2-40B4-BE49-F238E27FC236}">
                <a16:creationId xmlns:a16="http://schemas.microsoft.com/office/drawing/2014/main" id="{F9EAAEB7-AABE-452B-8FFC-D112B4818ECE}"/>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467201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52940" y="4672014"/>
            <a:ext cx="2487612"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51448"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49512"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6" name="Picture Placeholder 8">
            <a:extLst>
              <a:ext uri="{FF2B5EF4-FFF2-40B4-BE49-F238E27FC236}">
                <a16:creationId xmlns:a16="http://schemas.microsoft.com/office/drawing/2014/main" id="{DA8B8813-90DD-49F0-8139-24CFB9E3C9AA}"/>
              </a:ext>
              <a:ext uri="{C183D7F6-B498-43B3-948B-1728B52AA6E4}">
                <adec:decorative xmlns:adec="http://schemas.microsoft.com/office/drawing/2017/decorative" val="1"/>
              </a:ext>
            </a:extLst>
          </p:cNvPr>
          <p:cNvSpPr>
            <a:spLocks noGrp="1"/>
          </p:cNvSpPr>
          <p:nvPr>
            <p:ph type="pic" sz="quarter" idx="24" hasCustomPrompt="1"/>
          </p:nvPr>
        </p:nvSpPr>
        <p:spPr>
          <a:xfrm>
            <a:off x="655638" y="2025650"/>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7" name="Picture Placeholder 8">
            <a:extLst>
              <a:ext uri="{FF2B5EF4-FFF2-40B4-BE49-F238E27FC236}">
                <a16:creationId xmlns:a16="http://schemas.microsoft.com/office/drawing/2014/main" id="{AB4AECCB-E11D-4EBC-A3CE-09C78FCB79E1}"/>
              </a:ext>
              <a:ext uri="{C183D7F6-B498-43B3-948B-1728B52AA6E4}">
                <adec:decorative xmlns:adec="http://schemas.microsoft.com/office/drawing/2017/decorative" val="1"/>
              </a:ext>
            </a:extLst>
          </p:cNvPr>
          <p:cNvSpPr>
            <a:spLocks noGrp="1"/>
          </p:cNvSpPr>
          <p:nvPr>
            <p:ph type="pic" sz="quarter" idx="25" hasCustomPrompt="1"/>
          </p:nvPr>
        </p:nvSpPr>
        <p:spPr>
          <a:xfrm>
            <a:off x="3452940" y="2030413"/>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8" name="Picture Placeholder 8">
            <a:extLst>
              <a:ext uri="{FF2B5EF4-FFF2-40B4-BE49-F238E27FC236}">
                <a16:creationId xmlns:a16="http://schemas.microsoft.com/office/drawing/2014/main" id="{2FA1BF05-D284-472F-9EF0-F7254B7FF62D}"/>
              </a:ext>
              <a:ext uri="{C183D7F6-B498-43B3-948B-1728B52AA6E4}">
                <adec:decorative xmlns:adec="http://schemas.microsoft.com/office/drawing/2017/decorative" val="1"/>
              </a:ext>
            </a:extLst>
          </p:cNvPr>
          <p:cNvSpPr>
            <a:spLocks noGrp="1"/>
          </p:cNvSpPr>
          <p:nvPr>
            <p:ph type="pic" sz="quarter" idx="26" hasCustomPrompt="1"/>
          </p:nvPr>
        </p:nvSpPr>
        <p:spPr>
          <a:xfrm>
            <a:off x="6259504"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9" name="Picture Placeholder 8">
            <a:extLst>
              <a:ext uri="{FF2B5EF4-FFF2-40B4-BE49-F238E27FC236}">
                <a16:creationId xmlns:a16="http://schemas.microsoft.com/office/drawing/2014/main" id="{B07BF657-C527-4471-9592-14860859A6BF}"/>
              </a:ext>
              <a:ext uri="{C183D7F6-B498-43B3-948B-1728B52AA6E4}">
                <adec:decorative xmlns:adec="http://schemas.microsoft.com/office/drawing/2017/decorative" val="1"/>
              </a:ext>
            </a:extLst>
          </p:cNvPr>
          <p:cNvSpPr>
            <a:spLocks noGrp="1"/>
          </p:cNvSpPr>
          <p:nvPr>
            <p:ph type="pic" sz="quarter" idx="27" hasCustomPrompt="1"/>
          </p:nvPr>
        </p:nvSpPr>
        <p:spPr>
          <a:xfrm>
            <a:off x="9055357"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893161302"/>
      </p:ext>
    </p:extLst>
  </p:cSld>
  <p:clrMapOvr>
    <a:masterClrMapping/>
  </p:clrMapOvr>
  <p:extLst>
    <p:ext uri="{DCECCB84-F9BA-43D5-87BE-67443E8EF086}">
      <p15:sldGuideLst xmlns:p15="http://schemas.microsoft.com/office/powerpoint/2012/main">
        <p15:guide id="18" orient="horz" pos="2943">
          <p15:clr>
            <a:srgbClr val="547EBF"/>
          </p15:clr>
        </p15:guide>
        <p15:guide id="19" orient="horz" pos="1279">
          <p15:clr>
            <a:srgbClr val="547EBF"/>
          </p15:clr>
        </p15:guide>
        <p15:guide id="20" orient="horz" pos="2845">
          <p15:clr>
            <a:srgbClr val="547EBF"/>
          </p15:clr>
        </p15:guide>
        <p15:guide id="21" orient="horz" pos="3936">
          <p15:clr>
            <a:srgbClr val="547EBF"/>
          </p15:clr>
        </p15:guide>
        <p15:guide id="22" orient="horz" pos="202">
          <p15:clr>
            <a:srgbClr val="547EBF"/>
          </p15:clr>
        </p15:guide>
        <p15:guide id="23" orient="horz" pos="495">
          <p15:clr>
            <a:srgbClr val="547EBF"/>
          </p15:clr>
        </p15:guide>
        <p15:guide id="24" orient="horz" pos="789">
          <p15:clr>
            <a:srgbClr val="547EBF"/>
          </p15:clr>
        </p15:guide>
        <p15:guide id="25" pos="413">
          <p15:clr>
            <a:srgbClr val="547EBF"/>
          </p15:clr>
        </p15:guide>
        <p15:guide id="26" pos="7267">
          <p15:clr>
            <a:srgbClr val="547EBF"/>
          </p15:clr>
        </p15:guide>
        <p15:guide id="27" pos="1980">
          <p15:clr>
            <a:srgbClr val="547EBF"/>
          </p15:clr>
        </p15:guide>
        <p15:guide id="28" pos="2175">
          <p15:clr>
            <a:srgbClr val="547EBF"/>
          </p15:clr>
        </p15:guide>
        <p15:guide id="29" pos="3742">
          <p15:clr>
            <a:srgbClr val="547EBF"/>
          </p15:clr>
        </p15:guide>
        <p15:guide id="30" pos="3938">
          <p15:clr>
            <a:srgbClr val="547EBF"/>
          </p15:clr>
        </p15:guide>
        <p15:guide id="31" pos="5700">
          <p15:clr>
            <a:srgbClr val="547EBF"/>
          </p15:clr>
        </p15:guide>
        <p15:guide id="32" pos="5505">
          <p15:clr>
            <a:srgbClr val="547EBF"/>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endParaRPr lang="en-US" dirty="0"/>
          </a:p>
        </p:txBody>
      </p:sp>
      <p:sp>
        <p:nvSpPr>
          <p:cNvPr id="5" name="Picture Placeholder 8">
            <a:extLst>
              <a:ext uri="{FF2B5EF4-FFF2-40B4-BE49-F238E27FC236}">
                <a16:creationId xmlns:a16="http://schemas.microsoft.com/office/drawing/2014/main" id="{BC9BB614-934E-4D33-8136-678FECFA2E4C}"/>
              </a:ext>
              <a:ext uri="{C183D7F6-B498-43B3-948B-1728B52AA6E4}">
                <adec:decorative xmlns:adec="http://schemas.microsoft.com/office/drawing/2017/decorative" val="1"/>
              </a:ext>
            </a:extLst>
          </p:cNvPr>
          <p:cNvSpPr>
            <a:spLocks noGrp="1"/>
          </p:cNvSpPr>
          <p:nvPr>
            <p:ph type="pic" sz="quarter" idx="22" hasCustomPrompt="1"/>
          </p:nvPr>
        </p:nvSpPr>
        <p:spPr>
          <a:xfrm>
            <a:off x="655638" y="1436688"/>
            <a:ext cx="7181850" cy="4832350"/>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6" name="Text Placeholder 2">
            <a:extLst>
              <a:ext uri="{FF2B5EF4-FFF2-40B4-BE49-F238E27FC236}">
                <a16:creationId xmlns:a16="http://schemas.microsoft.com/office/drawing/2014/main" id="{C23B6F60-A422-4774-A893-F6F72F7B22D6}"/>
              </a:ext>
            </a:extLst>
          </p:cNvPr>
          <p:cNvSpPr>
            <a:spLocks noGrp="1"/>
          </p:cNvSpPr>
          <p:nvPr>
            <p:ph type="body" sz="quarter" idx="23"/>
          </p:nvPr>
        </p:nvSpPr>
        <p:spPr>
          <a:xfrm>
            <a:off x="8115300" y="1436689"/>
            <a:ext cx="3421062" cy="4832350"/>
          </a:xfrm>
        </p:spPr>
        <p:txBody>
          <a:bodyPr/>
          <a:lstStyle>
            <a:lvl1pPr marL="0" indent="0">
              <a:buNone/>
              <a:defRPr sz="2000">
                <a:latin typeface="Segoe UI Semibold" panose="020B0702040204020203" pitchFamily="34" charset="0"/>
                <a:cs typeface="Segoe UI Semibold" panose="020B0702040204020203" pitchFamily="34" charset="0"/>
              </a:defRPr>
            </a:lvl1pPr>
            <a:lvl2pPr marL="168275" indent="-168275">
              <a:defRPr sz="1800"/>
            </a:lvl2pPr>
            <a:lvl3pPr marL="0" indent="0">
              <a:buNone/>
              <a:defRPr sz="18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132328381"/>
      </p:ext>
    </p:extLst>
  </p:cSld>
  <p:clrMapOvr>
    <a:masterClrMapping/>
  </p:clrMapOvr>
  <p:extLst>
    <p:ext uri="{DCECCB84-F9BA-43D5-87BE-67443E8EF086}">
      <p15:sldGuideLst xmlns:p15="http://schemas.microsoft.com/office/powerpoint/2012/main">
        <p15:guide id="20" pos="4944">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creenshot and caption Sub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endParaRPr lang="en-US" dirty="0"/>
          </a:p>
        </p:txBody>
      </p:sp>
      <p:sp>
        <p:nvSpPr>
          <p:cNvPr id="6" name="2 Subtitle">
            <a:extLst>
              <a:ext uri="{FF2B5EF4-FFF2-40B4-BE49-F238E27FC236}">
                <a16:creationId xmlns:a16="http://schemas.microsoft.com/office/drawing/2014/main" id="{8F2C19A0-A7BB-4DAA-8F3E-C8260891FB7D}"/>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5" name="Picture Placeholder 8">
            <a:extLst>
              <a:ext uri="{FF2B5EF4-FFF2-40B4-BE49-F238E27FC236}">
                <a16:creationId xmlns:a16="http://schemas.microsoft.com/office/drawing/2014/main" id="{BC9BB614-934E-4D33-8136-678FECFA2E4C}"/>
              </a:ext>
              <a:ext uri="{C183D7F6-B498-43B3-948B-1728B52AA6E4}">
                <adec:decorative xmlns:adec="http://schemas.microsoft.com/office/drawing/2017/decorative" val="1"/>
              </a:ext>
            </a:extLst>
          </p:cNvPr>
          <p:cNvSpPr>
            <a:spLocks noGrp="1"/>
          </p:cNvSpPr>
          <p:nvPr>
            <p:ph type="pic" sz="quarter" idx="22" hasCustomPrompt="1"/>
          </p:nvPr>
        </p:nvSpPr>
        <p:spPr>
          <a:xfrm>
            <a:off x="655638" y="1436688"/>
            <a:ext cx="7181850" cy="4832350"/>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7" name="Text Placeholder 2">
            <a:extLst>
              <a:ext uri="{FF2B5EF4-FFF2-40B4-BE49-F238E27FC236}">
                <a16:creationId xmlns:a16="http://schemas.microsoft.com/office/drawing/2014/main" id="{52DFC09F-D5CA-4DF7-8673-A157E8B3F810}"/>
              </a:ext>
            </a:extLst>
          </p:cNvPr>
          <p:cNvSpPr>
            <a:spLocks noGrp="1"/>
          </p:cNvSpPr>
          <p:nvPr>
            <p:ph type="body" sz="quarter" idx="23"/>
          </p:nvPr>
        </p:nvSpPr>
        <p:spPr>
          <a:xfrm>
            <a:off x="8115300" y="1436689"/>
            <a:ext cx="3421062" cy="4832350"/>
          </a:xfrm>
        </p:spPr>
        <p:txBody>
          <a:bodyPr/>
          <a:lstStyle>
            <a:lvl1pPr marL="0" indent="0">
              <a:buNone/>
              <a:defRPr sz="2000">
                <a:latin typeface="Segoe UI Semibold" panose="020B0702040204020203" pitchFamily="34" charset="0"/>
                <a:cs typeface="Segoe UI Semibold" panose="020B0702040204020203" pitchFamily="34" charset="0"/>
              </a:defRPr>
            </a:lvl1pPr>
            <a:lvl2pPr marL="168275" indent="-168275">
              <a:defRPr sz="1800"/>
            </a:lvl2pPr>
            <a:lvl3pPr marL="0" indent="0">
              <a:buNone/>
              <a:defRPr sz="18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121908461"/>
      </p:ext>
    </p:extLst>
  </p:cSld>
  <p:clrMapOvr>
    <a:masterClrMapping/>
  </p:clrMapOvr>
  <p:extLst>
    <p:ext uri="{DCECCB84-F9BA-43D5-87BE-67443E8EF086}">
      <p15:sldGuideLst xmlns:p15="http://schemas.microsoft.com/office/powerpoint/2012/main">
        <p15:guide id="20" pos="4944">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creenshot and caption 2">
    <p:spTree>
      <p:nvGrpSpPr>
        <p:cNvPr id="1" name=""/>
        <p:cNvGrpSpPr/>
        <p:nvPr/>
      </p:nvGrpSpPr>
      <p:grpSpPr>
        <a:xfrm>
          <a:off x="0" y="0"/>
          <a:ext cx="0" cy="0"/>
          <a:chOff x="0" y="0"/>
          <a:chExt cx="0" cy="0"/>
        </a:xfrm>
      </p:grpSpPr>
      <p:sp>
        <p:nvSpPr>
          <p:cNvPr id="9" name="Title 7">
            <a:extLst>
              <a:ext uri="{FF2B5EF4-FFF2-40B4-BE49-F238E27FC236}">
                <a16:creationId xmlns:a16="http://schemas.microsoft.com/office/drawing/2014/main" id="{66AEE150-FB8B-41B9-8C47-5CA3E6A6A435}"/>
              </a:ext>
            </a:extLst>
          </p:cNvPr>
          <p:cNvSpPr>
            <a:spLocks noGrp="1"/>
          </p:cNvSpPr>
          <p:nvPr>
            <p:ph type="title"/>
          </p:nvPr>
        </p:nvSpPr>
        <p:spPr>
          <a:xfrm>
            <a:off x="655639" y="320040"/>
            <a:ext cx="6735762" cy="461665"/>
          </a:xfrm>
        </p:spPr>
        <p:txBody>
          <a:bodyPr/>
          <a:lstStyle/>
          <a:p>
            <a:r>
              <a:rPr lang="en-US"/>
              <a:t>Click to edit Master title style</a:t>
            </a:r>
            <a:endParaRPr lang="en-US" dirty="0"/>
          </a:p>
        </p:txBody>
      </p:sp>
      <p:sp>
        <p:nvSpPr>
          <p:cNvPr id="13" name="2 Subtitle">
            <a:extLst>
              <a:ext uri="{FF2B5EF4-FFF2-40B4-BE49-F238E27FC236}">
                <a16:creationId xmlns:a16="http://schemas.microsoft.com/office/drawing/2014/main" id="{018DFCC7-CC7B-4498-870F-D94259C879E8}"/>
              </a:ext>
            </a:extLst>
          </p:cNvPr>
          <p:cNvSpPr>
            <a:spLocks noGrp="1"/>
          </p:cNvSpPr>
          <p:nvPr>
            <p:ph type="subTitle" idx="1"/>
          </p:nvPr>
        </p:nvSpPr>
        <p:spPr>
          <a:xfrm>
            <a:off x="655637" y="786383"/>
            <a:ext cx="6735763"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3" name="Picture Placeholder 2">
            <a:extLst>
              <a:ext uri="{FF2B5EF4-FFF2-40B4-BE49-F238E27FC236}">
                <a16:creationId xmlns:a16="http://schemas.microsoft.com/office/drawing/2014/main" id="{0DEC932C-684F-41D2-BCA8-8869DE0524D9}"/>
              </a:ext>
              <a:ext uri="{C183D7F6-B498-43B3-948B-1728B52AA6E4}">
                <adec:decorative xmlns:adec="http://schemas.microsoft.com/office/drawing/2017/decorative" val="1"/>
              </a:ext>
            </a:extLst>
          </p:cNvPr>
          <p:cNvSpPr>
            <a:spLocks noGrp="1"/>
          </p:cNvSpPr>
          <p:nvPr>
            <p:ph type="pic" sz="quarter" idx="11" hasCustomPrompt="1"/>
          </p:nvPr>
        </p:nvSpPr>
        <p:spPr>
          <a:xfrm>
            <a:off x="7620000" y="0"/>
            <a:ext cx="4572000" cy="6858000"/>
          </a:xfr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lvl1pPr marL="0" indent="0">
              <a:buNone/>
              <a:defRPr lang="en-US" sz="2000" dirty="0">
                <a:gradFill>
                  <a:gsLst>
                    <a:gs pos="0">
                      <a:srgbClr val="FFFFFF"/>
                    </a:gs>
                    <a:gs pos="100000">
                      <a:srgbClr val="FFFFFF"/>
                    </a:gs>
                  </a:gsLst>
                  <a:lin ang="5400000" scaled="0"/>
                </a:gradFill>
                <a:ea typeface="Segoe UI" pitchFamily="34" charset="0"/>
              </a:defRPr>
            </a:lvl1pPr>
          </a:lstStyle>
          <a:p>
            <a:pPr marL="0" lvl="0" defTabSz="932472" fontAlgn="base">
              <a:spcBef>
                <a:spcPct val="0"/>
              </a:spcBef>
              <a:spcAft>
                <a:spcPct val="0"/>
              </a:spcAft>
            </a:pPr>
            <a:r>
              <a:rPr lang="en-US" dirty="0"/>
              <a:t> </a:t>
            </a:r>
          </a:p>
        </p:txBody>
      </p:sp>
      <p:sp>
        <p:nvSpPr>
          <p:cNvPr id="6" name="Text Placeholder 2">
            <a:extLst>
              <a:ext uri="{FF2B5EF4-FFF2-40B4-BE49-F238E27FC236}">
                <a16:creationId xmlns:a16="http://schemas.microsoft.com/office/drawing/2014/main" id="{758BC28E-7238-471F-9FCB-2F750E178DB5}"/>
              </a:ext>
            </a:extLst>
          </p:cNvPr>
          <p:cNvSpPr>
            <a:spLocks noGrp="1"/>
          </p:cNvSpPr>
          <p:nvPr>
            <p:ph type="body" sz="quarter" idx="23"/>
          </p:nvPr>
        </p:nvSpPr>
        <p:spPr>
          <a:xfrm>
            <a:off x="655638" y="1397001"/>
            <a:ext cx="6735761" cy="4851400"/>
          </a:xfrm>
        </p:spPr>
        <p:txBody>
          <a:bodyPr/>
          <a:lstStyle>
            <a:lvl1pPr marL="0" indent="0">
              <a:buNone/>
              <a:defRPr sz="2400">
                <a:latin typeface="Segoe UI Semibold" panose="020B0702040204020203" pitchFamily="34" charset="0"/>
                <a:cs typeface="Segoe UI Semibold" panose="020B0702040204020203" pitchFamily="34" charset="0"/>
              </a:defRPr>
            </a:lvl1pPr>
            <a:lvl2pPr marL="628650" indent="-342900">
              <a:defRPr sz="2000"/>
            </a:lvl2pPr>
            <a:lvl3pPr marL="0" indent="0">
              <a:buNone/>
              <a:defRPr sz="24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889796695"/>
      </p:ext>
    </p:extLst>
  </p:cSld>
  <p:clrMapOvr>
    <a:masterClrMapping/>
  </p:clrMapOvr>
  <p:extLst>
    <p:ext uri="{DCECCB84-F9BA-43D5-87BE-67443E8EF086}">
      <p15:sldGuideLst xmlns:p15="http://schemas.microsoft.com/office/powerpoint/2012/main">
        <p15:guide id="36" orient="horz" pos="3936">
          <p15:clr>
            <a:srgbClr val="547EBF"/>
          </p15:clr>
        </p15:guide>
        <p15:guide id="37" pos="2376">
          <p15:clr>
            <a:srgbClr val="FFFFFF"/>
          </p15:clr>
        </p15:guide>
        <p15:guide id="38" orient="horz" pos="880">
          <p15:clr>
            <a:srgbClr val="547EBF"/>
          </p15:clr>
        </p15:guide>
        <p15:guide id="39" pos="4656">
          <p15:clr>
            <a:srgbClr val="547EBF"/>
          </p15:clr>
        </p15:guide>
        <p15:guide id="40" pos="7267">
          <p15:clr>
            <a:srgbClr val="547EBF"/>
          </p15:clr>
        </p15:guide>
        <p15:guide id="41" pos="2763">
          <p15:clr>
            <a:srgbClr val="547EBF"/>
          </p15:clr>
        </p15:guide>
        <p15:guide id="42" pos="413">
          <p15:clr>
            <a:srgbClr val="FFFFFF"/>
          </p15:clr>
        </p15:guide>
        <p15:guide id="43" pos="480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8A04219-0E5A-4E6E-A0ED-3A6EADE03470}"/>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Title 4">
            <a:extLst>
              <a:ext uri="{FF2B5EF4-FFF2-40B4-BE49-F238E27FC236}">
                <a16:creationId xmlns:a16="http://schemas.microsoft.com/office/drawing/2014/main" id="{E022844A-5550-4DFB-8572-F08DCD6402C8}"/>
              </a:ext>
            </a:extLst>
          </p:cNvPr>
          <p:cNvSpPr>
            <a:spLocks noGrp="1"/>
          </p:cNvSpPr>
          <p:nvPr>
            <p:ph type="title" hasCustomPrompt="1"/>
          </p:nvPr>
        </p:nvSpPr>
        <p:spPr>
          <a:xfrm>
            <a:off x="655637" y="630238"/>
            <a:ext cx="3116263" cy="5597525"/>
          </a:xfrm>
        </p:spPr>
        <p:txBody>
          <a:bodyPr anchor="ctr">
            <a:noAutofit/>
          </a:bodyPr>
          <a:lstStyle>
            <a:lvl1pPr>
              <a:defRPr>
                <a:solidFill>
                  <a:srgbClr val="000000"/>
                </a:solidFill>
              </a:defRPr>
            </a:lvl1pPr>
          </a:lstStyle>
          <a:p>
            <a:r>
              <a:rPr lang="en-US" dirty="0"/>
              <a:t>Title</a:t>
            </a:r>
          </a:p>
        </p:txBody>
      </p:sp>
      <p:sp>
        <p:nvSpPr>
          <p:cNvPr id="5" name="2 Text Placeholder">
            <a:extLst>
              <a:ext uri="{FF2B5EF4-FFF2-40B4-BE49-F238E27FC236}">
                <a16:creationId xmlns:a16="http://schemas.microsoft.com/office/drawing/2014/main" id="{206E366F-7522-4E1B-A403-30AD9B1B27B9}"/>
              </a:ext>
            </a:extLst>
          </p:cNvPr>
          <p:cNvSpPr>
            <a:spLocks noGrp="1"/>
          </p:cNvSpPr>
          <p:nvPr>
            <p:ph type="body" sz="quarter" idx="10"/>
          </p:nvPr>
        </p:nvSpPr>
        <p:spPr>
          <a:xfrm>
            <a:off x="5008563" y="630238"/>
            <a:ext cx="6527800" cy="5597525"/>
          </a:xfrm>
          <a:prstGeom prst="rect">
            <a:avLst/>
          </a:prstGeom>
        </p:spPr>
        <p:txBody>
          <a:bodyPr anchor="ctr" anchorCtr="0">
            <a:noAutofit/>
          </a:bodyPr>
          <a:lstStyle>
            <a:lvl1pPr marL="457200" indent="-457200">
              <a:spcAft>
                <a:spcPts val="1200"/>
              </a:spcAft>
              <a:buFont typeface="Arial" panose="020B0604020202020204" pitchFamily="34" charset="0"/>
              <a:buChar char="•"/>
              <a:defRPr sz="2400"/>
            </a:lvl1pPr>
            <a:lvl2pPr marL="0" indent="0">
              <a:buNone/>
              <a:defRPr sz="24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84395222"/>
      </p:ext>
    </p:extLst>
  </p:cSld>
  <p:clrMapOvr>
    <a:masterClrMapping/>
  </p:clrMapOvr>
  <p:extLst>
    <p:ext uri="{DCECCB84-F9BA-43D5-87BE-67443E8EF086}">
      <p15:sldGuideLst xmlns:p15="http://schemas.microsoft.com/office/powerpoint/2012/main">
        <p15:guide id="36" orient="horz" pos="3923">
          <p15:clr>
            <a:srgbClr val="547EBF"/>
          </p15:clr>
        </p15:guide>
        <p15:guide id="37" pos="2376">
          <p15:clr>
            <a:srgbClr val="FFFFFF"/>
          </p15:clr>
        </p15:guide>
        <p15:guide id="38" orient="horz" pos="397">
          <p15:clr>
            <a:srgbClr val="547EBF"/>
          </p15:clr>
        </p15:guide>
        <p15:guide id="39" pos="3155">
          <p15:clr>
            <a:srgbClr val="547EBF"/>
          </p15:clr>
        </p15:guide>
        <p15:guide id="40" pos="7267">
          <p15:clr>
            <a:srgbClr val="547EBF"/>
          </p15:clr>
        </p15:guide>
        <p15:guide id="41" pos="2763">
          <p15:clr>
            <a:srgbClr val="547EBF"/>
          </p15:clr>
        </p15:guide>
        <p15:guide id="42" pos="413">
          <p15:clr>
            <a:srgbClr val="FFFFF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39E5C076-3B78-4451-8068-576892A08E9C}"/>
              </a:ext>
            </a:extLst>
          </p:cNvPr>
          <p:cNvSpPr>
            <a:spLocks noGrp="1"/>
          </p:cNvSpPr>
          <p:nvPr>
            <p:ph type="title" hasCustomPrompt="1"/>
          </p:nvPr>
        </p:nvSpPr>
        <p:spPr>
          <a:xfrm>
            <a:off x="655320" y="630936"/>
            <a:ext cx="3114650" cy="5596826"/>
          </a:xfrm>
        </p:spPr>
        <p:txBody>
          <a:bodyPr anchor="ctr">
            <a:noAutofit/>
          </a:bodyPr>
          <a:lstStyle>
            <a:lvl1pPr>
              <a:defRPr/>
            </a:lvl1pPr>
          </a:lstStyle>
          <a:p>
            <a:r>
              <a:rPr lang="en-US" dirty="0"/>
              <a:t>Title</a:t>
            </a:r>
          </a:p>
        </p:txBody>
      </p:sp>
      <p:cxnSp>
        <p:nvCxnSpPr>
          <p:cNvPr id="8" name="Straight Connector 4">
            <a:extLst>
              <a:ext uri="{FF2B5EF4-FFF2-40B4-BE49-F238E27FC236}">
                <a16:creationId xmlns:a16="http://schemas.microsoft.com/office/drawing/2014/main" id="{EA167103-4543-493E-9E7F-A1FD9EC58369}"/>
              </a:ext>
              <a:ext uri="{C183D7F6-B498-43B3-948B-1728B52AA6E4}">
                <adec:decorative xmlns:adec="http://schemas.microsoft.com/office/drawing/2017/decorative" val="1"/>
              </a:ext>
            </a:extLst>
          </p:cNvPr>
          <p:cNvCxnSpPr/>
          <p:nvPr/>
        </p:nvCxnSpPr>
        <p:spPr>
          <a:xfrm>
            <a:off x="4386072" y="2578100"/>
            <a:ext cx="0" cy="1701800"/>
          </a:xfrm>
          <a:prstGeom prst="line">
            <a:avLst/>
          </a:prstGeom>
          <a:ln w="28575">
            <a:solidFill>
              <a:srgbClr val="41424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2 Text Placeholder">
            <a:extLst>
              <a:ext uri="{FF2B5EF4-FFF2-40B4-BE49-F238E27FC236}">
                <a16:creationId xmlns:a16="http://schemas.microsoft.com/office/drawing/2014/main" id="{18DE0510-3D61-47C9-A3C6-965784AA9205}"/>
              </a:ext>
            </a:extLst>
          </p:cNvPr>
          <p:cNvSpPr>
            <a:spLocks noGrp="1"/>
          </p:cNvSpPr>
          <p:nvPr>
            <p:ph type="body" sz="quarter" idx="10"/>
          </p:nvPr>
        </p:nvSpPr>
        <p:spPr>
          <a:xfrm>
            <a:off x="5008563" y="630238"/>
            <a:ext cx="6527800" cy="5597525"/>
          </a:xfrm>
          <a:prstGeom prst="rect">
            <a:avLst/>
          </a:prstGeom>
        </p:spPr>
        <p:txBody>
          <a:bodyPr anchor="ctr" anchorCtr="0">
            <a:noAutofit/>
          </a:bodyPr>
          <a:lstStyle>
            <a:lvl1pPr marL="457200" indent="-457200">
              <a:spcAft>
                <a:spcPts val="1200"/>
              </a:spcAft>
              <a:buFont typeface="Arial" panose="020B0604020202020204" pitchFamily="34" charset="0"/>
              <a:buChar char="•"/>
              <a:defRPr sz="2400"/>
            </a:lvl1pPr>
            <a:lvl2pPr marL="0" indent="0">
              <a:buNone/>
              <a:defRPr sz="24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907129256"/>
      </p:ext>
    </p:extLst>
  </p:cSld>
  <p:clrMapOvr>
    <a:masterClrMapping/>
  </p:clrMapOvr>
  <p:extLst>
    <p:ext uri="{DCECCB84-F9BA-43D5-87BE-67443E8EF086}">
      <p15:sldGuideLst xmlns:p15="http://schemas.microsoft.com/office/powerpoint/2012/main">
        <p15:guide id="37" orient="horz" pos="397">
          <p15:clr>
            <a:srgbClr val="547EBF"/>
          </p15:clr>
        </p15:guide>
        <p15:guide id="38" orient="horz" pos="3923">
          <p15:clr>
            <a:srgbClr val="547EBF"/>
          </p15:clr>
        </p15:guide>
        <p15:guide id="39" pos="2763">
          <p15:clr>
            <a:srgbClr val="547EBF"/>
          </p15:clr>
        </p15:guide>
        <p15:guide id="40" pos="413">
          <p15:clr>
            <a:srgbClr val="547EBF"/>
          </p15:clr>
        </p15:guide>
        <p15:guide id="41" pos="2371">
          <p15:clr>
            <a:srgbClr val="547EBF"/>
          </p15:clr>
        </p15:guide>
        <p15:guide id="42" pos="3155">
          <p15:clr>
            <a:srgbClr val="547EBF"/>
          </p15:clr>
        </p15:guide>
        <p15:guide id="43" pos="7267">
          <p15:clr>
            <a:srgbClr val="547EBF"/>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2 Text Placeholder"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655638" y="1436688"/>
            <a:ext cx="10880726" cy="4791075"/>
          </a:xfrm>
          <a:prstGeom prst="rect">
            <a:avLst/>
          </a:prstGeom>
        </p:spPr>
        <p:txBody>
          <a:bodyPr/>
          <a:lstStyle>
            <a:lvl1pPr marL="0"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vl6pPr marL="1051560" indent="0">
              <a:spcBef>
                <a:spcPts val="330"/>
              </a:spcBef>
              <a:buFontTx/>
              <a:buNone/>
              <a:defRPr sz="1800" baseline="0">
                <a:solidFill>
                  <a:schemeClr val="tx1"/>
                </a:solidFill>
                <a:latin typeface="Comic Sans MS" panose="030F0702030302020204" pitchFamily="66" charset="0"/>
              </a:defRPr>
            </a:lvl6pPr>
            <a:lvl7pPr marL="1051560" indent="0">
              <a:spcBef>
                <a:spcPts val="330"/>
              </a:spcBef>
              <a:buFontTx/>
              <a:buNone/>
              <a:defRPr sz="1800" baseline="0">
                <a:solidFill>
                  <a:schemeClr val="tx1"/>
                </a:solidFill>
                <a:latin typeface="Comic Sans MS" panose="030F0702030302020204" pitchFamily="66" charset="0"/>
              </a:defRPr>
            </a:lvl7pPr>
            <a:lvl8pPr marL="1051560" indent="0">
              <a:spcBef>
                <a:spcPts val="330"/>
              </a:spcBef>
              <a:buFontTx/>
              <a:buNone/>
              <a:defRPr sz="1800" baseline="0">
                <a:solidFill>
                  <a:schemeClr val="tx1"/>
                </a:solidFill>
                <a:latin typeface="Comic Sans MS" panose="030F0702030302020204" pitchFamily="66" charset="0"/>
              </a:defRPr>
            </a:lvl8pPr>
            <a:lvl9pPr marL="1051560" indent="0">
              <a:spcBef>
                <a:spcPts val="330"/>
              </a:spcBef>
              <a:buFontTx/>
              <a:buNone/>
              <a:defRPr sz="1800" baseline="0">
                <a:solidFill>
                  <a:schemeClr val="tx1"/>
                </a:solidFill>
                <a:latin typeface="Comic Sans MS" panose="030F0702030302020204" pitchFamily="66"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41781415"/>
      </p:ext>
    </p:extLst>
  </p:cSld>
  <p:clrMapOvr>
    <a:masterClrMapping/>
  </p:clrMapOvr>
  <p:extLst>
    <p:ext uri="{DCECCB84-F9BA-43D5-87BE-67443E8EF086}">
      <p15:sldGuideLst xmlns:p15="http://schemas.microsoft.com/office/powerpoint/2012/main">
        <p15:guide id="8" pos="413">
          <p15:clr>
            <a:srgbClr val="547EBF"/>
          </p15:clr>
        </p15:guide>
        <p15:guide id="9" orient="horz" pos="495">
          <p15:clr>
            <a:srgbClr val="547EBF"/>
          </p15:clr>
        </p15:guide>
        <p15:guide id="10" pos="7267">
          <p15:clr>
            <a:srgbClr val="547EBF"/>
          </p15:clr>
        </p15:guide>
        <p15:guide id="11" orient="horz" pos="202">
          <p15:clr>
            <a:srgbClr val="547EBF"/>
          </p15:clr>
        </p15:guide>
        <p15:guide id="12" orient="horz" pos="789">
          <p15:clr>
            <a:srgbClr val="547EBF"/>
          </p15:clr>
        </p15:guide>
        <p15:guide id="13" orient="horz" pos="912">
          <p15:clr>
            <a:srgbClr val="547EBF"/>
          </p15:clr>
        </p15:guide>
        <p15:guide id="14" orient="horz" pos="3923">
          <p15:clr>
            <a:srgbClr val="547EBF"/>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Developer Code Layout Subtitle">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4" name="2 Subtitle">
            <a:extLst>
              <a:ext uri="{FF2B5EF4-FFF2-40B4-BE49-F238E27FC236}">
                <a16:creationId xmlns:a16="http://schemas.microsoft.com/office/drawing/2014/main" id="{FEFC21FB-8EFB-4F7C-80D3-C6600B5FDCB9}"/>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5" name="2 Text Placeholder"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655638" y="1436688"/>
            <a:ext cx="10880726" cy="4791075"/>
          </a:xfrm>
          <a:prstGeom prst="rect">
            <a:avLst/>
          </a:prstGeom>
        </p:spPr>
        <p:txBody>
          <a:bodyPr/>
          <a:lstStyle>
            <a:lvl1pPr marL="0"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vl6pPr marL="1051560" indent="0">
              <a:spcBef>
                <a:spcPts val="330"/>
              </a:spcBef>
              <a:buFontTx/>
              <a:buNone/>
              <a:defRPr sz="1800" baseline="0">
                <a:solidFill>
                  <a:schemeClr val="tx1"/>
                </a:solidFill>
                <a:latin typeface="Comic Sans MS" panose="030F0702030302020204" pitchFamily="66" charset="0"/>
              </a:defRPr>
            </a:lvl6pPr>
            <a:lvl7pPr marL="1051560" indent="0">
              <a:spcBef>
                <a:spcPts val="330"/>
              </a:spcBef>
              <a:buFontTx/>
              <a:buNone/>
              <a:defRPr sz="1800" baseline="0">
                <a:solidFill>
                  <a:schemeClr val="tx1"/>
                </a:solidFill>
                <a:latin typeface="Comic Sans MS" panose="030F0702030302020204" pitchFamily="66" charset="0"/>
              </a:defRPr>
            </a:lvl7pPr>
            <a:lvl8pPr marL="1051560" indent="0">
              <a:spcBef>
                <a:spcPts val="330"/>
              </a:spcBef>
              <a:buFontTx/>
              <a:buNone/>
              <a:defRPr sz="1800" baseline="0">
                <a:solidFill>
                  <a:schemeClr val="tx1"/>
                </a:solidFill>
                <a:latin typeface="Comic Sans MS" panose="030F0702030302020204" pitchFamily="66" charset="0"/>
              </a:defRPr>
            </a:lvl8pPr>
            <a:lvl9pPr marL="1051560" indent="0">
              <a:spcBef>
                <a:spcPts val="330"/>
              </a:spcBef>
              <a:buFontTx/>
              <a:buNone/>
              <a:defRPr sz="1800" baseline="0">
                <a:solidFill>
                  <a:schemeClr val="tx1"/>
                </a:solidFill>
                <a:latin typeface="Comic Sans MS" panose="030F0702030302020204" pitchFamily="66"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23460701"/>
      </p:ext>
    </p:extLst>
  </p:cSld>
  <p:clrMapOvr>
    <a:masterClrMapping/>
  </p:clrMapOvr>
  <p:extLst>
    <p:ext uri="{DCECCB84-F9BA-43D5-87BE-67443E8EF086}">
      <p15:sldGuideLst xmlns:p15="http://schemas.microsoft.com/office/powerpoint/2012/main">
        <p15:guide id="8" pos="413">
          <p15:clr>
            <a:srgbClr val="547EBF"/>
          </p15:clr>
        </p15:guide>
        <p15:guide id="9" orient="horz" pos="495">
          <p15:clr>
            <a:srgbClr val="547EBF"/>
          </p15:clr>
        </p15:guide>
        <p15:guide id="10" pos="7267">
          <p15:clr>
            <a:srgbClr val="547EBF"/>
          </p15:clr>
        </p15:guide>
        <p15:guide id="11" orient="horz" pos="202">
          <p15:clr>
            <a:srgbClr val="547EBF"/>
          </p15:clr>
        </p15:guide>
        <p15:guide id="12" orient="horz" pos="789">
          <p15:clr>
            <a:srgbClr val="547EBF"/>
          </p15:clr>
        </p15:guide>
        <p15:guide id="13" orient="horz" pos="912">
          <p15:clr>
            <a:srgbClr val="547EBF"/>
          </p15:clr>
        </p15:guide>
        <p15:guide id="14" orient="horz" pos="3923">
          <p15:clr>
            <a:srgbClr val="547EBF"/>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4103014"/>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color">
    <p:bg>
      <p:bgPr>
        <a:solidFill>
          <a:srgbClr val="E6E6E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8681588"/>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pyrigh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4F94614A-5991-48D1-BAE0-C77F81393F2D}"/>
              </a:ext>
            </a:extLst>
          </p:cNvPr>
          <p:cNvSpPr txBox="1">
            <a:spLocks/>
          </p:cNvSpPr>
          <p:nvPr/>
        </p:nvSpPr>
        <p:spPr>
          <a:xfrm>
            <a:off x="228601" y="361950"/>
            <a:ext cx="11811000" cy="5962650"/>
          </a:xfrm>
          <a:prstGeom prst="rect">
            <a:avLst/>
          </a:prstGeom>
        </p:spPr>
        <p:txBody>
          <a:bodyPr vert="horz" lIns="91427" tIns="45713" rIns="91427" bIns="45713" rtlCol="0">
            <a:normAutofit fontScale="85000" lnSpcReduction="20000"/>
          </a:bodyPr>
          <a:lstStyle>
            <a:lvl1pPr marL="112713" indent="6350" algn="l" defTabSz="914400" rtl="0" eaLnBrk="1" latinLnBrk="0" hangingPunct="1">
              <a:spcBef>
                <a:spcPct val="20000"/>
              </a:spcBef>
              <a:spcAft>
                <a:spcPts val="300"/>
              </a:spcAft>
              <a:buSzPct val="100000"/>
              <a:buFont typeface="Arial" pitchFamily="34" charset="0"/>
              <a:buNone/>
              <a:defRPr sz="1050" kern="1200">
                <a:solidFill>
                  <a:schemeClr val="tx1"/>
                </a:solidFill>
                <a:latin typeface="Calibri Light" panose="020F0302020204030204" pitchFamily="34" charset="0"/>
                <a:ea typeface="+mn-ea"/>
                <a:cs typeface="+mn-cs"/>
              </a:defRPr>
            </a:lvl1pPr>
            <a:lvl2pPr marL="112713" indent="6350" algn="l" defTabSz="914400" rtl="0" eaLnBrk="1" latinLnBrk="0" hangingPunct="1">
              <a:spcBef>
                <a:spcPct val="20000"/>
              </a:spcBef>
              <a:buSzPct val="110000"/>
              <a:buFont typeface="Arial" pitchFamily="34" charset="0"/>
              <a:buNone/>
              <a:defRPr sz="2000" kern="1200">
                <a:solidFill>
                  <a:schemeClr val="tx1"/>
                </a:solidFill>
                <a:latin typeface="Calibri Light" panose="020F0302020204030204" pitchFamily="34" charset="0"/>
                <a:ea typeface="+mn-ea"/>
                <a:cs typeface="+mn-cs"/>
              </a:defRPr>
            </a:lvl2pPr>
            <a:lvl3pPr marL="112713" indent="6350" algn="l" defTabSz="914400" rtl="0" eaLnBrk="1" latinLnBrk="0" hangingPunct="1">
              <a:spcBef>
                <a:spcPct val="20000"/>
              </a:spcBef>
              <a:buSzPct val="110000"/>
              <a:buFont typeface="Arial" pitchFamily="34" charset="0"/>
              <a:buNone/>
              <a:defRPr sz="1800" kern="1200">
                <a:solidFill>
                  <a:schemeClr val="tx1"/>
                </a:solidFill>
                <a:latin typeface="Calibri Light" panose="020F0302020204030204" pitchFamily="34" charset="0"/>
                <a:ea typeface="+mn-ea"/>
                <a:cs typeface="+mn-cs"/>
              </a:defRPr>
            </a:lvl3pPr>
            <a:lvl4pPr marL="112713" indent="6350" algn="l" defTabSz="914400" rtl="0" eaLnBrk="1" latinLnBrk="0" hangingPunct="1">
              <a:spcBef>
                <a:spcPct val="20000"/>
              </a:spcBef>
              <a:buSzPct val="110000"/>
              <a:buFont typeface="Arial" pitchFamily="34" charset="0"/>
              <a:buNone/>
              <a:defRPr sz="1600" kern="1200">
                <a:solidFill>
                  <a:schemeClr val="tx1"/>
                </a:solidFill>
                <a:latin typeface="Calibri Light" panose="020F0302020204030204" pitchFamily="34" charset="0"/>
                <a:ea typeface="+mn-ea"/>
                <a:cs typeface="+mn-cs"/>
              </a:defRPr>
            </a:lvl4pPr>
            <a:lvl5pPr marL="112713" indent="6350" algn="l" defTabSz="914400" rtl="0" eaLnBrk="1" latinLnBrk="0" hangingPunct="1">
              <a:spcBef>
                <a:spcPct val="20000"/>
              </a:spcBef>
              <a:buSzPct val="110000"/>
              <a:buFont typeface="Arial" pitchFamily="34" charset="0"/>
              <a:buNone/>
              <a:defRPr sz="1600" kern="1200">
                <a:solidFill>
                  <a:schemeClr val="tx1"/>
                </a:solidFill>
                <a:latin typeface="Calibri Light" panose="020F030202020403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300" b="1" dirty="0">
                <a:solidFill>
                  <a:srgbClr val="000000"/>
                </a:solidFill>
              </a:rPr>
              <a:t>Conditions and Terms of Use</a:t>
            </a:r>
          </a:p>
          <a:p>
            <a:r>
              <a:rPr lang="en-US" sz="1500" dirty="0">
                <a:solidFill>
                  <a:srgbClr val="0A5BBA"/>
                </a:solidFill>
              </a:rPr>
              <a:t>Microsoft Confidential</a:t>
            </a:r>
          </a:p>
          <a:p>
            <a:r>
              <a:rPr lang="en-US" sz="1800" dirty="0">
                <a:solidFill>
                  <a:srgbClr val="000000"/>
                </a:solidFill>
              </a:rPr>
              <a:t>This training package is proprietary and confidential, and is intended only for uses described in the training materials. Content and software is provided to you under a Non-Disclosure Agreement and cannot be distributed. Copying or disclosing all or any portion of the content and/or software included in such packages is strictly prohibited.</a:t>
            </a:r>
          </a:p>
          <a:p>
            <a:r>
              <a:rPr lang="en-US" sz="1800" dirty="0">
                <a:solidFill>
                  <a:srgbClr val="000000"/>
                </a:solidFill>
              </a:rPr>
              <a:t>The contents of this package are for informational and training purposes only and are provided "as is" without warranty of any kind, whether express or implied, including but not limited to the implied warranties of merchantability, fitness for a particular purpose, and non-infringement.</a:t>
            </a:r>
          </a:p>
          <a:p>
            <a:r>
              <a:rPr lang="en-US" sz="1800" dirty="0">
                <a:solidFill>
                  <a:srgbClr val="000000"/>
                </a:solidFill>
              </a:rPr>
              <a:t>Training package content, including URLs and other Internet website references, is subject to change without notice. Because Microsoft must respond to changing market conditions, the content should not be interpreted to be a commitment on the part of Microsoft, and Microsoft cannot guarantee the accuracy of any information presented after the date of publication. Unless otherwise noted, the companies, organizations, products, domain names, e-mail addresses, logos, people, places, and events depicted herein are fictitious, and no association with any real company, organization, product, domain name, e-mail address, logo, person, place, or event is intended or should be inferred. </a:t>
            </a:r>
          </a:p>
          <a:p>
            <a:endParaRPr lang="en-US" sz="1800" dirty="0">
              <a:solidFill>
                <a:srgbClr val="000000"/>
              </a:solidFill>
            </a:endParaRPr>
          </a:p>
          <a:p>
            <a:r>
              <a:rPr lang="en-US" sz="2300" b="1" dirty="0">
                <a:solidFill>
                  <a:srgbClr val="000000"/>
                </a:solidFill>
              </a:rPr>
              <a:t>Copyright and Trademarks </a:t>
            </a:r>
          </a:p>
          <a:p>
            <a:r>
              <a:rPr lang="en-US" sz="1500" dirty="0">
                <a:solidFill>
                  <a:srgbClr val="0A5BBA"/>
                </a:solidFill>
              </a:rPr>
              <a:t>© 2020 Microsoft Corporation. All rights reserved.</a:t>
            </a:r>
          </a:p>
          <a:p>
            <a:r>
              <a:rPr lang="en-US" sz="1800" dirty="0">
                <a:solidFill>
                  <a:srgbClr val="000000"/>
                </a:solidFill>
              </a:rPr>
              <a:t>Microsoft may have patents, patent applications, trademarks, copyrights, or other intellectual property rights covering subject matter in this document. Except as expressly provided in written license agreement from Microsoft, the furnishing of this document does not give you any license to these patents, trademarks, copyrights, or other intellectual property.</a:t>
            </a:r>
          </a:p>
          <a:p>
            <a:r>
              <a:rPr lang="en-US" sz="1800" dirty="0">
                <a:solidFill>
                  <a:srgbClr val="000000"/>
                </a:solidFill>
              </a:rPr>
              <a:t>Complying with all applicable copyright laws is the responsibility of the user. Without limiting the rights under copyright, no part of this document may be reproduced, stored in or introduced into a retrieval system, or transmitted in any form or by any means (electronic, mechanical, photocopying, recording, or otherwise), or for any purpose, without the express written permission of Microsoft Corporation. </a:t>
            </a:r>
          </a:p>
          <a:p>
            <a:pPr algn="ctr"/>
            <a:r>
              <a:rPr lang="en-US" sz="1800" dirty="0">
                <a:solidFill>
                  <a:srgbClr val="000000"/>
                </a:solidFill>
              </a:rPr>
              <a:t>For more information, see </a:t>
            </a:r>
            <a:r>
              <a:rPr lang="en-US" sz="1800" b="1" dirty="0">
                <a:solidFill>
                  <a:srgbClr val="000000"/>
                </a:solidFill>
              </a:rPr>
              <a:t>Use of Microsoft Copyrighted Content </a:t>
            </a:r>
            <a:r>
              <a:rPr lang="en-US" sz="1800" dirty="0">
                <a:solidFill>
                  <a:srgbClr val="000000"/>
                </a:solidFill>
              </a:rPr>
              <a:t>at</a:t>
            </a:r>
            <a:br>
              <a:rPr lang="en-US" sz="1800" dirty="0">
                <a:solidFill>
                  <a:srgbClr val="000000"/>
                </a:solidFill>
              </a:rPr>
            </a:br>
            <a:r>
              <a:rPr lang="en-US" sz="1800" dirty="0">
                <a:solidFill>
                  <a:srgbClr val="FF0000"/>
                </a:solidFill>
                <a:hlinkClick r:id="rId2"/>
              </a:rPr>
              <a:t>https://www.microsoft.com/en-us/legal/intellectualproperty/permissions/default.aspx</a:t>
            </a:r>
            <a:r>
              <a:rPr lang="en-US" sz="1800" dirty="0">
                <a:solidFill>
                  <a:srgbClr val="FF0000"/>
                </a:solidFill>
              </a:rPr>
              <a:t> </a:t>
            </a:r>
          </a:p>
          <a:p>
            <a:r>
              <a:rPr lang="en-US" sz="1800" dirty="0">
                <a:solidFill>
                  <a:srgbClr val="000000"/>
                </a:solidFill>
              </a:rPr>
              <a:t>Microsoft®, Internet Explorer®, Outlook®, OneDrive®, DirectX®, Windows Server® and Windows® are either registered trademarks or trademarks of Microsoft Corporation in the United States and/or other countries. Other Microsoft products mentioned herein may be either registered trademarks or trademarks of Microsoft Corporation in the United States and/or other countries. All other trademarks are property of their respective owners.</a:t>
            </a:r>
          </a:p>
        </p:txBody>
      </p:sp>
    </p:spTree>
    <p:extLst>
      <p:ext uri="{BB962C8B-B14F-4D97-AF65-F5344CB8AC3E}">
        <p14:creationId xmlns:p14="http://schemas.microsoft.com/office/powerpoint/2010/main" val="339482252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losing logo slide">
    <p:bg>
      <p:bgPr>
        <a:solidFill>
          <a:srgbClr val="E6E6E6"/>
        </a:solidFill>
        <a:effectLst/>
      </p:bgPr>
    </p:bg>
    <p:spTree>
      <p:nvGrpSpPr>
        <p:cNvPr id="1" name=""/>
        <p:cNvGrpSpPr/>
        <p:nvPr/>
      </p:nvGrpSpPr>
      <p:grpSpPr>
        <a:xfrm>
          <a:off x="0" y="0"/>
          <a:ext cx="0" cy="0"/>
          <a:chOff x="0" y="0"/>
          <a:chExt cx="0" cy="0"/>
        </a:xfrm>
      </p:grpSpPr>
      <p:sp>
        <p:nvSpPr>
          <p:cNvPr id="7" name="Text Box 3" descr="This is a copyright notice that should be included on the final slide.">
            <a:extLst>
              <a:ext uri="{FF2B5EF4-FFF2-40B4-BE49-F238E27FC236}">
                <a16:creationId xmlns:a16="http://schemas.microsoft.com/office/drawing/2014/main" id="{04B4E2A9-F0F4-40BC-A66B-ACB987CEF1B9}"/>
              </a:ext>
            </a:extLst>
          </p:cNvPr>
          <p:cNvSpPr txBox="1">
            <a:spLocks noChangeArrowheads="1"/>
          </p:cNvSpPr>
          <p:nvPr/>
        </p:nvSpPr>
        <p:spPr bwMode="blackWhite">
          <a:xfrm>
            <a:off x="655320" y="6119342"/>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bg1"/>
                </a:solidFill>
                <a:cs typeface="Segoe UI" pitchFamily="34" charset="0"/>
              </a:rPr>
              <a:t>© Copyright Microsoft Corporation. All rights reserved. </a:t>
            </a:r>
          </a:p>
        </p:txBody>
      </p:sp>
      <p:sp>
        <p:nvSpPr>
          <p:cNvPr id="9" name="Text Box 3" descr="This is a copyright notice that should be included on the final slide.">
            <a:extLst>
              <a:ext uri="{FF2B5EF4-FFF2-40B4-BE49-F238E27FC236}">
                <a16:creationId xmlns:a16="http://schemas.microsoft.com/office/drawing/2014/main" id="{7AD92277-6098-4206-B386-69952695A2E1}"/>
              </a:ext>
            </a:extLst>
          </p:cNvPr>
          <p:cNvSpPr txBox="1">
            <a:spLocks noChangeArrowheads="1"/>
          </p:cNvSpPr>
          <p:nvPr/>
        </p:nvSpPr>
        <p:spPr bwMode="blackWhite">
          <a:xfrm>
            <a:off x="655320" y="6119342"/>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rgbClr val="000000"/>
                </a:solidFill>
                <a:cs typeface="Segoe UI" pitchFamily="34" charset="0"/>
              </a:rPr>
              <a:t>© Copyright Microsoft Corporation. All rights reserved. </a:t>
            </a:r>
          </a:p>
        </p:txBody>
      </p:sp>
      <p:pic>
        <p:nvPicPr>
          <p:cNvPr id="10" name="Picture 9">
            <a:extLst>
              <a:ext uri="{FF2B5EF4-FFF2-40B4-BE49-F238E27FC236}">
                <a16:creationId xmlns:a16="http://schemas.microsoft.com/office/drawing/2014/main" id="{39CFB6CB-1976-4EE2-955F-8B81CCB05A6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659473986"/>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1 Title"/>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2 Text Placeholder">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655638" y="1436688"/>
            <a:ext cx="10880725" cy="4832349"/>
          </a:xfrm>
          <a:prstGeom prst="rect">
            <a:avLst/>
          </a:prstGeom>
        </p:spPr>
        <p:txBody>
          <a:bodyPr wrap="square">
            <a:noAutofit/>
          </a:bodyPr>
          <a:lstStyle>
            <a:lvl1pPr>
              <a:defRPr sz="2400">
                <a:latin typeface="+mn-lt"/>
              </a:defRPr>
            </a:lvl1pPr>
            <a:lvl2pPr>
              <a:defRPr sz="2000">
                <a:latin typeface="+mn-lt"/>
              </a:defRPr>
            </a:lvl2pPr>
            <a:lvl3pPr>
              <a:defRPr sz="1800">
                <a:latin typeface="+mn-lt"/>
              </a:defRPr>
            </a:lvl3pPr>
            <a:lvl4pPr>
              <a:defRPr sz="1600">
                <a:latin typeface="+mn-lt"/>
              </a:defRPr>
            </a:lvl4pPr>
            <a:lvl5pPr>
              <a:defRPr sz="1400">
                <a:latin typeface="+mn-lt"/>
              </a:defRPr>
            </a:lvl5pPr>
            <a:lvl6pPr marL="1024128" indent="-164592">
              <a:spcBef>
                <a:spcPts val="330"/>
              </a:spcBef>
              <a:defRPr sz="1800" baseline="0"/>
            </a:lvl6pPr>
            <a:lvl7pPr marL="1024128" indent="-164592">
              <a:spcBef>
                <a:spcPts val="330"/>
              </a:spcBef>
              <a:defRPr sz="1800" baseline="0"/>
            </a:lvl7pPr>
            <a:lvl8pPr marL="1024128" indent="-164592">
              <a:spcBef>
                <a:spcPts val="330"/>
              </a:spcBef>
              <a:defRPr sz="1800" baseline="0"/>
            </a:lvl8pPr>
            <a:lvl9pPr marL="1024128" indent="-164592">
              <a:spcBef>
                <a:spcPts val="330"/>
              </a:spcBef>
              <a:defRPr sz="18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225793085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9" orient="horz" pos="202">
          <p15:clr>
            <a:srgbClr val="FFFFFF"/>
          </p15:clr>
        </p15:guide>
        <p15:guide id="10" orient="horz" pos="495">
          <p15:clr>
            <a:srgbClr val="FFFFFF"/>
          </p15:clr>
        </p15:guide>
        <p15:guide id="11" orient="horz" pos="887">
          <p15:clr>
            <a:srgbClr val="FFFFFF"/>
          </p15:clr>
        </p15:guide>
        <p15:guide id="12" orient="horz" pos="3923">
          <p15:clr>
            <a:srgbClr val="FFFFFF"/>
          </p15:clr>
        </p15:guide>
        <p15:guide id="13" pos="413">
          <p15:clr>
            <a:srgbClr val="FFFFFF"/>
          </p15:clr>
        </p15:guide>
        <p15:guide id="14" pos="7267">
          <p15:clr>
            <a:srgbClr val="FFFFFF"/>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ags" Target="../tags/tag3.xml"/><Relationship Id="rId50" Type="http://schemas.openxmlformats.org/officeDocument/2006/relationships/image" Target="../media/image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4.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ags" Target="../tags/tag2.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FC8F91-29D2-46D6-B97C-60B7917783E4}"/>
              </a:ext>
            </a:extLst>
          </p:cNvPr>
          <p:cNvSpPr>
            <a:spLocks noGrp="1"/>
          </p:cNvSpPr>
          <p:nvPr>
            <p:ph type="title"/>
          </p:nvPr>
        </p:nvSpPr>
        <p:spPr>
          <a:xfrm>
            <a:off x="655638" y="320040"/>
            <a:ext cx="10880725" cy="461665"/>
          </a:xfrm>
          <a:prstGeom prst="rect">
            <a:avLst/>
          </a:prstGeom>
          <a:ln>
            <a:noFill/>
          </a:ln>
        </p:spPr>
        <p:txBody>
          <a:bodyPr vert="horz" wrap="square" lIns="0" tIns="0" rIns="0" bIns="0" rtlCol="0" anchor="t">
            <a:spAutoFit/>
          </a:bodyPr>
          <a:lstStyle/>
          <a:p>
            <a:pPr lvl="0"/>
            <a:endParaRPr lang="en-US" noProof="0" dirty="0"/>
          </a:p>
        </p:txBody>
      </p:sp>
      <p:sp>
        <p:nvSpPr>
          <p:cNvPr id="7" name="Text Placeholder 6">
            <a:extLst>
              <a:ext uri="{FF2B5EF4-FFF2-40B4-BE49-F238E27FC236}">
                <a16:creationId xmlns:a16="http://schemas.microsoft.com/office/drawing/2014/main" id="{410D62B6-BDC2-4365-8282-7CDE25F8F3C0}"/>
              </a:ext>
            </a:extLst>
          </p:cNvPr>
          <p:cNvSpPr>
            <a:spLocks noGrp="1"/>
          </p:cNvSpPr>
          <p:nvPr>
            <p:ph type="body" idx="1"/>
          </p:nvPr>
        </p:nvSpPr>
        <p:spPr>
          <a:xfrm>
            <a:off x="655638" y="1408113"/>
            <a:ext cx="10880725" cy="4819650"/>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pic>
        <p:nvPicPr>
          <p:cNvPr id="8" name="MS Brand colors">
            <a:extLst>
              <a:ext uri="{FF2B5EF4-FFF2-40B4-BE49-F238E27FC236}">
                <a16:creationId xmlns:a16="http://schemas.microsoft.com/office/drawing/2014/main" id="{7FDDEAB1-5CAC-4401-B7CF-8D3A04EEA501}"/>
              </a:ext>
              <a:ext uri="{C183D7F6-B498-43B3-948B-1728B52AA6E4}">
                <adec:decorative xmlns:adec="http://schemas.microsoft.com/office/drawing/2017/decorative" val="1"/>
              </a:ext>
            </a:extLst>
          </p:cNvPr>
          <p:cNvPicPr>
            <a:picLocks noChangeAspect="1"/>
          </p:cNvPicPr>
          <p:nvPr/>
        </p:nvPicPr>
        <p:blipFill rotWithShape="1">
          <a:blip r:embed="rId50"/>
          <a:srcRect l="762"/>
          <a:stretch/>
        </p:blipFill>
        <p:spPr>
          <a:xfrm rot="5400000">
            <a:off x="9411411" y="2852917"/>
            <a:ext cx="6858000" cy="1170455"/>
          </a:xfrm>
          <a:prstGeom prst="rect">
            <a:avLst/>
          </a:prstGeom>
        </p:spPr>
      </p:pic>
      <p:sp>
        <p:nvSpPr>
          <p:cNvPr id="3" name="empower - DO NOT DELETE!!!">
            <a:extLst>
              <a:ext uri="{FF2B5EF4-FFF2-40B4-BE49-F238E27FC236}">
                <a16:creationId xmlns:a16="http://schemas.microsoft.com/office/drawing/2014/main" id="{0F122836-CB97-4F90-AC88-C28ED272EA5B}"/>
              </a:ext>
              <a:ext uri="{C183D7F6-B498-43B3-948B-1728B52AA6E4}">
                <adec:decorative xmlns:adec="http://schemas.microsoft.com/office/drawing/2017/decorative" val="1"/>
              </a:ext>
            </a:extLst>
          </p:cNvPr>
          <p:cNvSpPr/>
          <p:nvPr>
            <p:custDataLst>
              <p:tags r:id="rId46"/>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l" defTabSz="932472" fontAlgn="base">
              <a:spcBef>
                <a:spcPct val="0"/>
              </a:spcBef>
              <a:spcAft>
                <a:spcPct val="0"/>
              </a:spcAft>
            </a:pPr>
            <a:endParaRPr lang="de-DE"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 name="empower - DO NOT DELETE!!!">
            <a:extLst>
              <a:ext uri="{FF2B5EF4-FFF2-40B4-BE49-F238E27FC236}">
                <a16:creationId xmlns:a16="http://schemas.microsoft.com/office/drawing/2014/main" id="{20A69E4A-20B1-4C0B-AFCB-B1CD4F146A0F}"/>
              </a:ext>
              <a:ext uri="{C183D7F6-B498-43B3-948B-1728B52AA6E4}">
                <adec:decorative xmlns:adec="http://schemas.microsoft.com/office/drawing/2017/decorative" val="1"/>
              </a:ext>
            </a:extLst>
          </p:cNvPr>
          <p:cNvSpPr/>
          <p:nvPr>
            <p:custDataLst>
              <p:tags r:id="rId47"/>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l" defTabSz="932472" fontAlgn="base">
              <a:spcBef>
                <a:spcPct val="0"/>
              </a:spcBef>
              <a:spcAft>
                <a:spcPct val="0"/>
              </a:spcAft>
            </a:pPr>
            <a:endParaRPr lang="de-DE"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empower - DO NOT DELETE!!!">
            <a:extLst>
              <a:ext uri="{FF2B5EF4-FFF2-40B4-BE49-F238E27FC236}">
                <a16:creationId xmlns:a16="http://schemas.microsoft.com/office/drawing/2014/main" id="{E97C987E-6476-40C2-BAC6-7FBEF25233F3}"/>
              </a:ext>
              <a:ext uri="{C183D7F6-B498-43B3-948B-1728B52AA6E4}">
                <adec:decorative xmlns:adec="http://schemas.microsoft.com/office/drawing/2017/decorative" val="1"/>
              </a:ext>
            </a:extLst>
          </p:cNvPr>
          <p:cNvSpPr/>
          <p:nvPr>
            <p:custDataLst>
              <p:tags r:id="rId48"/>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empower - DO NOT DELETE!!!" hidden="1">
            <a:extLst>
              <a:ext uri="{FF2B5EF4-FFF2-40B4-BE49-F238E27FC236}">
                <a16:creationId xmlns:a16="http://schemas.microsoft.com/office/drawing/2014/main" id="{D1AA79B0-C3B6-4DDF-97F7-FA69F72E18DA}"/>
              </a:ext>
            </a:extLst>
          </p:cNvPr>
          <p:cNvSpPr/>
          <p:nvPr>
            <p:custDataLst>
              <p:tags r:id="rId49"/>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879615728"/>
      </p:ext>
    </p:extLst>
  </p:cSld>
  <p:clrMap bg1="lt1" tx1="dk1" bg2="lt2" tx2="dk2" accent1="accent1" accent2="accent2" accent3="accent3" accent4="accent4" accent5="accent5" accent6="accent6" hlink="hlink" folHlink="folHlink"/>
  <p:sldLayoutIdLst>
    <p:sldLayoutId id="2147483668" r:id="rId1"/>
    <p:sldLayoutId id="2147483663" r:id="rId2"/>
    <p:sldLayoutId id="2147483653" r:id="rId3"/>
    <p:sldLayoutId id="2147483684" r:id="rId4"/>
    <p:sldLayoutId id="2147483675" r:id="rId5"/>
    <p:sldLayoutId id="2147483669" r:id="rId6"/>
    <p:sldLayoutId id="2147483657" r:id="rId7"/>
    <p:sldLayoutId id="2147483692" r:id="rId8"/>
    <p:sldLayoutId id="2147483685" r:id="rId9"/>
    <p:sldLayoutId id="2147483680" r:id="rId10"/>
    <p:sldLayoutId id="2147483670" r:id="rId11"/>
    <p:sldLayoutId id="2147483658" r:id="rId12"/>
    <p:sldLayoutId id="2147483649" r:id="rId13"/>
    <p:sldLayoutId id="2147483686" r:id="rId14"/>
    <p:sldLayoutId id="2147483676" r:id="rId15"/>
    <p:sldLayoutId id="2147483664" r:id="rId16"/>
    <p:sldLayoutId id="2147483659" r:id="rId17"/>
    <p:sldLayoutId id="2147483650" r:id="rId18"/>
    <p:sldLayoutId id="2147483681" r:id="rId19"/>
    <p:sldLayoutId id="2147483665" r:id="rId20"/>
    <p:sldLayoutId id="2147483654" r:id="rId21"/>
    <p:sldLayoutId id="2147483687" r:id="rId22"/>
    <p:sldLayoutId id="2147483677" r:id="rId23"/>
    <p:sldLayoutId id="2147483671" r:id="rId24"/>
    <p:sldLayoutId id="2147483660" r:id="rId25"/>
    <p:sldLayoutId id="2147483651" r:id="rId26"/>
    <p:sldLayoutId id="2147483688" r:id="rId27"/>
    <p:sldLayoutId id="2147483678" r:id="rId28"/>
    <p:sldLayoutId id="2147483666" r:id="rId29"/>
    <p:sldLayoutId id="2147483689" r:id="rId30"/>
    <p:sldLayoutId id="2147483682" r:id="rId31"/>
    <p:sldLayoutId id="2147483672" r:id="rId32"/>
    <p:sldLayoutId id="2147483661" r:id="rId33"/>
    <p:sldLayoutId id="2147483655" r:id="rId34"/>
    <p:sldLayoutId id="2147483690" r:id="rId35"/>
    <p:sldLayoutId id="2147483679" r:id="rId36"/>
    <p:sldLayoutId id="2147483673" r:id="rId37"/>
    <p:sldLayoutId id="2147483662" r:id="rId38"/>
    <p:sldLayoutId id="2147483652" r:id="rId39"/>
    <p:sldLayoutId id="2147483674" r:id="rId40"/>
    <p:sldLayoutId id="2147483667" r:id="rId41"/>
    <p:sldLayoutId id="2147483656" r:id="rId42"/>
    <p:sldLayoutId id="2147483691" r:id="rId43"/>
    <p:sldLayoutId id="2147483683" r:id="rId44"/>
  </p:sldLayoutIdLst>
  <p:txStyles>
    <p:titleStyle>
      <a:lvl1pPr algn="l" defTabSz="932742" rtl="0" eaLnBrk="1" latinLnBrk="0" hangingPunct="1">
        <a:lnSpc>
          <a:spcPts val="3620"/>
        </a:lnSpc>
        <a:spcBef>
          <a:spcPct val="0"/>
        </a:spcBef>
        <a:buNone/>
        <a:defRPr lang="en-GB" sz="3200" b="0" kern="1200" cap="none" spc="-50" baseline="0" dirty="0">
          <a:ln w="3175">
            <a:noFill/>
          </a:ln>
          <a:solidFill>
            <a:schemeClr val="tx1"/>
          </a:solidFill>
          <a:effectLst/>
          <a:latin typeface="+mj-lt"/>
          <a:ea typeface="+mn-ea"/>
          <a:cs typeface="Segoe UI" pitchFamily="34" charset="0"/>
        </a:defRPr>
      </a:lvl1pPr>
    </p:titleStyle>
    <p:bodyStyle>
      <a:lvl1pPr marL="310896" indent="-310896" algn="l" defTabSz="932688" rtl="0" eaLnBrk="1" latinLnBrk="0" hangingPunct="1">
        <a:lnSpc>
          <a:spcPct val="100000"/>
        </a:lnSpc>
        <a:spcBef>
          <a:spcPts val="672"/>
        </a:spcBef>
        <a:buClr>
          <a:schemeClr val="tx1"/>
        </a:buClr>
        <a:buSzPct val="90000"/>
        <a:buFont typeface="Wingdings" panose="05000000000000000000" pitchFamily="2" charset="2"/>
        <a:buChar char=""/>
        <a:defRPr lang="en-US" sz="2400" kern="1200" spc="0" baseline="0" dirty="0">
          <a:solidFill>
            <a:schemeClr val="tx1"/>
          </a:solidFill>
          <a:latin typeface="+mn-lt"/>
          <a:ea typeface="+mn-ea"/>
          <a:cs typeface="Segoe UI" panose="020B0502040204020203" pitchFamily="34" charset="0"/>
        </a:defRPr>
      </a:lvl1pPr>
      <a:lvl2pPr marL="621792" indent="-310896" algn="l" defTabSz="932688" rtl="0" eaLnBrk="1" latinLnBrk="0" hangingPunct="1">
        <a:lnSpc>
          <a:spcPct val="100000"/>
        </a:lnSpc>
        <a:spcBef>
          <a:spcPts val="480"/>
        </a:spcBef>
        <a:buClr>
          <a:schemeClr val="tx1"/>
        </a:buClr>
        <a:buSzPct val="90000"/>
        <a:buFont typeface="Wingdings" panose="05000000000000000000" pitchFamily="2" charset="2"/>
        <a:buChar char=""/>
        <a:defRPr lang="en-US" sz="2000" kern="1200" spc="0" baseline="0" dirty="0">
          <a:solidFill>
            <a:schemeClr val="tx1"/>
          </a:solidFill>
          <a:latin typeface="+mn-lt"/>
          <a:ea typeface="+mn-ea"/>
          <a:cs typeface="+mn-cs"/>
        </a:defRPr>
      </a:lvl2pPr>
      <a:lvl3pPr marL="932688" indent="-310896" algn="l" defTabSz="932688" rtl="0" eaLnBrk="1" latinLnBrk="0" hangingPunct="1">
        <a:lnSpc>
          <a:spcPct val="100000"/>
        </a:lnSpc>
        <a:spcBef>
          <a:spcPts val="384"/>
        </a:spcBef>
        <a:buClr>
          <a:schemeClr val="tx1"/>
        </a:buClr>
        <a:buSzPct val="90000"/>
        <a:buFont typeface="Wingdings" panose="05000000000000000000" pitchFamily="2" charset="2"/>
        <a:buChar char=""/>
        <a:defRPr lang="en-US" sz="1600" kern="1200" spc="0" baseline="0" dirty="0">
          <a:solidFill>
            <a:schemeClr val="tx1"/>
          </a:solidFill>
          <a:latin typeface="+mn-lt"/>
          <a:ea typeface="+mn-ea"/>
          <a:cs typeface="+mn-cs"/>
        </a:defRPr>
      </a:lvl3pPr>
      <a:lvl4pPr marL="1243584" indent="-310896"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4pPr>
      <a:lvl5pPr marL="1554480" indent="-329184"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5pPr>
      <a:lvl6pPr marL="310896" indent="-310896" algn="l" defTabSz="932688" rtl="0" eaLnBrk="1" latinLnBrk="0" hangingPunct="1">
        <a:lnSpc>
          <a:spcPct val="100000"/>
        </a:lnSpc>
        <a:spcBef>
          <a:spcPts val="480"/>
        </a:spcBef>
        <a:buSzPct val="100000"/>
        <a:buFont typeface="+mj-lt"/>
        <a:buAutoNum type="arabicPeriod"/>
        <a:defRPr sz="2000" kern="1200" baseline="0">
          <a:solidFill>
            <a:schemeClr val="tx1"/>
          </a:solidFill>
          <a:latin typeface="+mn-lt"/>
          <a:ea typeface="+mn-ea"/>
          <a:cs typeface="+mn-cs"/>
        </a:defRPr>
      </a:lvl6pPr>
      <a:lvl7pPr marL="621792" indent="-310896" algn="l" defTabSz="932688" rtl="0" eaLnBrk="1" latinLnBrk="0" hangingPunct="1">
        <a:lnSpc>
          <a:spcPct val="100000"/>
        </a:lnSpc>
        <a:spcBef>
          <a:spcPts val="480"/>
        </a:spcBef>
        <a:buSzPct val="90000"/>
        <a:buFont typeface="+mj-lt"/>
        <a:buAutoNum type="alphaLcPeriod"/>
        <a:defRPr lang="en-US" sz="1600" b="0" i="0" u="none" kern="1200" baseline="0" noProof="0" dirty="0">
          <a:ln>
            <a:noFill/>
          </a:ln>
          <a:solidFill>
            <a:schemeClr val="tx1"/>
          </a:solidFill>
          <a:latin typeface="+mn-lt"/>
          <a:ea typeface="+mn-ea"/>
          <a:cs typeface="Arial" panose="020B0604020202020204" pitchFamily="34" charset="0"/>
        </a:defRPr>
      </a:lvl7pPr>
      <a:lvl8pPr marL="0" indent="0" algn="l" defTabSz="932688" rtl="0" eaLnBrk="1" latinLnBrk="0" hangingPunct="1">
        <a:lnSpc>
          <a:spcPct val="100000"/>
        </a:lnSpc>
        <a:spcBef>
          <a:spcPts val="288"/>
        </a:spcBef>
        <a:buSzPct val="90000"/>
        <a:buFontTx/>
        <a:buNone/>
        <a:defRPr sz="1200" kern="1200" baseline="0">
          <a:solidFill>
            <a:schemeClr val="tx1"/>
          </a:solidFill>
          <a:latin typeface="+mn-lt"/>
          <a:ea typeface="+mn-ea"/>
          <a:cs typeface="+mn-cs"/>
        </a:defRPr>
      </a:lvl8pPr>
      <a:lvl9pPr marL="0" indent="0" algn="l" defTabSz="932688" rtl="0" eaLnBrk="1" latinLnBrk="0" hangingPunct="1">
        <a:lnSpc>
          <a:spcPct val="100000"/>
        </a:lnSpc>
        <a:spcBef>
          <a:spcPts val="240"/>
        </a:spcBef>
        <a:buSzPct val="90000"/>
        <a:buFont typeface="Wingdings" panose="05000000000000000000" pitchFamily="2" charset="2"/>
        <a:buNone/>
        <a:defRPr sz="10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2">
          <p15:clr>
            <a:srgbClr val="A4A3A4"/>
          </p15:clr>
        </p15:guide>
        <p15:guide id="2" pos="192">
          <p15:clr>
            <a:srgbClr val="A4A3A4"/>
          </p15:clr>
        </p15:guide>
        <p15:guide id="3" orient="horz" pos="384">
          <p15:clr>
            <a:srgbClr val="F26B43"/>
          </p15:clr>
        </p15:guide>
        <p15:guide id="5" orient="horz" pos="4128">
          <p15:clr>
            <a:srgbClr val="A4A3A4"/>
          </p15:clr>
        </p15:guide>
        <p15:guide id="6" orient="horz" pos="3936">
          <p15:clr>
            <a:srgbClr val="F26B43"/>
          </p15:clr>
        </p15:guide>
        <p15:guide id="7" pos="7296">
          <p15:clr>
            <a:srgbClr val="F26B43"/>
          </p15:clr>
        </p15:guide>
        <p15:guide id="8" pos="7488">
          <p15:clr>
            <a:srgbClr val="A4A3A4"/>
          </p15:clr>
        </p15:guide>
        <p15:guide id="9"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customXml" Target="../../customXml/item8.xml"/><Relationship Id="rId1" Type="http://schemas.openxmlformats.org/officeDocument/2006/relationships/tags" Target="../tags/tag6.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2.xml"/><Relationship Id="rId1" Type="http://schemas.openxmlformats.org/officeDocument/2006/relationships/tags" Target="../tags/tag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6.xml"/><Relationship Id="rId2" Type="http://schemas.openxmlformats.org/officeDocument/2006/relationships/customXml" Target="../../customXml/item11.xml"/><Relationship Id="rId1" Type="http://schemas.openxmlformats.org/officeDocument/2006/relationships/tags" Target="../tags/tag8.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customXml" Target="../../customXml/item9.xml"/><Relationship Id="rId1" Type="http://schemas.openxmlformats.org/officeDocument/2006/relationships/tags" Target="../tags/tag9.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8" Type="http://schemas.openxmlformats.org/officeDocument/2006/relationships/image" Target="../media/image7.bin"/><Relationship Id="rId3" Type="http://schemas.openxmlformats.org/officeDocument/2006/relationships/notesSlide" Target="../notesSlides/notesSlide5.xml"/><Relationship Id="rId7" Type="http://schemas.openxmlformats.org/officeDocument/2006/relationships/image" Target="../media/image6.png"/><Relationship Id="rId12" Type="http://schemas.openxmlformats.org/officeDocument/2006/relationships/image" Target="../media/image11.bin"/><Relationship Id="rId2" Type="http://schemas.openxmlformats.org/officeDocument/2006/relationships/slideLayout" Target="../slideLayouts/slideLayout9.xml"/><Relationship Id="rId1" Type="http://schemas.openxmlformats.org/officeDocument/2006/relationships/tags" Target="../tags/tag10.xml"/><Relationship Id="rId6" Type="http://schemas.openxmlformats.org/officeDocument/2006/relationships/hyperlink" Target="https://github.com/dotnet/wpf" TargetMode="External"/><Relationship Id="rId11" Type="http://schemas.openxmlformats.org/officeDocument/2006/relationships/image" Target="../media/image10.png"/><Relationship Id="rId5" Type="http://schemas.openxmlformats.org/officeDocument/2006/relationships/image" Target="../media/image5.bin"/><Relationship Id="rId10" Type="http://schemas.openxmlformats.org/officeDocument/2006/relationships/image" Target="../media/image9.bin"/><Relationship Id="rId4" Type="http://schemas.openxmlformats.org/officeDocument/2006/relationships/image" Target="../media/image4.pn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6.xml"/><Relationship Id="rId7" Type="http://schemas.openxmlformats.org/officeDocument/2006/relationships/diagramColors" Target="../diagrams/colors1.xml"/><Relationship Id="rId2" Type="http://schemas.openxmlformats.org/officeDocument/2006/relationships/slideLayout" Target="../slideLayouts/slideLayout8.xml"/><Relationship Id="rId1" Type="http://schemas.openxmlformats.org/officeDocument/2006/relationships/tags" Target="../tags/tag1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7.xml"/><Relationship Id="rId7" Type="http://schemas.openxmlformats.org/officeDocument/2006/relationships/diagramColors" Target="../diagrams/colors2.xml"/><Relationship Id="rId2" Type="http://schemas.openxmlformats.org/officeDocument/2006/relationships/slideLayout" Target="../slideLayouts/slideLayout8.xml"/><Relationship Id="rId1" Type="http://schemas.openxmlformats.org/officeDocument/2006/relationships/tags" Target="../tags/tag1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8.xml"/><Relationship Id="rId7" Type="http://schemas.openxmlformats.org/officeDocument/2006/relationships/diagramColors" Target="../diagrams/colors3.xml"/><Relationship Id="rId2" Type="http://schemas.openxmlformats.org/officeDocument/2006/relationships/slideLayout" Target="../slideLayouts/slideLayout8.xml"/><Relationship Id="rId1" Type="http://schemas.openxmlformats.org/officeDocument/2006/relationships/tags" Target="../tags/tag13.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27.bin"/><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5.xml"/><Relationship Id="rId1" Type="http://schemas.openxmlformats.org/officeDocument/2006/relationships/tags" Target="../tags/tag16.xml"/><Relationship Id="rId4" Type="http://schemas.openxmlformats.org/officeDocument/2006/relationships/image" Target="../media/image28.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5.xml"/><Relationship Id="rId1" Type="http://schemas.openxmlformats.org/officeDocument/2006/relationships/tags" Target="../tags/tag17.xml"/><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image" Target="../media/image31.bin"/><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customXml" Target="../../customXml/item10.xml"/><Relationship Id="rId1" Type="http://schemas.openxmlformats.org/officeDocument/2006/relationships/tags" Target="../tags/tag20.xml"/><Relationship Id="rId5" Type="http://schemas.openxmlformats.org/officeDocument/2006/relationships/image" Target="../media/image32.bin"/><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notesSlide" Target="../notesSlides/notesSlide14.xml"/><Relationship Id="rId7" Type="http://schemas.openxmlformats.org/officeDocument/2006/relationships/diagramColors" Target="../diagrams/colors4.xml"/><Relationship Id="rId2" Type="http://schemas.openxmlformats.org/officeDocument/2006/relationships/slideLayout" Target="../slideLayouts/slideLayout8.xml"/><Relationship Id="rId1" Type="http://schemas.openxmlformats.org/officeDocument/2006/relationships/tags" Target="../tags/tag21.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5.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notesSlide" Target="../notesSlides/notesSlide15.xml"/><Relationship Id="rId7" Type="http://schemas.openxmlformats.org/officeDocument/2006/relationships/diagramColors" Target="../diagrams/colors5.xml"/><Relationship Id="rId2" Type="http://schemas.openxmlformats.org/officeDocument/2006/relationships/slideLayout" Target="../slideLayouts/slideLayout8.xml"/><Relationship Id="rId1" Type="http://schemas.openxmlformats.org/officeDocument/2006/relationships/tags" Target="../tags/tag2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tags" Target="../tags/tag23.xml"/><Relationship Id="rId4" Type="http://schemas.openxmlformats.org/officeDocument/2006/relationships/image" Target="../media/image41.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tags" Target="../tags/tag24.xml"/><Relationship Id="rId4" Type="http://schemas.openxmlformats.org/officeDocument/2006/relationships/image" Target="../media/image41.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8.xml"/><Relationship Id="rId1" Type="http://schemas.openxmlformats.org/officeDocument/2006/relationships/tags" Target="../tags/tag25.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1.xml"/><Relationship Id="rId1" Type="http://schemas.openxmlformats.org/officeDocument/2006/relationships/tags" Target="../tags/tag26.xml"/><Relationship Id="rId4" Type="http://schemas.openxmlformats.org/officeDocument/2006/relationships/image" Target="../media/image45.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1.xml"/><Relationship Id="rId1" Type="http://schemas.openxmlformats.org/officeDocument/2006/relationships/tags" Target="../tags/tag27.xml"/><Relationship Id="rId4" Type="http://schemas.openxmlformats.org/officeDocument/2006/relationships/image" Target="../media/image45.bin"/></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image" Target="../media/image27.bin"/><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31.xml"/><Relationship Id="rId1" Type="http://schemas.openxmlformats.org/officeDocument/2006/relationships/tags" Target="../tags/tag30.xml"/><Relationship Id="rId5" Type="http://schemas.openxmlformats.org/officeDocument/2006/relationships/image" Target="../media/image31.bin"/><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customXml" Target="../../customXml/item1.xml"/><Relationship Id="rId1" Type="http://schemas.openxmlformats.org/officeDocument/2006/relationships/tags" Target="../tags/tag32.xml"/><Relationship Id="rId5" Type="http://schemas.openxmlformats.org/officeDocument/2006/relationships/image" Target="../media/image46.bin"/><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5.xml"/><Relationship Id="rId1" Type="http://schemas.openxmlformats.org/officeDocument/2006/relationships/tags" Target="../tags/tag33.xml"/><Relationship Id="rId5" Type="http://schemas.openxmlformats.org/officeDocument/2006/relationships/image" Target="../media/image48.bin"/><Relationship Id="rId4" Type="http://schemas.openxmlformats.org/officeDocument/2006/relationships/image" Target="../media/image47.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7" Type="http://schemas.openxmlformats.org/officeDocument/2006/relationships/image" Target="../media/image49.bin"/><Relationship Id="rId2" Type="http://schemas.openxmlformats.org/officeDocument/2006/relationships/slideLayout" Target="../slideLayouts/slideLayout35.xml"/><Relationship Id="rId1" Type="http://schemas.openxmlformats.org/officeDocument/2006/relationships/tags" Target="../tags/tag34.xml"/><Relationship Id="rId6" Type="http://schemas.openxmlformats.org/officeDocument/2006/relationships/hyperlink" Target="https://learn.microsoft.com/en-us/dotnet/api/system.windows.controls?view=windowsdesktop-9.0&amp;redirectedfrom=MSDN" TargetMode="External"/><Relationship Id="rId5" Type="http://schemas.openxmlformats.org/officeDocument/2006/relationships/hyperlink" Target="https://github.com/microsoft/WinUI-Gallery?tab=readme-ov-file" TargetMode="External"/><Relationship Id="rId4" Type="http://schemas.openxmlformats.org/officeDocument/2006/relationships/hyperlink" Target="https://apps.microsoft.com/detail/9msvh128x2zt?hl=en-us&amp;gl=US" TargetMode="External"/></Relationships>
</file>

<file path=ppt/slides/_rels/slide26.xml.rels><?xml version="1.0" encoding="UTF-8" standalone="yes"?>
<Relationships xmlns="http://schemas.openxmlformats.org/package/2006/relationships"><Relationship Id="rId8" Type="http://schemas.openxmlformats.org/officeDocument/2006/relationships/image" Target="../media/image54.bin"/><Relationship Id="rId3" Type="http://schemas.openxmlformats.org/officeDocument/2006/relationships/notesSlide" Target="../notesSlides/notesSlide26.xml"/><Relationship Id="rId7" Type="http://schemas.openxmlformats.org/officeDocument/2006/relationships/image" Target="../media/image53.bin"/><Relationship Id="rId2" Type="http://schemas.openxmlformats.org/officeDocument/2006/relationships/slideLayout" Target="../slideLayouts/slideLayout14.xml"/><Relationship Id="rId1" Type="http://schemas.openxmlformats.org/officeDocument/2006/relationships/tags" Target="../tags/tag35.xml"/><Relationship Id="rId6" Type="http://schemas.openxmlformats.org/officeDocument/2006/relationships/image" Target="../media/image52.bin"/><Relationship Id="rId5" Type="http://schemas.openxmlformats.org/officeDocument/2006/relationships/image" Target="../media/image51.bin"/><Relationship Id="rId10" Type="http://schemas.openxmlformats.org/officeDocument/2006/relationships/image" Target="../media/image55.bin"/><Relationship Id="rId4" Type="http://schemas.openxmlformats.org/officeDocument/2006/relationships/image" Target="../media/image50.bin"/><Relationship Id="rId9" Type="http://schemas.openxmlformats.org/officeDocument/2006/relationships/oleObject" Target="../embeddings/oleObject1.bin"/></Relationships>
</file>

<file path=ppt/slides/_rels/slide27.xml.rels><?xml version="1.0" encoding="UTF-8" standalone="yes"?>
<Relationships xmlns="http://schemas.openxmlformats.org/package/2006/relationships"><Relationship Id="rId8" Type="http://schemas.openxmlformats.org/officeDocument/2006/relationships/image" Target="../media/image60.bin"/><Relationship Id="rId3" Type="http://schemas.openxmlformats.org/officeDocument/2006/relationships/notesSlide" Target="../notesSlides/notesSlide27.xml"/><Relationship Id="rId7" Type="http://schemas.openxmlformats.org/officeDocument/2006/relationships/image" Target="../media/image59.bin"/><Relationship Id="rId2" Type="http://schemas.openxmlformats.org/officeDocument/2006/relationships/slideLayout" Target="../slideLayouts/slideLayout14.xml"/><Relationship Id="rId1" Type="http://schemas.openxmlformats.org/officeDocument/2006/relationships/tags" Target="../tags/tag36.xml"/><Relationship Id="rId6" Type="http://schemas.openxmlformats.org/officeDocument/2006/relationships/image" Target="../media/image58.bin"/><Relationship Id="rId5" Type="http://schemas.openxmlformats.org/officeDocument/2006/relationships/image" Target="../media/image57.bin"/><Relationship Id="rId4" Type="http://schemas.openxmlformats.org/officeDocument/2006/relationships/image" Target="../media/image56.bin"/></Relationships>
</file>

<file path=ppt/slides/_rels/slide28.xml.rels><?xml version="1.0" encoding="UTF-8" standalone="yes"?>
<Relationships xmlns="http://schemas.openxmlformats.org/package/2006/relationships"><Relationship Id="rId8" Type="http://schemas.openxmlformats.org/officeDocument/2006/relationships/image" Target="../media/image27.bin"/><Relationship Id="rId3" Type="http://schemas.openxmlformats.org/officeDocument/2006/relationships/slideLayout" Target="../slideLayouts/slideLayout20.xml"/><Relationship Id="rId7" Type="http://schemas.openxmlformats.org/officeDocument/2006/relationships/hyperlink" Target="https://github.com/microsoft/WinUI-Gallery?tab=readme-ov-file" TargetMode="Externa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hyperlink" Target="https://apps.microsoft.com/detail/9ndlx60wx4kq?hl=en-US&amp;gl=US" TargetMode="External"/><Relationship Id="rId5" Type="http://schemas.openxmlformats.org/officeDocument/2006/relationships/hyperlink" Target="https://apps.microsoft.com/detail/9msvh128x2zt?hl=en-US&amp;gl=IL" TargetMode="Externa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image" Target="../media/image31.bin"/><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customXml" Target="../../customXml/item5.xml"/><Relationship Id="rId1" Type="http://schemas.openxmlformats.org/officeDocument/2006/relationships/tags" Target="../tags/tag41.xml"/><Relationship Id="rId5" Type="http://schemas.openxmlformats.org/officeDocument/2006/relationships/image" Target="../media/image61.bin"/><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notesSlide" Target="../notesSlides/notesSlide31.xml"/><Relationship Id="rId7" Type="http://schemas.openxmlformats.org/officeDocument/2006/relationships/diagramColors" Target="../diagrams/colors6.xml"/><Relationship Id="rId2" Type="http://schemas.openxmlformats.org/officeDocument/2006/relationships/slideLayout" Target="../slideLayouts/slideLayout14.xml"/><Relationship Id="rId1" Type="http://schemas.openxmlformats.org/officeDocument/2006/relationships/tags" Target="../tags/tag4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32.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notesSlide" Target="../notesSlides/notesSlide32.xml"/><Relationship Id="rId7" Type="http://schemas.openxmlformats.org/officeDocument/2006/relationships/diagramColors" Target="../diagrams/colors7.xml"/><Relationship Id="rId2" Type="http://schemas.openxmlformats.org/officeDocument/2006/relationships/slideLayout" Target="../slideLayouts/slideLayout10.xml"/><Relationship Id="rId1" Type="http://schemas.openxmlformats.org/officeDocument/2006/relationships/tags" Target="../tags/tag43.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4.xml"/><Relationship Id="rId1" Type="http://schemas.openxmlformats.org/officeDocument/2006/relationships/tags" Target="../tags/tag44.xml"/><Relationship Id="rId5" Type="http://schemas.openxmlformats.org/officeDocument/2006/relationships/image" Target="../media/image20.png"/><Relationship Id="rId4" Type="http://schemas.openxmlformats.org/officeDocument/2006/relationships/image" Target="../media/image62.bin"/></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46.xml"/><Relationship Id="rId1" Type="http://schemas.openxmlformats.org/officeDocument/2006/relationships/tags" Target="../tags/tag45.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48.xml"/><Relationship Id="rId1" Type="http://schemas.openxmlformats.org/officeDocument/2006/relationships/tags" Target="../tags/tag47.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image" Target="../media/image27.bin"/><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52.xml"/><Relationship Id="rId1" Type="http://schemas.openxmlformats.org/officeDocument/2006/relationships/tags" Target="../tags/tag51.xml"/><Relationship Id="rId5" Type="http://schemas.openxmlformats.org/officeDocument/2006/relationships/image" Target="../media/image31.bin"/><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4.xml"/><Relationship Id="rId1" Type="http://schemas.openxmlformats.org/officeDocument/2006/relationships/tags" Target="../tags/tag53.xml"/><Relationship Id="rId4" Type="http://schemas.openxmlformats.org/officeDocument/2006/relationships/image" Target="../media/image63.bin"/></Relationships>
</file>

<file path=ppt/slides/_rels/slide39.xml.rels><?xml version="1.0" encoding="UTF-8" standalone="yes"?>
<Relationships xmlns="http://schemas.openxmlformats.org/package/2006/relationships"><Relationship Id="rId8" Type="http://schemas.openxmlformats.org/officeDocument/2006/relationships/image" Target="../media/image67.bin"/><Relationship Id="rId13" Type="http://schemas.openxmlformats.org/officeDocument/2006/relationships/image" Target="../media/image72.png"/><Relationship Id="rId3" Type="http://schemas.openxmlformats.org/officeDocument/2006/relationships/slideLayout" Target="../slideLayouts/slideLayout10.xml"/><Relationship Id="rId7" Type="http://schemas.openxmlformats.org/officeDocument/2006/relationships/image" Target="../media/image66.png"/><Relationship Id="rId12" Type="http://schemas.openxmlformats.org/officeDocument/2006/relationships/image" Target="../media/image71.bin"/><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image" Target="../media/image65.bin"/><Relationship Id="rId11" Type="http://schemas.openxmlformats.org/officeDocument/2006/relationships/image" Target="../media/image70.png"/><Relationship Id="rId5" Type="http://schemas.openxmlformats.org/officeDocument/2006/relationships/image" Target="../media/image64.png"/><Relationship Id="rId10" Type="http://schemas.openxmlformats.org/officeDocument/2006/relationships/image" Target="../media/image69.bin"/><Relationship Id="rId4" Type="http://schemas.openxmlformats.org/officeDocument/2006/relationships/notesSlide" Target="../notesSlides/notesSlide39.xml"/><Relationship Id="rId9" Type="http://schemas.openxmlformats.org/officeDocument/2006/relationships/image" Target="../media/image68.png"/><Relationship Id="rId14" Type="http://schemas.openxmlformats.org/officeDocument/2006/relationships/image" Target="../media/image73.bin"/></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image" Target="../media/image30.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59.xml"/><Relationship Id="rId1" Type="http://schemas.openxmlformats.org/officeDocument/2006/relationships/tags" Target="../tags/tag58.xml"/><Relationship Id="rId5" Type="http://schemas.openxmlformats.org/officeDocument/2006/relationships/image" Target="../media/image74.bin"/><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61.xml"/><Relationship Id="rId1" Type="http://schemas.openxmlformats.org/officeDocument/2006/relationships/tags" Target="../tags/tag60.xml"/><Relationship Id="rId5" Type="http://schemas.openxmlformats.org/officeDocument/2006/relationships/image" Target="../media/image20.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image" Target="../media/image76.bin"/><Relationship Id="rId5" Type="http://schemas.openxmlformats.org/officeDocument/2006/relationships/image" Target="../media/image75.bin"/><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65.xml"/><Relationship Id="rId1" Type="http://schemas.openxmlformats.org/officeDocument/2006/relationships/tags" Target="../tags/tag64.xml"/><Relationship Id="rId5" Type="http://schemas.openxmlformats.org/officeDocument/2006/relationships/image" Target="../media/image27.bin"/><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notesSlide" Target="../notesSlides/notesSlide45.xml"/><Relationship Id="rId7" Type="http://schemas.openxmlformats.org/officeDocument/2006/relationships/diagramColors" Target="../diagrams/colors8.xml"/><Relationship Id="rId2" Type="http://schemas.openxmlformats.org/officeDocument/2006/relationships/slideLayout" Target="../slideLayouts/slideLayout9.xml"/><Relationship Id="rId1" Type="http://schemas.openxmlformats.org/officeDocument/2006/relationships/tags" Target="../tags/tag66.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68.xml"/><Relationship Id="rId1" Type="http://schemas.openxmlformats.org/officeDocument/2006/relationships/tags" Target="../tags/tag67.xml"/><Relationship Id="rId5" Type="http://schemas.openxmlformats.org/officeDocument/2006/relationships/image" Target="../media/image77.bin"/><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70.xml"/><Relationship Id="rId1" Type="http://schemas.openxmlformats.org/officeDocument/2006/relationships/tags" Target="../tags/tag69.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72.xml"/><Relationship Id="rId1" Type="http://schemas.openxmlformats.org/officeDocument/2006/relationships/tags" Target="../tags/tag71.xml"/><Relationship Id="rId5" Type="http://schemas.openxmlformats.org/officeDocument/2006/relationships/image" Target="../media/image27.bin"/><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74.xml"/><Relationship Id="rId1" Type="http://schemas.openxmlformats.org/officeDocument/2006/relationships/tags" Target="../tags/tag73.xml"/><Relationship Id="rId5" Type="http://schemas.openxmlformats.org/officeDocument/2006/relationships/image" Target="../media/image31.bin"/><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customXml" Target="../../customXml/item6.xml"/><Relationship Id="rId1" Type="http://schemas.openxmlformats.org/officeDocument/2006/relationships/tags" Target="../tags/tag75.xml"/><Relationship Id="rId5" Type="http://schemas.openxmlformats.org/officeDocument/2006/relationships/image" Target="../media/image61.bin"/><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notesSlide" Target="../notesSlides/notesSlide51.xml"/><Relationship Id="rId7" Type="http://schemas.openxmlformats.org/officeDocument/2006/relationships/image" Target="../media/image79.bin"/><Relationship Id="rId2" Type="http://schemas.openxmlformats.org/officeDocument/2006/relationships/slideLayout" Target="../slideLayouts/slideLayout35.xml"/><Relationship Id="rId1" Type="http://schemas.openxmlformats.org/officeDocument/2006/relationships/tags" Target="../tags/tag76.xml"/><Relationship Id="rId6" Type="http://schemas.openxmlformats.org/officeDocument/2006/relationships/image" Target="../media/image26.bin"/><Relationship Id="rId5" Type="http://schemas.openxmlformats.org/officeDocument/2006/relationships/image" Target="../media/image25.png"/><Relationship Id="rId4" Type="http://schemas.openxmlformats.org/officeDocument/2006/relationships/image" Target="../media/image78.bin"/><Relationship Id="rId9" Type="http://schemas.openxmlformats.org/officeDocument/2006/relationships/image" Target="../media/image81.bin"/></Relationships>
</file>

<file path=ppt/slides/_rels/slide52.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notesSlide" Target="../notesSlides/notesSlide52.xml"/><Relationship Id="rId7" Type="http://schemas.openxmlformats.org/officeDocument/2006/relationships/diagramColors" Target="../diagrams/colors9.xml"/><Relationship Id="rId2" Type="http://schemas.openxmlformats.org/officeDocument/2006/relationships/slideLayout" Target="../slideLayouts/slideLayout9.xml"/><Relationship Id="rId1" Type="http://schemas.openxmlformats.org/officeDocument/2006/relationships/tags" Target="../tags/tag77.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79.xml"/><Relationship Id="rId1" Type="http://schemas.openxmlformats.org/officeDocument/2006/relationships/tags" Target="../tags/tag78.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8.xml"/><Relationship Id="rId1" Type="http://schemas.openxmlformats.org/officeDocument/2006/relationships/tags" Target="../tags/tag80.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82.xml"/><Relationship Id="rId1" Type="http://schemas.openxmlformats.org/officeDocument/2006/relationships/tags" Target="../tags/tag8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84.xml"/><Relationship Id="rId1" Type="http://schemas.openxmlformats.org/officeDocument/2006/relationships/tags" Target="../tags/tag83.xml"/><Relationship Id="rId5" Type="http://schemas.openxmlformats.org/officeDocument/2006/relationships/image" Target="../media/image31.bin"/><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86.xml"/><Relationship Id="rId1" Type="http://schemas.openxmlformats.org/officeDocument/2006/relationships/tags" Target="../tags/tag85.xml"/><Relationship Id="rId5" Type="http://schemas.openxmlformats.org/officeDocument/2006/relationships/image" Target="../media/image88.bin"/><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43.xml"/><Relationship Id="rId1" Type="http://schemas.openxmlformats.org/officeDocument/2006/relationships/tags" Target="../tags/tag8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custDataLst>
              <p:custData r:id="rId2"/>
            </p:custDataLst>
          </p:nvPr>
        </p:nvSpPr>
        <p:spPr/>
        <p:txBody>
          <a:bodyPr lIns="0" tIns="0" rIns="0" bIns="45720" anchor="b"/>
          <a:lstStyle/>
          <a:p>
            <a:r>
              <a:rPr lang="en-US" dirty="0">
                <a:latin typeface="Segoe UI Semibold" panose="020B0702040204020203" pitchFamily="34" charset="0"/>
              </a:rPr>
              <a:t>Create a GUI in PowerShell</a:t>
            </a:r>
          </a:p>
        </p:txBody>
      </p:sp>
      <p:sp>
        <p:nvSpPr>
          <p:cNvPr id="4" name="Subtitle 3">
            <a:extLst>
              <a:ext uri="{FF2B5EF4-FFF2-40B4-BE49-F238E27FC236}">
                <a16:creationId xmlns:a16="http://schemas.microsoft.com/office/drawing/2014/main" id="{973B4C29-632F-4860-8613-9C0FE5AB42A0}"/>
              </a:ext>
            </a:extLst>
          </p:cNvPr>
          <p:cNvSpPr>
            <a:spLocks noGrp="1"/>
          </p:cNvSpPr>
          <p:nvPr>
            <p:ph type="subTitle" idx="1"/>
          </p:nvPr>
        </p:nvSpPr>
        <p:spPr/>
        <p:txBody>
          <a:bodyPr>
            <a:normAutofit lnSpcReduction="10000"/>
          </a:bodyPr>
          <a:lstStyle/>
          <a:p>
            <a:r>
              <a:rPr lang="en-US" dirty="0"/>
              <a:t>Module 10</a:t>
            </a:r>
          </a:p>
        </p:txBody>
      </p:sp>
    </p:spTree>
    <p:custDataLst>
      <p:tags r:id="rId1"/>
    </p:custDataLst>
    <p:extLst>
      <p:ext uri="{BB962C8B-B14F-4D97-AF65-F5344CB8AC3E}">
        <p14:creationId xmlns:p14="http://schemas.microsoft.com/office/powerpoint/2010/main" val="1266759135"/>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79B42-69EC-4737-A1D3-6170002B2FA4}"/>
              </a:ext>
            </a:extLst>
          </p:cNvPr>
          <p:cNvSpPr>
            <a:spLocks noGrp="1"/>
          </p:cNvSpPr>
          <p:nvPr>
            <p:ph type="title" idx="4294967295"/>
          </p:nvPr>
        </p:nvSpPr>
        <p:spPr>
          <a:xfrm>
            <a:off x="536575" y="288925"/>
            <a:ext cx="11655425" cy="900113"/>
          </a:xfrm>
        </p:spPr>
        <p:txBody>
          <a:bodyPr/>
          <a:lstStyle/>
          <a:p>
            <a:r>
              <a:rPr lang="en-US" dirty="0">
                <a:noFill/>
              </a:rPr>
              <a:t>Disclaimer</a:t>
            </a:r>
          </a:p>
        </p:txBody>
      </p:sp>
    </p:spTree>
    <p:custDataLst>
      <p:tags r:id="rId1"/>
    </p:custDataLst>
    <p:extLst>
      <p:ext uri="{BB962C8B-B14F-4D97-AF65-F5344CB8AC3E}">
        <p14:creationId xmlns:p14="http://schemas.microsoft.com/office/powerpoint/2010/main" val="4141703244"/>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name="HIDDEN - Slide1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1322-9F37-477D-9B5B-EBF49D8B1DE4}"/>
              </a:ext>
            </a:extLst>
          </p:cNvPr>
          <p:cNvSpPr>
            <a:spLocks noGrp="1"/>
          </p:cNvSpPr>
          <p:nvPr>
            <p:ph type="title"/>
          </p:nvPr>
        </p:nvSpPr>
        <p:spPr/>
        <p:txBody>
          <a:bodyPr/>
          <a:lstStyle/>
          <a:p>
            <a:r>
              <a:rPr lang="en-US"/>
              <a:t>Learnings covered in this Unit</a:t>
            </a:r>
            <a:endParaRPr lang="en-US" dirty="0"/>
          </a:p>
        </p:txBody>
      </p:sp>
      <p:sp>
        <p:nvSpPr>
          <p:cNvPr id="3" name="Text Placeholder 2">
            <a:extLst>
              <a:ext uri="{FF2B5EF4-FFF2-40B4-BE49-F238E27FC236}">
                <a16:creationId xmlns:a16="http://schemas.microsoft.com/office/drawing/2014/main" id="{1C691F60-425C-42A5-9655-84F756D08666}"/>
              </a:ext>
            </a:extLst>
          </p:cNvPr>
          <p:cNvSpPr>
            <a:spLocks noGrp="1"/>
          </p:cNvSpPr>
          <p:nvPr>
            <p:ph type="body" sz="quarter" idx="10"/>
            <p:custDataLst>
              <p:custData r:id="rId2"/>
            </p:custDataLst>
          </p:nvPr>
        </p:nvSpPr>
        <p:spPr/>
        <p:txBody>
          <a:bodyPr/>
          <a:lstStyle/>
          <a:p>
            <a:r>
              <a:rPr lang="en-US" dirty="0">
                <a:cs typeface="Segoe UI"/>
              </a:rPr>
              <a:t>Windows Presentation Foundation Framework Introduction</a:t>
            </a:r>
          </a:p>
          <a:p>
            <a:r>
              <a:rPr lang="en-US" dirty="0">
                <a:cs typeface="Segoe UI"/>
              </a:rPr>
              <a:t>Introduction to Visual Studio</a:t>
            </a:r>
          </a:p>
          <a:p>
            <a:r>
              <a:rPr lang="en-US" dirty="0">
                <a:cs typeface="Segoe UI"/>
              </a:rPr>
              <a:t>Graphical User Interface Design</a:t>
            </a:r>
          </a:p>
          <a:p>
            <a:r>
              <a:rPr lang="en-US" dirty="0">
                <a:cs typeface="Segoe UI"/>
              </a:rPr>
              <a:t>Advanced GUI Design</a:t>
            </a:r>
          </a:p>
          <a:p>
            <a:r>
              <a:rPr lang="en-US" dirty="0">
                <a:cs typeface="Segoe UI"/>
              </a:rPr>
              <a:t>Code Behind a Form</a:t>
            </a:r>
          </a:p>
          <a:p>
            <a:r>
              <a:rPr lang="en-US" dirty="0">
                <a:cs typeface="Segoe UI"/>
              </a:rPr>
              <a:t>Advanced Techniques</a:t>
            </a:r>
          </a:p>
        </p:txBody>
      </p:sp>
    </p:spTree>
    <p:custDataLst>
      <p:tags r:id="rId1"/>
    </p:custDataLst>
    <p:extLst>
      <p:ext uri="{BB962C8B-B14F-4D97-AF65-F5344CB8AC3E}">
        <p14:creationId xmlns:p14="http://schemas.microsoft.com/office/powerpoint/2010/main" val="2713376979"/>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name="HIDDEN - Slide9">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C6F63-616D-478D-A91D-8B071350BF64}"/>
              </a:ext>
            </a:extLst>
          </p:cNvPr>
          <p:cNvSpPr>
            <a:spLocks noGrp="1"/>
          </p:cNvSpPr>
          <p:nvPr>
            <p:ph type="title"/>
            <p:custDataLst>
              <p:custData r:id="rId2"/>
            </p:custDataLst>
          </p:nvPr>
        </p:nvSpPr>
        <p:spPr/>
        <p:txBody>
          <a:bodyPr/>
          <a:lstStyle/>
          <a:p>
            <a:r>
              <a:rPr lang="en-US" dirty="0"/>
              <a:t>Windows Presentation Foundation Introduction</a:t>
            </a:r>
          </a:p>
        </p:txBody>
      </p:sp>
    </p:spTree>
    <p:custDataLst>
      <p:tags r:id="rId1"/>
    </p:custDataLst>
    <p:extLst>
      <p:ext uri="{BB962C8B-B14F-4D97-AF65-F5344CB8AC3E}">
        <p14:creationId xmlns:p14="http://schemas.microsoft.com/office/powerpoint/2010/main" val="2683990092"/>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64F0EF-5D00-4F19-B090-4F73F1518B0E}"/>
              </a:ext>
            </a:extLst>
          </p:cNvPr>
          <p:cNvSpPr>
            <a:spLocks noGrp="1"/>
          </p:cNvSpPr>
          <p:nvPr>
            <p:ph type="title"/>
          </p:nvPr>
        </p:nvSpPr>
        <p:spPr>
          <a:prstGeom prst="rect">
            <a:avLst/>
          </a:prstGeom>
          <a:solidFill>
            <a:schemeClr val="bg1"/>
          </a:solidFill>
          <a:ln>
            <a:noFill/>
          </a:ln>
        </p:spPr>
        <p:txBody>
          <a:bodyPr wrap="square" anchor="t">
            <a:normAutofit/>
          </a:bodyPr>
          <a:lstStyle/>
          <a:p>
            <a:r>
              <a:rPr lang="en-US"/>
              <a:t>Windows Presentation Framework</a:t>
            </a:r>
            <a:endParaRPr lang="en-US" dirty="0"/>
          </a:p>
        </p:txBody>
      </p:sp>
      <p:grpSp>
        <p:nvGrpSpPr>
          <p:cNvPr id="18" name="Group 17">
            <a:extLst>
              <a:ext uri="{FF2B5EF4-FFF2-40B4-BE49-F238E27FC236}">
                <a16:creationId xmlns:a16="http://schemas.microsoft.com/office/drawing/2014/main" id="{7900A87C-7DA1-4007-8CA9-9D32D57BBC02}"/>
              </a:ext>
            </a:extLst>
          </p:cNvPr>
          <p:cNvGrpSpPr/>
          <p:nvPr/>
        </p:nvGrpSpPr>
        <p:grpSpPr>
          <a:xfrm>
            <a:off x="655638" y="1408114"/>
            <a:ext cx="2506830" cy="2571264"/>
            <a:chOff x="664940" y="2532306"/>
            <a:chExt cx="2506830" cy="2571264"/>
          </a:xfrm>
        </p:grpSpPr>
        <p:sp>
          <p:nvSpPr>
            <p:cNvPr id="3" name="Rectangle 2" descr="Checkmark">
              <a:extLst>
                <a:ext uri="{FF2B5EF4-FFF2-40B4-BE49-F238E27FC236}">
                  <a16:creationId xmlns:a16="http://schemas.microsoft.com/office/drawing/2014/main" id="{E54CCE51-B0BB-4527-A0FC-2A65C103F61E}"/>
                </a:ext>
              </a:extLst>
            </p:cNvPr>
            <p:cNvSpPr/>
            <p:nvPr/>
          </p:nvSpPr>
          <p:spPr>
            <a:xfrm>
              <a:off x="1445092" y="2532306"/>
              <a:ext cx="840164" cy="840164"/>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sz="2000" dirty="0"/>
            </a:p>
          </p:txBody>
        </p:sp>
        <p:sp>
          <p:nvSpPr>
            <p:cNvPr id="5" name="Freeform: Shape 4">
              <a:extLst>
                <a:ext uri="{FF2B5EF4-FFF2-40B4-BE49-F238E27FC236}">
                  <a16:creationId xmlns:a16="http://schemas.microsoft.com/office/drawing/2014/main" id="{B2BDE8B0-0768-4C67-894E-D3C363D36910}"/>
                </a:ext>
              </a:extLst>
            </p:cNvPr>
            <p:cNvSpPr/>
            <p:nvPr/>
          </p:nvSpPr>
          <p:spPr>
            <a:xfrm>
              <a:off x="664940" y="3483035"/>
              <a:ext cx="2400468" cy="641375"/>
            </a:xfrm>
            <a:custGeom>
              <a:avLst/>
              <a:gdLst>
                <a:gd name="connsiteX0" fmla="*/ 0 w 2400468"/>
                <a:gd name="connsiteY0" fmla="*/ 0 h 641375"/>
                <a:gd name="connsiteX1" fmla="*/ 2400468 w 2400468"/>
                <a:gd name="connsiteY1" fmla="*/ 0 h 641375"/>
                <a:gd name="connsiteX2" fmla="*/ 2400468 w 2400468"/>
                <a:gd name="connsiteY2" fmla="*/ 641375 h 641375"/>
                <a:gd name="connsiteX3" fmla="*/ 0 w 2400468"/>
                <a:gd name="connsiteY3" fmla="*/ 641375 h 641375"/>
                <a:gd name="connsiteX4" fmla="*/ 0 w 2400468"/>
                <a:gd name="connsiteY4" fmla="*/ 0 h 6413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0468" h="641375">
                  <a:moveTo>
                    <a:pt x="0" y="0"/>
                  </a:moveTo>
                  <a:lnTo>
                    <a:pt x="2400468" y="0"/>
                  </a:lnTo>
                  <a:lnTo>
                    <a:pt x="2400468" y="641375"/>
                  </a:lnTo>
                  <a:lnTo>
                    <a:pt x="0" y="6413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AU" kern="1200" dirty="0"/>
                <a:t>Available on all versions of windows with .NET 3+</a:t>
              </a:r>
              <a:endParaRPr lang="en-US" kern="1200" dirty="0"/>
            </a:p>
          </p:txBody>
        </p:sp>
        <p:sp>
          <p:nvSpPr>
            <p:cNvPr id="6" name="Freeform: Shape 5">
              <a:extLst>
                <a:ext uri="{FF2B5EF4-FFF2-40B4-BE49-F238E27FC236}">
                  <a16:creationId xmlns:a16="http://schemas.microsoft.com/office/drawing/2014/main" id="{8470D187-D52E-4108-8BA8-FD830D24CB54}"/>
                </a:ext>
              </a:extLst>
            </p:cNvPr>
            <p:cNvSpPr/>
            <p:nvPr/>
          </p:nvSpPr>
          <p:spPr>
            <a:xfrm>
              <a:off x="664940" y="4263406"/>
              <a:ext cx="2506830" cy="840164"/>
            </a:xfrm>
            <a:custGeom>
              <a:avLst/>
              <a:gdLst>
                <a:gd name="connsiteX0" fmla="*/ 0 w 2400468"/>
                <a:gd name="connsiteY0" fmla="*/ 0 h 927735"/>
                <a:gd name="connsiteX1" fmla="*/ 2400468 w 2400468"/>
                <a:gd name="connsiteY1" fmla="*/ 0 h 927735"/>
                <a:gd name="connsiteX2" fmla="*/ 2400468 w 2400468"/>
                <a:gd name="connsiteY2" fmla="*/ 927735 h 927735"/>
                <a:gd name="connsiteX3" fmla="*/ 0 w 2400468"/>
                <a:gd name="connsiteY3" fmla="*/ 927735 h 927735"/>
                <a:gd name="connsiteX4" fmla="*/ 0 w 2400468"/>
                <a:gd name="connsiteY4" fmla="*/ 0 h 927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0468" h="927735">
                  <a:moveTo>
                    <a:pt x="0" y="0"/>
                  </a:moveTo>
                  <a:lnTo>
                    <a:pt x="2400468" y="0"/>
                  </a:lnTo>
                  <a:lnTo>
                    <a:pt x="2400468" y="927735"/>
                  </a:lnTo>
                  <a:lnTo>
                    <a:pt x="0" y="92773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400" kern="1200" dirty="0"/>
                <a:t>Now open source (since 2018) </a:t>
              </a:r>
              <a:r>
                <a:rPr lang="en-US" sz="1400" kern="1200" dirty="0">
                  <a:hlinkClick r:id="rId6"/>
                </a:rPr>
                <a:t>https://github.com/dotnet/wpf</a:t>
              </a:r>
              <a:endParaRPr lang="en-US" sz="1400" kern="1200" dirty="0"/>
            </a:p>
          </p:txBody>
        </p:sp>
      </p:grpSp>
      <p:grpSp>
        <p:nvGrpSpPr>
          <p:cNvPr id="19" name="Group 18">
            <a:extLst>
              <a:ext uri="{FF2B5EF4-FFF2-40B4-BE49-F238E27FC236}">
                <a16:creationId xmlns:a16="http://schemas.microsoft.com/office/drawing/2014/main" id="{88FA40DC-BCF9-491D-B65B-B58FD56BFEC0}"/>
              </a:ext>
            </a:extLst>
          </p:cNvPr>
          <p:cNvGrpSpPr/>
          <p:nvPr/>
        </p:nvGrpSpPr>
        <p:grpSpPr>
          <a:xfrm>
            <a:off x="3276600" y="3656499"/>
            <a:ext cx="2400468" cy="2571264"/>
            <a:chOff x="3485491" y="2532306"/>
            <a:chExt cx="2400468" cy="2571264"/>
          </a:xfrm>
        </p:grpSpPr>
        <p:sp>
          <p:nvSpPr>
            <p:cNvPr id="7" name="Rectangle 6" descr="Computer">
              <a:extLst>
                <a:ext uri="{FF2B5EF4-FFF2-40B4-BE49-F238E27FC236}">
                  <a16:creationId xmlns:a16="http://schemas.microsoft.com/office/drawing/2014/main" id="{42E07413-2650-4196-B597-52777C94B09E}"/>
                </a:ext>
              </a:extLst>
            </p:cNvPr>
            <p:cNvSpPr/>
            <p:nvPr/>
          </p:nvSpPr>
          <p:spPr>
            <a:xfrm>
              <a:off x="4265643" y="2532306"/>
              <a:ext cx="840164" cy="840164"/>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8" name="Freeform: Shape 7">
              <a:extLst>
                <a:ext uri="{FF2B5EF4-FFF2-40B4-BE49-F238E27FC236}">
                  <a16:creationId xmlns:a16="http://schemas.microsoft.com/office/drawing/2014/main" id="{126D21A9-BE03-4D67-B247-5448BB4425C6}"/>
                </a:ext>
              </a:extLst>
            </p:cNvPr>
            <p:cNvSpPr/>
            <p:nvPr/>
          </p:nvSpPr>
          <p:spPr>
            <a:xfrm>
              <a:off x="3485491" y="3483035"/>
              <a:ext cx="2400468" cy="641375"/>
            </a:xfrm>
            <a:custGeom>
              <a:avLst/>
              <a:gdLst>
                <a:gd name="connsiteX0" fmla="*/ 0 w 2400468"/>
                <a:gd name="connsiteY0" fmla="*/ 0 h 641375"/>
                <a:gd name="connsiteX1" fmla="*/ 2400468 w 2400468"/>
                <a:gd name="connsiteY1" fmla="*/ 0 h 641375"/>
                <a:gd name="connsiteX2" fmla="*/ 2400468 w 2400468"/>
                <a:gd name="connsiteY2" fmla="*/ 641375 h 641375"/>
                <a:gd name="connsiteX3" fmla="*/ 0 w 2400468"/>
                <a:gd name="connsiteY3" fmla="*/ 641375 h 641375"/>
                <a:gd name="connsiteX4" fmla="*/ 0 w 2400468"/>
                <a:gd name="connsiteY4" fmla="*/ 0 h 6413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0468" h="641375">
                  <a:moveTo>
                    <a:pt x="0" y="0"/>
                  </a:moveTo>
                  <a:lnTo>
                    <a:pt x="2400468" y="0"/>
                  </a:lnTo>
                  <a:lnTo>
                    <a:pt x="2400468" y="641375"/>
                  </a:lnTo>
                  <a:lnTo>
                    <a:pt x="0" y="6413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AU" kern="1200" dirty="0"/>
                <a:t>Utilizes DirectX instead of core windows components for better performance</a:t>
              </a:r>
              <a:endParaRPr lang="en-US" kern="1200" dirty="0"/>
            </a:p>
          </p:txBody>
        </p:sp>
        <p:sp>
          <p:nvSpPr>
            <p:cNvPr id="10" name="Rectangle 9">
              <a:extLst>
                <a:ext uri="{FF2B5EF4-FFF2-40B4-BE49-F238E27FC236}">
                  <a16:creationId xmlns:a16="http://schemas.microsoft.com/office/drawing/2014/main" id="{0CAFE5B0-F773-45D9-B55A-9ABE47897403}"/>
                </a:ext>
              </a:extLst>
            </p:cNvPr>
            <p:cNvSpPr/>
            <p:nvPr/>
          </p:nvSpPr>
          <p:spPr>
            <a:xfrm>
              <a:off x="3485491" y="4175835"/>
              <a:ext cx="2400468" cy="92773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grpSp>
      <p:grpSp>
        <p:nvGrpSpPr>
          <p:cNvPr id="20" name="Group 19">
            <a:extLst>
              <a:ext uri="{FF2B5EF4-FFF2-40B4-BE49-F238E27FC236}">
                <a16:creationId xmlns:a16="http://schemas.microsoft.com/office/drawing/2014/main" id="{C364B315-B9BE-43DD-B4CF-CA3808A7F9B1}"/>
              </a:ext>
            </a:extLst>
          </p:cNvPr>
          <p:cNvGrpSpPr/>
          <p:nvPr/>
        </p:nvGrpSpPr>
        <p:grpSpPr>
          <a:xfrm>
            <a:off x="5791200" y="1408113"/>
            <a:ext cx="3429000" cy="2571264"/>
            <a:chOff x="6001242" y="2532306"/>
            <a:chExt cx="3429000" cy="2571264"/>
          </a:xfrm>
        </p:grpSpPr>
        <p:sp>
          <p:nvSpPr>
            <p:cNvPr id="11" name="Rectangle 10" descr="Processor">
              <a:extLst>
                <a:ext uri="{FF2B5EF4-FFF2-40B4-BE49-F238E27FC236}">
                  <a16:creationId xmlns:a16="http://schemas.microsoft.com/office/drawing/2014/main" id="{12BA6C46-48D9-4D5C-9863-CECFFB235C00}"/>
                </a:ext>
              </a:extLst>
            </p:cNvPr>
            <p:cNvSpPr/>
            <p:nvPr/>
          </p:nvSpPr>
          <p:spPr>
            <a:xfrm>
              <a:off x="7086194" y="2532306"/>
              <a:ext cx="840164" cy="840164"/>
            </a:xfrm>
            <a:prstGeom prst="rect">
              <a:avLst/>
            </a:prstGeom>
            <a: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sz="2000"/>
            </a:p>
          </p:txBody>
        </p:sp>
        <p:sp>
          <p:nvSpPr>
            <p:cNvPr id="13" name="Freeform: Shape 12">
              <a:extLst>
                <a:ext uri="{FF2B5EF4-FFF2-40B4-BE49-F238E27FC236}">
                  <a16:creationId xmlns:a16="http://schemas.microsoft.com/office/drawing/2014/main" id="{ABE9D7AF-59E1-46BC-AB67-4DB83D7BB098}"/>
                </a:ext>
              </a:extLst>
            </p:cNvPr>
            <p:cNvSpPr/>
            <p:nvPr/>
          </p:nvSpPr>
          <p:spPr>
            <a:xfrm>
              <a:off x="6306042" y="3483035"/>
              <a:ext cx="2400468" cy="641375"/>
            </a:xfrm>
            <a:custGeom>
              <a:avLst/>
              <a:gdLst>
                <a:gd name="connsiteX0" fmla="*/ 0 w 2400468"/>
                <a:gd name="connsiteY0" fmla="*/ 0 h 641375"/>
                <a:gd name="connsiteX1" fmla="*/ 2400468 w 2400468"/>
                <a:gd name="connsiteY1" fmla="*/ 0 h 641375"/>
                <a:gd name="connsiteX2" fmla="*/ 2400468 w 2400468"/>
                <a:gd name="connsiteY2" fmla="*/ 641375 h 641375"/>
                <a:gd name="connsiteX3" fmla="*/ 0 w 2400468"/>
                <a:gd name="connsiteY3" fmla="*/ 641375 h 641375"/>
                <a:gd name="connsiteX4" fmla="*/ 0 w 2400468"/>
                <a:gd name="connsiteY4" fmla="*/ 0 h 6413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0468" h="641375">
                  <a:moveTo>
                    <a:pt x="0" y="0"/>
                  </a:moveTo>
                  <a:lnTo>
                    <a:pt x="2400468" y="0"/>
                  </a:lnTo>
                  <a:lnTo>
                    <a:pt x="2400468" y="641375"/>
                  </a:lnTo>
                  <a:lnTo>
                    <a:pt x="0" y="6413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AU" kern="1200" dirty="0"/>
                <a:t>WPF object are created using XAML</a:t>
              </a:r>
              <a:endParaRPr lang="en-US" kern="1200" dirty="0"/>
            </a:p>
          </p:txBody>
        </p:sp>
        <p:sp>
          <p:nvSpPr>
            <p:cNvPr id="14" name="Freeform: Shape 13">
              <a:extLst>
                <a:ext uri="{FF2B5EF4-FFF2-40B4-BE49-F238E27FC236}">
                  <a16:creationId xmlns:a16="http://schemas.microsoft.com/office/drawing/2014/main" id="{1CE4A944-0CB2-4B99-A80E-FD0691E7ED82}"/>
                </a:ext>
              </a:extLst>
            </p:cNvPr>
            <p:cNvSpPr/>
            <p:nvPr/>
          </p:nvSpPr>
          <p:spPr>
            <a:xfrm>
              <a:off x="6001242" y="4175835"/>
              <a:ext cx="3429000" cy="927735"/>
            </a:xfrm>
            <a:custGeom>
              <a:avLst/>
              <a:gdLst>
                <a:gd name="connsiteX0" fmla="*/ 0 w 2400468"/>
                <a:gd name="connsiteY0" fmla="*/ 0 h 927735"/>
                <a:gd name="connsiteX1" fmla="*/ 2400468 w 2400468"/>
                <a:gd name="connsiteY1" fmla="*/ 0 h 927735"/>
                <a:gd name="connsiteX2" fmla="*/ 2400468 w 2400468"/>
                <a:gd name="connsiteY2" fmla="*/ 927735 h 927735"/>
                <a:gd name="connsiteX3" fmla="*/ 0 w 2400468"/>
                <a:gd name="connsiteY3" fmla="*/ 927735 h 927735"/>
                <a:gd name="connsiteX4" fmla="*/ 0 w 2400468"/>
                <a:gd name="connsiteY4" fmla="*/ 0 h 927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0468" h="927735">
                  <a:moveTo>
                    <a:pt x="0" y="0"/>
                  </a:moveTo>
                  <a:lnTo>
                    <a:pt x="2400468" y="0"/>
                  </a:lnTo>
                  <a:lnTo>
                    <a:pt x="2400468" y="927735"/>
                  </a:lnTo>
                  <a:lnTo>
                    <a:pt x="0" y="92773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Font typeface="Arial" panose="020B0604020202020204" pitchFamily="34" charset="0"/>
                <a:buNone/>
              </a:pPr>
              <a:r>
                <a:rPr lang="en-AU" sz="1400" kern="1200" dirty="0"/>
                <a:t>XAML is an XML-based Mark-up language</a:t>
              </a:r>
              <a:endParaRPr lang="en-US" sz="1400" kern="1200" dirty="0"/>
            </a:p>
            <a:p>
              <a:pPr marL="0" lvl="0" indent="0" algn="l" defTabSz="488950">
                <a:lnSpc>
                  <a:spcPct val="90000"/>
                </a:lnSpc>
                <a:spcBef>
                  <a:spcPct val="0"/>
                </a:spcBef>
                <a:spcAft>
                  <a:spcPct val="35000"/>
                </a:spcAft>
                <a:buFont typeface="Arial" panose="020B0604020202020204" pitchFamily="34" charset="0"/>
                <a:buNone/>
              </a:pPr>
              <a:r>
                <a:rPr lang="en-AU" sz="1400" kern="1200" dirty="0"/>
                <a:t>This is used in C# with Visual Studio for Universal Windows Application GUIs</a:t>
              </a:r>
              <a:endParaRPr lang="en-US" sz="1400" kern="1200" dirty="0"/>
            </a:p>
          </p:txBody>
        </p:sp>
      </p:grpSp>
      <p:grpSp>
        <p:nvGrpSpPr>
          <p:cNvPr id="21" name="Group 20">
            <a:extLst>
              <a:ext uri="{FF2B5EF4-FFF2-40B4-BE49-F238E27FC236}">
                <a16:creationId xmlns:a16="http://schemas.microsoft.com/office/drawing/2014/main" id="{157345F9-EFE8-47CD-B5CA-B6EF942FA88F}"/>
              </a:ext>
            </a:extLst>
          </p:cNvPr>
          <p:cNvGrpSpPr/>
          <p:nvPr/>
        </p:nvGrpSpPr>
        <p:grpSpPr>
          <a:xfrm>
            <a:off x="9135897" y="3656499"/>
            <a:ext cx="2400468" cy="2571264"/>
            <a:chOff x="9126592" y="2532306"/>
            <a:chExt cx="2400468" cy="2571264"/>
          </a:xfrm>
        </p:grpSpPr>
        <p:sp>
          <p:nvSpPr>
            <p:cNvPr id="15" name="Rectangle 14" descr="Keyboard">
              <a:extLst>
                <a:ext uri="{FF2B5EF4-FFF2-40B4-BE49-F238E27FC236}">
                  <a16:creationId xmlns:a16="http://schemas.microsoft.com/office/drawing/2014/main" id="{678EC846-BA85-4640-8DB9-AA47B8197CF7}"/>
                </a:ext>
              </a:extLst>
            </p:cNvPr>
            <p:cNvSpPr/>
            <p:nvPr/>
          </p:nvSpPr>
          <p:spPr>
            <a:xfrm>
              <a:off x="9906745" y="2532306"/>
              <a:ext cx="840164" cy="840164"/>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6" name="Freeform: Shape 15">
              <a:extLst>
                <a:ext uri="{FF2B5EF4-FFF2-40B4-BE49-F238E27FC236}">
                  <a16:creationId xmlns:a16="http://schemas.microsoft.com/office/drawing/2014/main" id="{DB1D6C0A-A29F-4AD9-8F83-6FBF2A86B781}"/>
                </a:ext>
              </a:extLst>
            </p:cNvPr>
            <p:cNvSpPr/>
            <p:nvPr/>
          </p:nvSpPr>
          <p:spPr>
            <a:xfrm>
              <a:off x="9126592" y="3483035"/>
              <a:ext cx="2400468" cy="641375"/>
            </a:xfrm>
            <a:custGeom>
              <a:avLst/>
              <a:gdLst>
                <a:gd name="connsiteX0" fmla="*/ 0 w 2400468"/>
                <a:gd name="connsiteY0" fmla="*/ 0 h 641375"/>
                <a:gd name="connsiteX1" fmla="*/ 2400468 w 2400468"/>
                <a:gd name="connsiteY1" fmla="*/ 0 h 641375"/>
                <a:gd name="connsiteX2" fmla="*/ 2400468 w 2400468"/>
                <a:gd name="connsiteY2" fmla="*/ 641375 h 641375"/>
                <a:gd name="connsiteX3" fmla="*/ 0 w 2400468"/>
                <a:gd name="connsiteY3" fmla="*/ 641375 h 641375"/>
                <a:gd name="connsiteX4" fmla="*/ 0 w 2400468"/>
                <a:gd name="connsiteY4" fmla="*/ 0 h 6413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0468" h="641375">
                  <a:moveTo>
                    <a:pt x="0" y="0"/>
                  </a:moveTo>
                  <a:lnTo>
                    <a:pt x="2400468" y="0"/>
                  </a:lnTo>
                  <a:lnTo>
                    <a:pt x="2400468" y="641375"/>
                  </a:lnTo>
                  <a:lnTo>
                    <a:pt x="0" y="64137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b="1"/>
              </a:pPr>
              <a:r>
                <a:rPr lang="en-US" kern="1200" dirty="0"/>
                <a:t>WPF provides a standard set of editable GUI features</a:t>
              </a:r>
            </a:p>
          </p:txBody>
        </p:sp>
        <p:sp>
          <p:nvSpPr>
            <p:cNvPr id="17" name="Rectangle 16">
              <a:extLst>
                <a:ext uri="{FF2B5EF4-FFF2-40B4-BE49-F238E27FC236}">
                  <a16:creationId xmlns:a16="http://schemas.microsoft.com/office/drawing/2014/main" id="{5122FBAE-58DB-4AED-8926-D92DAB518E23}"/>
                </a:ext>
              </a:extLst>
            </p:cNvPr>
            <p:cNvSpPr/>
            <p:nvPr/>
          </p:nvSpPr>
          <p:spPr>
            <a:xfrm>
              <a:off x="9126592" y="4175835"/>
              <a:ext cx="2400468" cy="92773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grpSp>
    </p:spTree>
    <p:custDataLst>
      <p:tags r:id="rId1"/>
    </p:custDataLst>
    <p:extLst>
      <p:ext uri="{BB962C8B-B14F-4D97-AF65-F5344CB8AC3E}">
        <p14:creationId xmlns:p14="http://schemas.microsoft.com/office/powerpoint/2010/main" val="523280705"/>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E84FF2-257C-4392-B779-D9D02C0B9FB2}"/>
              </a:ext>
            </a:extLst>
          </p:cNvPr>
          <p:cNvSpPr>
            <a:spLocks noGrp="1"/>
          </p:cNvSpPr>
          <p:nvPr>
            <p:ph type="title"/>
          </p:nvPr>
        </p:nvSpPr>
        <p:spPr>
          <a:xfrm>
            <a:off x="3429000" y="457200"/>
            <a:ext cx="5334000" cy="461665"/>
          </a:xfrm>
          <a:prstGeom prst="rect">
            <a:avLst/>
          </a:prstGeom>
          <a:solidFill>
            <a:schemeClr val="bg1"/>
          </a:solidFill>
          <a:ln>
            <a:noFill/>
          </a:ln>
        </p:spPr>
        <p:txBody>
          <a:bodyPr wrap="square" anchor="t">
            <a:normAutofit/>
          </a:bodyPr>
          <a:lstStyle/>
          <a:p>
            <a:r>
              <a:rPr lang="en-US" dirty="0"/>
              <a:t>Why Use WPF in PowerShell</a:t>
            </a:r>
          </a:p>
        </p:txBody>
      </p:sp>
      <p:graphicFrame>
        <p:nvGraphicFramePr>
          <p:cNvPr id="5" name="Text Placeholder 1">
            <a:extLst>
              <a:ext uri="{FF2B5EF4-FFF2-40B4-BE49-F238E27FC236}">
                <a16:creationId xmlns:a16="http://schemas.microsoft.com/office/drawing/2014/main" id="{B92DE62B-2501-4EEC-8159-9E0F350E3516}"/>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1465635375"/>
              </p:ext>
            </p:extLst>
          </p:nvPr>
        </p:nvGraphicFramePr>
        <p:xfrm>
          <a:off x="655638" y="1408114"/>
          <a:ext cx="10880726" cy="4819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2" name="Picture 1">
            <a:extLst>
              <a:ext uri="{FF2B5EF4-FFF2-40B4-BE49-F238E27FC236}">
                <a16:creationId xmlns:a16="http://schemas.microsoft.com/office/drawing/2014/main" id="{73F5E377-84F6-40DD-7404-1D622FACB1B0}"/>
              </a:ext>
            </a:extLst>
          </p:cNvPr>
          <p:cNvPicPr>
            <a:picLocks noChangeAspect="1"/>
          </p:cNvPicPr>
          <p:nvPr/>
        </p:nvPicPr>
        <p:blipFill>
          <a:blip r:embed="rId9"/>
          <a:stretch>
            <a:fillRect/>
          </a:stretch>
        </p:blipFill>
        <p:spPr>
          <a:xfrm>
            <a:off x="10515600" y="319921"/>
            <a:ext cx="753895" cy="856496"/>
          </a:xfrm>
          <a:prstGeom prst="rect">
            <a:avLst/>
          </a:prstGeom>
        </p:spPr>
      </p:pic>
    </p:spTree>
    <p:custDataLst>
      <p:tags r:id="rId1"/>
    </p:custDataLst>
    <p:extLst>
      <p:ext uri="{BB962C8B-B14F-4D97-AF65-F5344CB8AC3E}">
        <p14:creationId xmlns:p14="http://schemas.microsoft.com/office/powerpoint/2010/main" val="4109296172"/>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E84FF2-257C-4392-B779-D9D02C0B9FB2}"/>
              </a:ext>
            </a:extLst>
          </p:cNvPr>
          <p:cNvSpPr>
            <a:spLocks noGrp="1"/>
          </p:cNvSpPr>
          <p:nvPr>
            <p:ph type="title"/>
          </p:nvPr>
        </p:nvSpPr>
        <p:spPr>
          <a:xfrm>
            <a:off x="1143000" y="422433"/>
            <a:ext cx="9372600" cy="461665"/>
          </a:xfrm>
          <a:prstGeom prst="rect">
            <a:avLst/>
          </a:prstGeom>
          <a:solidFill>
            <a:schemeClr val="bg1"/>
          </a:solidFill>
          <a:ln>
            <a:noFill/>
          </a:ln>
        </p:spPr>
        <p:txBody>
          <a:bodyPr wrap="square" anchor="t">
            <a:normAutofit/>
          </a:bodyPr>
          <a:lstStyle/>
          <a:p>
            <a:r>
              <a:rPr lang="en-US" sz="3200" dirty="0">
                <a:solidFill>
                  <a:srgbClr val="000000"/>
                </a:solidFill>
                <a:effectLst/>
                <a:latin typeface="Segoe UI Semibold" panose="020B0702040204020203" pitchFamily="34" charset="0"/>
              </a:rPr>
              <a:t>Pros of Creating WPF Objects Directly in PowerShell</a:t>
            </a:r>
            <a:endParaRPr lang="en-US" dirty="0"/>
          </a:p>
        </p:txBody>
      </p:sp>
      <p:graphicFrame>
        <p:nvGraphicFramePr>
          <p:cNvPr id="4" name="Text Placeholder 1">
            <a:extLst>
              <a:ext uri="{FF2B5EF4-FFF2-40B4-BE49-F238E27FC236}">
                <a16:creationId xmlns:a16="http://schemas.microsoft.com/office/drawing/2014/main" id="{FE36E5FC-E24B-73D5-655B-C7C37DE9576B}"/>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3477288591"/>
              </p:ext>
            </p:extLst>
          </p:nvPr>
        </p:nvGraphicFramePr>
        <p:xfrm>
          <a:off x="655638" y="1408114"/>
          <a:ext cx="10880726" cy="4819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6" name="Group 5">
            <a:extLst>
              <a:ext uri="{FF2B5EF4-FFF2-40B4-BE49-F238E27FC236}">
                <a16:creationId xmlns:a16="http://schemas.microsoft.com/office/drawing/2014/main" id="{046B1025-0D1C-0C9D-E18A-A27C45731274}"/>
              </a:ext>
            </a:extLst>
          </p:cNvPr>
          <p:cNvGrpSpPr/>
          <p:nvPr/>
        </p:nvGrpSpPr>
        <p:grpSpPr>
          <a:xfrm>
            <a:off x="6637201" y="1408114"/>
            <a:ext cx="4813436" cy="1012830"/>
            <a:chOff x="5668941" y="998526"/>
            <a:chExt cx="4813436" cy="1012830"/>
          </a:xfrm>
        </p:grpSpPr>
        <p:sp>
          <p:nvSpPr>
            <p:cNvPr id="7" name="Rectangle 6">
              <a:extLst>
                <a:ext uri="{FF2B5EF4-FFF2-40B4-BE49-F238E27FC236}">
                  <a16:creationId xmlns:a16="http://schemas.microsoft.com/office/drawing/2014/main" id="{7457A7BA-12D9-30C7-69BF-46974C133230}"/>
                </a:ext>
              </a:extLst>
            </p:cNvPr>
            <p:cNvSpPr/>
            <p:nvPr/>
          </p:nvSpPr>
          <p:spPr>
            <a:xfrm>
              <a:off x="5668941" y="998526"/>
              <a:ext cx="4813436" cy="101283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IL"/>
            </a:p>
          </p:txBody>
        </p:sp>
        <p:sp>
          <p:nvSpPr>
            <p:cNvPr id="8" name="TextBox 7">
              <a:extLst>
                <a:ext uri="{FF2B5EF4-FFF2-40B4-BE49-F238E27FC236}">
                  <a16:creationId xmlns:a16="http://schemas.microsoft.com/office/drawing/2014/main" id="{8E1E0FE3-C8E0-F9D8-BC38-229145ACFD98}"/>
                </a:ext>
              </a:extLst>
            </p:cNvPr>
            <p:cNvSpPr txBox="1"/>
            <p:nvPr/>
          </p:nvSpPr>
          <p:spPr>
            <a:xfrm>
              <a:off x="5668941" y="998526"/>
              <a:ext cx="4813436" cy="101283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07191" tIns="107191" rIns="107191" bIns="107191" numCol="1" spcCol="1270" anchor="ctr" anchorCtr="0">
              <a:noAutofit/>
            </a:bodyPr>
            <a:lstStyle/>
            <a:p>
              <a:pPr marL="0" lvl="0" indent="0" algn="l" defTabSz="800100">
                <a:lnSpc>
                  <a:spcPct val="100000"/>
                </a:lnSpc>
                <a:spcBef>
                  <a:spcPct val="0"/>
                </a:spcBef>
                <a:spcAft>
                  <a:spcPct val="35000"/>
                </a:spcAft>
                <a:buNone/>
              </a:pPr>
              <a:r>
                <a:rPr lang="en-US" dirty="0"/>
                <a:t>Integrating the user interface (UI) directly within a PowerShell script</a:t>
              </a:r>
              <a:endParaRPr lang="en-US" sz="1800" kern="1200" dirty="0"/>
            </a:p>
          </p:txBody>
        </p:sp>
      </p:grpSp>
      <p:grpSp>
        <p:nvGrpSpPr>
          <p:cNvPr id="9" name="Group 8">
            <a:extLst>
              <a:ext uri="{FF2B5EF4-FFF2-40B4-BE49-F238E27FC236}">
                <a16:creationId xmlns:a16="http://schemas.microsoft.com/office/drawing/2014/main" id="{F6BC3498-E9E1-1088-BCB5-936DC77C6607}"/>
              </a:ext>
            </a:extLst>
          </p:cNvPr>
          <p:cNvGrpSpPr/>
          <p:nvPr/>
        </p:nvGrpSpPr>
        <p:grpSpPr>
          <a:xfrm>
            <a:off x="6637201" y="3930642"/>
            <a:ext cx="4813436" cy="1012830"/>
            <a:chOff x="5973776" y="1277925"/>
            <a:chExt cx="4813436" cy="1012830"/>
          </a:xfrm>
        </p:grpSpPr>
        <p:sp>
          <p:nvSpPr>
            <p:cNvPr id="10" name="Rectangle 9">
              <a:extLst>
                <a:ext uri="{FF2B5EF4-FFF2-40B4-BE49-F238E27FC236}">
                  <a16:creationId xmlns:a16="http://schemas.microsoft.com/office/drawing/2014/main" id="{EBFF948C-4E87-9F09-0A58-AF21153F9EEC}"/>
                </a:ext>
              </a:extLst>
            </p:cNvPr>
            <p:cNvSpPr/>
            <p:nvPr/>
          </p:nvSpPr>
          <p:spPr>
            <a:xfrm>
              <a:off x="5973776" y="1277925"/>
              <a:ext cx="4813436" cy="101283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IL"/>
            </a:p>
          </p:txBody>
        </p:sp>
        <p:sp>
          <p:nvSpPr>
            <p:cNvPr id="11" name="TextBox 10">
              <a:extLst>
                <a:ext uri="{FF2B5EF4-FFF2-40B4-BE49-F238E27FC236}">
                  <a16:creationId xmlns:a16="http://schemas.microsoft.com/office/drawing/2014/main" id="{91A12EDB-68BB-19F5-1667-CD9665B49A95}"/>
                </a:ext>
              </a:extLst>
            </p:cNvPr>
            <p:cNvSpPr txBox="1"/>
            <p:nvPr/>
          </p:nvSpPr>
          <p:spPr>
            <a:xfrm>
              <a:off x="5973776" y="1277925"/>
              <a:ext cx="4813436" cy="101283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07191" tIns="107191" rIns="107191" bIns="107191" numCol="1" spcCol="1270" anchor="ctr" anchorCtr="0">
              <a:noAutofit/>
            </a:bodyPr>
            <a:lstStyle/>
            <a:p>
              <a:pPr marL="0" lvl="0" indent="0" algn="l" defTabSz="800100">
                <a:lnSpc>
                  <a:spcPct val="100000"/>
                </a:lnSpc>
                <a:spcBef>
                  <a:spcPct val="0"/>
                </a:spcBef>
                <a:spcAft>
                  <a:spcPct val="35000"/>
                </a:spcAft>
                <a:buNone/>
              </a:pPr>
              <a:r>
                <a:rPr lang="en-US" sz="1800" kern="1200" dirty="0"/>
                <a:t>Combining both the UI and logic within the script reduces reliance on external files</a:t>
              </a:r>
            </a:p>
          </p:txBody>
        </p:sp>
      </p:grpSp>
      <p:sp>
        <p:nvSpPr>
          <p:cNvPr id="12" name="TextBox 11">
            <a:extLst>
              <a:ext uri="{FF2B5EF4-FFF2-40B4-BE49-F238E27FC236}">
                <a16:creationId xmlns:a16="http://schemas.microsoft.com/office/drawing/2014/main" id="{BE6B01F8-273C-9BC8-267D-332B3CA5467D}"/>
              </a:ext>
            </a:extLst>
          </p:cNvPr>
          <p:cNvSpPr txBox="1"/>
          <p:nvPr/>
        </p:nvSpPr>
        <p:spPr>
          <a:xfrm>
            <a:off x="6637201" y="5214934"/>
            <a:ext cx="4813436" cy="101283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07191" tIns="107191" rIns="107191" bIns="107191" numCol="1" spcCol="1270" anchor="ctr" anchorCtr="0">
            <a:noAutofit/>
          </a:bodyPr>
          <a:lstStyle/>
          <a:p>
            <a:pPr marL="0" lvl="0" indent="0" algn="l" defTabSz="800100">
              <a:lnSpc>
                <a:spcPct val="100000"/>
              </a:lnSpc>
              <a:spcBef>
                <a:spcPct val="0"/>
              </a:spcBef>
              <a:spcAft>
                <a:spcPct val="35000"/>
              </a:spcAft>
              <a:buNone/>
            </a:pPr>
            <a:r>
              <a:rPr lang="en-US" sz="1800" kern="1200" dirty="0"/>
              <a:t>Developers can quickly test and adjust the UI withing the script</a:t>
            </a:r>
          </a:p>
        </p:txBody>
      </p:sp>
    </p:spTree>
    <p:custDataLst>
      <p:tags r:id="rId1"/>
    </p:custDataLst>
    <p:extLst>
      <p:ext uri="{BB962C8B-B14F-4D97-AF65-F5344CB8AC3E}">
        <p14:creationId xmlns:p14="http://schemas.microsoft.com/office/powerpoint/2010/main" val="2483142581"/>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E84FF2-257C-4392-B779-D9D02C0B9FB2}"/>
              </a:ext>
            </a:extLst>
          </p:cNvPr>
          <p:cNvSpPr>
            <a:spLocks noGrp="1"/>
          </p:cNvSpPr>
          <p:nvPr>
            <p:ph type="title"/>
          </p:nvPr>
        </p:nvSpPr>
        <p:spPr>
          <a:xfrm>
            <a:off x="1143000" y="422433"/>
            <a:ext cx="9318762" cy="461665"/>
          </a:xfrm>
          <a:prstGeom prst="rect">
            <a:avLst/>
          </a:prstGeom>
          <a:solidFill>
            <a:schemeClr val="bg1"/>
          </a:solidFill>
          <a:ln>
            <a:noFill/>
          </a:ln>
        </p:spPr>
        <p:txBody>
          <a:bodyPr wrap="square" anchor="t">
            <a:normAutofit/>
          </a:bodyPr>
          <a:lstStyle/>
          <a:p>
            <a:r>
              <a:rPr lang="en-US" sz="3200" dirty="0">
                <a:solidFill>
                  <a:srgbClr val="000000"/>
                </a:solidFill>
                <a:effectLst/>
                <a:latin typeface="Segoe UI Semibold" panose="020B0702040204020203" pitchFamily="34" charset="0"/>
              </a:rPr>
              <a:t>Cons of Creating WPF Objects Directly in PowerShell</a:t>
            </a:r>
            <a:endParaRPr lang="en-US" dirty="0"/>
          </a:p>
        </p:txBody>
      </p:sp>
      <p:graphicFrame>
        <p:nvGraphicFramePr>
          <p:cNvPr id="4" name="Text Placeholder 1">
            <a:extLst>
              <a:ext uri="{FF2B5EF4-FFF2-40B4-BE49-F238E27FC236}">
                <a16:creationId xmlns:a16="http://schemas.microsoft.com/office/drawing/2014/main" id="{FE36E5FC-E24B-73D5-655B-C7C37DE9576B}"/>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1058848586"/>
              </p:ext>
            </p:extLst>
          </p:nvPr>
        </p:nvGraphicFramePr>
        <p:xfrm>
          <a:off x="655638" y="1408114"/>
          <a:ext cx="10880726" cy="4819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6" name="Group 5">
            <a:extLst>
              <a:ext uri="{FF2B5EF4-FFF2-40B4-BE49-F238E27FC236}">
                <a16:creationId xmlns:a16="http://schemas.microsoft.com/office/drawing/2014/main" id="{046B1025-0D1C-0C9D-E18A-A27C45731274}"/>
              </a:ext>
            </a:extLst>
          </p:cNvPr>
          <p:cNvGrpSpPr/>
          <p:nvPr/>
        </p:nvGrpSpPr>
        <p:grpSpPr>
          <a:xfrm>
            <a:off x="6637201" y="1408114"/>
            <a:ext cx="4813436" cy="1012830"/>
            <a:chOff x="5668941" y="998526"/>
            <a:chExt cx="4813436" cy="1012830"/>
          </a:xfrm>
        </p:grpSpPr>
        <p:sp>
          <p:nvSpPr>
            <p:cNvPr id="7" name="Rectangle 6">
              <a:extLst>
                <a:ext uri="{FF2B5EF4-FFF2-40B4-BE49-F238E27FC236}">
                  <a16:creationId xmlns:a16="http://schemas.microsoft.com/office/drawing/2014/main" id="{7457A7BA-12D9-30C7-69BF-46974C133230}"/>
                </a:ext>
              </a:extLst>
            </p:cNvPr>
            <p:cNvSpPr/>
            <p:nvPr/>
          </p:nvSpPr>
          <p:spPr>
            <a:xfrm>
              <a:off x="5668941" y="998526"/>
              <a:ext cx="4813436" cy="101283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IL"/>
            </a:p>
          </p:txBody>
        </p:sp>
        <p:sp>
          <p:nvSpPr>
            <p:cNvPr id="8" name="TextBox 7">
              <a:extLst>
                <a:ext uri="{FF2B5EF4-FFF2-40B4-BE49-F238E27FC236}">
                  <a16:creationId xmlns:a16="http://schemas.microsoft.com/office/drawing/2014/main" id="{8E1E0FE3-C8E0-F9D8-BC38-229145ACFD98}"/>
                </a:ext>
              </a:extLst>
            </p:cNvPr>
            <p:cNvSpPr txBox="1"/>
            <p:nvPr/>
          </p:nvSpPr>
          <p:spPr>
            <a:xfrm>
              <a:off x="5668941" y="998526"/>
              <a:ext cx="4813436" cy="101283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07191" tIns="107191" rIns="107191" bIns="107191" numCol="1" spcCol="1270" anchor="ctr" anchorCtr="0">
              <a:noAutofit/>
            </a:bodyPr>
            <a:lstStyle/>
            <a:p>
              <a:pPr marL="0" lvl="0" indent="0" algn="l" defTabSz="800100">
                <a:lnSpc>
                  <a:spcPct val="100000"/>
                </a:lnSpc>
                <a:spcBef>
                  <a:spcPct val="0"/>
                </a:spcBef>
                <a:spcAft>
                  <a:spcPct val="35000"/>
                </a:spcAft>
                <a:buNone/>
              </a:pPr>
              <a:r>
                <a:rPr lang="en-US" sz="1800">
                  <a:solidFill>
                    <a:srgbClr val="000000"/>
                  </a:solidFill>
                  <a:effectLst/>
                  <a:latin typeface="Segoe UI" panose="020B0502040204020203" pitchFamily="34" charset="0"/>
                </a:rPr>
                <a:t>The code becomes messy and more challenging to maintain.</a:t>
              </a:r>
              <a:endParaRPr lang="en-US" sz="1800" kern="1200" dirty="0"/>
            </a:p>
          </p:txBody>
        </p:sp>
      </p:grpSp>
      <p:grpSp>
        <p:nvGrpSpPr>
          <p:cNvPr id="9" name="Group 8">
            <a:extLst>
              <a:ext uri="{FF2B5EF4-FFF2-40B4-BE49-F238E27FC236}">
                <a16:creationId xmlns:a16="http://schemas.microsoft.com/office/drawing/2014/main" id="{F6BC3498-E9E1-1088-BCB5-936DC77C6607}"/>
              </a:ext>
            </a:extLst>
          </p:cNvPr>
          <p:cNvGrpSpPr/>
          <p:nvPr/>
        </p:nvGrpSpPr>
        <p:grpSpPr>
          <a:xfrm>
            <a:off x="6637201" y="3930642"/>
            <a:ext cx="4813436" cy="1012830"/>
            <a:chOff x="5973776" y="1277925"/>
            <a:chExt cx="4813436" cy="1012830"/>
          </a:xfrm>
        </p:grpSpPr>
        <p:sp>
          <p:nvSpPr>
            <p:cNvPr id="10" name="Rectangle 9">
              <a:extLst>
                <a:ext uri="{FF2B5EF4-FFF2-40B4-BE49-F238E27FC236}">
                  <a16:creationId xmlns:a16="http://schemas.microsoft.com/office/drawing/2014/main" id="{EBFF948C-4E87-9F09-0A58-AF21153F9EEC}"/>
                </a:ext>
              </a:extLst>
            </p:cNvPr>
            <p:cNvSpPr/>
            <p:nvPr/>
          </p:nvSpPr>
          <p:spPr>
            <a:xfrm>
              <a:off x="5973776" y="1277925"/>
              <a:ext cx="4813436" cy="101283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IL"/>
            </a:p>
          </p:txBody>
        </p:sp>
        <p:sp>
          <p:nvSpPr>
            <p:cNvPr id="11" name="TextBox 10">
              <a:extLst>
                <a:ext uri="{FF2B5EF4-FFF2-40B4-BE49-F238E27FC236}">
                  <a16:creationId xmlns:a16="http://schemas.microsoft.com/office/drawing/2014/main" id="{91A12EDB-68BB-19F5-1667-CD9665B49A95}"/>
                </a:ext>
              </a:extLst>
            </p:cNvPr>
            <p:cNvSpPr txBox="1"/>
            <p:nvPr/>
          </p:nvSpPr>
          <p:spPr>
            <a:xfrm>
              <a:off x="5973776" y="1277925"/>
              <a:ext cx="4813436" cy="101283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07191" tIns="107191" rIns="107191" bIns="107191" numCol="1" spcCol="1270" anchor="ctr" anchorCtr="0">
              <a:noAutofit/>
            </a:bodyPr>
            <a:lstStyle/>
            <a:p>
              <a:pPr marL="0" lvl="0" indent="0" algn="l" defTabSz="800100">
                <a:lnSpc>
                  <a:spcPct val="100000"/>
                </a:lnSpc>
                <a:spcBef>
                  <a:spcPct val="0"/>
                </a:spcBef>
                <a:spcAft>
                  <a:spcPct val="35000"/>
                </a:spcAft>
                <a:buNone/>
              </a:pPr>
              <a:r>
                <a:rPr lang="en-US" sz="1800" kern="1200" dirty="0"/>
                <a:t>Combining UI and script logic violates the separation of concerns principal</a:t>
              </a:r>
            </a:p>
          </p:txBody>
        </p:sp>
      </p:grpSp>
      <p:sp>
        <p:nvSpPr>
          <p:cNvPr id="12" name="TextBox 11">
            <a:extLst>
              <a:ext uri="{FF2B5EF4-FFF2-40B4-BE49-F238E27FC236}">
                <a16:creationId xmlns:a16="http://schemas.microsoft.com/office/drawing/2014/main" id="{BE6B01F8-273C-9BC8-267D-332B3CA5467D}"/>
              </a:ext>
            </a:extLst>
          </p:cNvPr>
          <p:cNvSpPr txBox="1"/>
          <p:nvPr/>
        </p:nvSpPr>
        <p:spPr>
          <a:xfrm>
            <a:off x="6637201" y="5214934"/>
            <a:ext cx="4813436" cy="101283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07191" tIns="107191" rIns="107191" bIns="107191" numCol="1" spcCol="1270" anchor="ctr" anchorCtr="0">
            <a:noAutofit/>
          </a:bodyPr>
          <a:lstStyle/>
          <a:p>
            <a:pPr marL="0" lvl="0" indent="0" algn="l" defTabSz="800100">
              <a:lnSpc>
                <a:spcPct val="100000"/>
              </a:lnSpc>
              <a:spcBef>
                <a:spcPct val="0"/>
              </a:spcBef>
              <a:spcAft>
                <a:spcPct val="35000"/>
              </a:spcAft>
              <a:buNone/>
            </a:pPr>
            <a:r>
              <a:rPr lang="en-US" sz="1800" dirty="0">
                <a:solidFill>
                  <a:srgbClr val="000000"/>
                </a:solidFill>
                <a:effectLst/>
                <a:latin typeface="Segoe UI" panose="020B0502040204020203" pitchFamily="34" charset="0"/>
              </a:rPr>
              <a:t>Although tools such as Visual Studio offer strong designers for WPF, crafting these objects manually remains complex.</a:t>
            </a:r>
            <a:endParaRPr lang="en-US" sz="1800" kern="1200" dirty="0"/>
          </a:p>
        </p:txBody>
      </p:sp>
    </p:spTree>
    <p:custDataLst>
      <p:tags r:id="rId1"/>
    </p:custDataLst>
    <p:extLst>
      <p:ext uri="{BB962C8B-B14F-4D97-AF65-F5344CB8AC3E}">
        <p14:creationId xmlns:p14="http://schemas.microsoft.com/office/powerpoint/2010/main" val="1794088487"/>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64A22E-2B43-4FC6-AF08-0CDB3F9E9269}"/>
              </a:ext>
            </a:extLst>
          </p:cNvPr>
          <p:cNvSpPr>
            <a:spLocks noGrp="1"/>
          </p:cNvSpPr>
          <p:nvPr>
            <p:ph type="title"/>
          </p:nvPr>
        </p:nvSpPr>
        <p:spPr/>
        <p:txBody>
          <a:bodyPr/>
          <a:lstStyle/>
          <a:p>
            <a:r>
              <a:rPr lang="en-US" dirty="0"/>
              <a:t>Demonstration</a:t>
            </a:r>
          </a:p>
        </p:txBody>
      </p:sp>
      <p:sp>
        <p:nvSpPr>
          <p:cNvPr id="6" name="Text Placeholder 5">
            <a:extLst>
              <a:ext uri="{FF2B5EF4-FFF2-40B4-BE49-F238E27FC236}">
                <a16:creationId xmlns:a16="http://schemas.microsoft.com/office/drawing/2014/main" id="{637E159C-9ACF-48AE-927A-D5FB13695C7F}"/>
              </a:ext>
            </a:extLst>
          </p:cNvPr>
          <p:cNvSpPr>
            <a:spLocks noGrp="1"/>
          </p:cNvSpPr>
          <p:nvPr>
            <p:ph type="body" sz="quarter" idx="10"/>
          </p:nvPr>
        </p:nvSpPr>
        <p:spPr>
          <a:xfrm>
            <a:off x="1066800" y="3124199"/>
            <a:ext cx="3525203" cy="838201"/>
          </a:xfrm>
        </p:spPr>
        <p:txBody>
          <a:bodyPr/>
          <a:lstStyle/>
          <a:p>
            <a:r>
              <a:rPr lang="en-US" dirty="0"/>
              <a:t>Building GUIs with WPF in PowerShell Code</a:t>
            </a:r>
          </a:p>
        </p:txBody>
      </p:sp>
      <p:pic>
        <p:nvPicPr>
          <p:cNvPr id="5" name="Demo 01" descr="A person standing in front of a screen.">
            <a:extLst>
              <a:ext uri="{FF2B5EF4-FFF2-40B4-BE49-F238E27FC236}">
                <a16:creationId xmlns:a16="http://schemas.microsoft.com/office/drawing/2014/main" id="{5B00A5C1-9FA6-4339-A188-9262C2A8175C}"/>
              </a:ext>
            </a:extLst>
          </p:cNvPr>
          <p:cNvPicPr>
            <a:picLocks noGrp="1" noChangeAspect="1"/>
          </p:cNvPicPr>
          <p:nvPr>
            <p:ph type="pic" sz="quarter" idx="15"/>
            <p:custDataLst>
              <p:tags r:id="rId2"/>
            </p:custDataLst>
          </p:nvPr>
        </p:nvPicPr>
        <p:blipFill>
          <a:blip r:embed="rId5" cstate="email">
            <a:extLst>
              <a:ext uri="{28A0092B-C50C-407E-A947-70E740481C1C}">
                <a14:useLocalDpi xmlns:a14="http://schemas.microsoft.com/office/drawing/2010/main"/>
              </a:ext>
            </a:extLst>
          </a:blip>
          <a:srcRect t="5543" b="5543"/>
          <a:stretch>
            <a:fillRect/>
          </a:stretch>
        </p:blipFill>
        <p:spPr>
          <a:prstGeom prst="rect">
            <a:avLst/>
          </a:prstGeom>
        </p:spPr>
      </p:pic>
    </p:spTree>
    <p:custDataLst>
      <p:tags r:id="rId1"/>
    </p:custDataLst>
    <p:extLst>
      <p:ext uri="{BB962C8B-B14F-4D97-AF65-F5344CB8AC3E}">
        <p14:creationId xmlns:p14="http://schemas.microsoft.com/office/powerpoint/2010/main" val="4255187873"/>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FED2B8-5110-4687-8749-CCEFC9D373F0}"/>
              </a:ext>
            </a:extLst>
          </p:cNvPr>
          <p:cNvSpPr>
            <a:spLocks noGrp="1"/>
          </p:cNvSpPr>
          <p:nvPr>
            <p:ph type="title"/>
          </p:nvPr>
        </p:nvSpPr>
        <p:spPr/>
        <p:txBody>
          <a:bodyPr/>
          <a:lstStyle/>
          <a:p>
            <a:r>
              <a:rPr lang="en-US" dirty="0"/>
              <a:t>Tools to create XAML code (continued)</a:t>
            </a:r>
          </a:p>
        </p:txBody>
      </p:sp>
      <p:sp>
        <p:nvSpPr>
          <p:cNvPr id="2" name="Text Placeholder 1">
            <a:extLst>
              <a:ext uri="{FF2B5EF4-FFF2-40B4-BE49-F238E27FC236}">
                <a16:creationId xmlns:a16="http://schemas.microsoft.com/office/drawing/2014/main" id="{3E58D1F6-6618-49DC-B041-DB5A8241301E}"/>
              </a:ext>
            </a:extLst>
          </p:cNvPr>
          <p:cNvSpPr>
            <a:spLocks noGrp="1"/>
          </p:cNvSpPr>
          <p:nvPr>
            <p:ph type="subTitle" idx="1"/>
          </p:nvPr>
        </p:nvSpPr>
        <p:spPr/>
        <p:txBody>
          <a:bodyPr/>
          <a:lstStyle/>
          <a:p>
            <a:pPr marL="0" indent="0">
              <a:buNone/>
            </a:pPr>
            <a:r>
              <a:rPr lang="en-US" dirty="0"/>
              <a:t>Visual Studio with C# </a:t>
            </a:r>
            <a:r>
              <a:rPr lang="en-US"/>
              <a:t>WPF template</a:t>
            </a:r>
            <a:endParaRPr lang="en-US" dirty="0"/>
          </a:p>
        </p:txBody>
      </p:sp>
      <p:pic>
        <p:nvPicPr>
          <p:cNvPr id="5" name="Picture 4" descr="Screenshot Visual Studio">
            <a:extLst>
              <a:ext uri="{FF2B5EF4-FFF2-40B4-BE49-F238E27FC236}">
                <a16:creationId xmlns:a16="http://schemas.microsoft.com/office/drawing/2014/main" id="{9F70EF15-9AAD-4F5D-8FBC-974B3966CAD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200386" y="1408111"/>
            <a:ext cx="9791228" cy="4819652"/>
          </a:xfrm>
          <a:prstGeom prst="rect">
            <a:avLst/>
          </a:prstGeom>
        </p:spPr>
      </p:pic>
    </p:spTree>
    <p:custDataLst>
      <p:tags r:id="rId1"/>
    </p:custDataLst>
    <p:extLst>
      <p:ext uri="{BB962C8B-B14F-4D97-AF65-F5344CB8AC3E}">
        <p14:creationId xmlns:p14="http://schemas.microsoft.com/office/powerpoint/2010/main" val="1954043941"/>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FED2B8-5110-4687-8749-CCEFC9D373F0}"/>
              </a:ext>
            </a:extLst>
          </p:cNvPr>
          <p:cNvSpPr>
            <a:spLocks noGrp="1"/>
          </p:cNvSpPr>
          <p:nvPr>
            <p:ph type="title"/>
          </p:nvPr>
        </p:nvSpPr>
        <p:spPr/>
        <p:txBody>
          <a:bodyPr/>
          <a:lstStyle/>
          <a:p>
            <a:r>
              <a:rPr lang="en-US"/>
              <a:t>Tools to create XAML code</a:t>
            </a:r>
            <a:endParaRPr lang="en-US" dirty="0"/>
          </a:p>
        </p:txBody>
      </p:sp>
      <p:sp>
        <p:nvSpPr>
          <p:cNvPr id="2" name="Text Placeholder 1">
            <a:extLst>
              <a:ext uri="{FF2B5EF4-FFF2-40B4-BE49-F238E27FC236}">
                <a16:creationId xmlns:a16="http://schemas.microsoft.com/office/drawing/2014/main" id="{3E58D1F6-6618-49DC-B041-DB5A8241301E}"/>
              </a:ext>
            </a:extLst>
          </p:cNvPr>
          <p:cNvSpPr>
            <a:spLocks noGrp="1"/>
          </p:cNvSpPr>
          <p:nvPr>
            <p:ph type="subTitle" idx="1"/>
          </p:nvPr>
        </p:nvSpPr>
        <p:spPr/>
        <p:txBody>
          <a:bodyPr/>
          <a:lstStyle/>
          <a:p>
            <a:pPr marL="0" indent="0">
              <a:buNone/>
            </a:pPr>
            <a:r>
              <a:rPr lang="en-US" dirty="0" err="1"/>
              <a:t>WinUI</a:t>
            </a:r>
            <a:r>
              <a:rPr lang="en-US" dirty="0"/>
              <a:t> 2 Gallery</a:t>
            </a:r>
          </a:p>
          <a:p>
            <a:pPr marL="0" indent="0">
              <a:buNone/>
            </a:pPr>
            <a:endParaRPr lang="en-US" dirty="0"/>
          </a:p>
        </p:txBody>
      </p:sp>
      <p:pic>
        <p:nvPicPr>
          <p:cNvPr id="5" name="Picture 4">
            <a:extLst>
              <a:ext uri="{FF2B5EF4-FFF2-40B4-BE49-F238E27FC236}">
                <a16:creationId xmlns:a16="http://schemas.microsoft.com/office/drawing/2014/main" id="{726B7315-4087-BF62-871B-BC4815809348}"/>
              </a:ext>
            </a:extLst>
          </p:cNvPr>
          <p:cNvPicPr>
            <a:picLocks noChangeAspect="1"/>
          </p:cNvPicPr>
          <p:nvPr/>
        </p:nvPicPr>
        <p:blipFill>
          <a:blip r:embed="rId4"/>
          <a:stretch>
            <a:fillRect/>
          </a:stretch>
        </p:blipFill>
        <p:spPr>
          <a:xfrm>
            <a:off x="2913210" y="1270044"/>
            <a:ext cx="6365580" cy="4978486"/>
          </a:xfrm>
          <a:prstGeom prst="rect">
            <a:avLst/>
          </a:prstGeom>
        </p:spPr>
      </p:pic>
      <p:pic>
        <p:nvPicPr>
          <p:cNvPr id="6" name="Picture 5">
            <a:extLst>
              <a:ext uri="{FF2B5EF4-FFF2-40B4-BE49-F238E27FC236}">
                <a16:creationId xmlns:a16="http://schemas.microsoft.com/office/drawing/2014/main" id="{2262505B-FDF8-698B-0FAF-0E3AF2F7C4EB}"/>
              </a:ext>
            </a:extLst>
          </p:cNvPr>
          <p:cNvPicPr>
            <a:picLocks noChangeAspect="1"/>
          </p:cNvPicPr>
          <p:nvPr/>
        </p:nvPicPr>
        <p:blipFill>
          <a:blip r:embed="rId5"/>
          <a:stretch>
            <a:fillRect/>
          </a:stretch>
        </p:blipFill>
        <p:spPr>
          <a:xfrm>
            <a:off x="10421937" y="307340"/>
            <a:ext cx="1114425" cy="1257300"/>
          </a:xfrm>
          <a:prstGeom prst="rect">
            <a:avLst/>
          </a:prstGeom>
        </p:spPr>
      </p:pic>
    </p:spTree>
    <p:custDataLst>
      <p:tags r:id="rId1"/>
    </p:custDataLst>
    <p:extLst>
      <p:ext uri="{BB962C8B-B14F-4D97-AF65-F5344CB8AC3E}">
        <p14:creationId xmlns:p14="http://schemas.microsoft.com/office/powerpoint/2010/main" val="160840770"/>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sp>
        <p:nvSpPr>
          <p:cNvPr id="15" name="Text Placeholder 14">
            <a:extLst>
              <a:ext uri="{FF2B5EF4-FFF2-40B4-BE49-F238E27FC236}">
                <a16:creationId xmlns:a16="http://schemas.microsoft.com/office/drawing/2014/main" id="{6DAA8F88-5BE5-4DEB-B8E1-CCA52313CEB8}"/>
              </a:ext>
            </a:extLst>
          </p:cNvPr>
          <p:cNvSpPr>
            <a:spLocks noGrp="1"/>
          </p:cNvSpPr>
          <p:nvPr>
            <p:ph type="body" sz="quarter" idx="10"/>
          </p:nvPr>
        </p:nvSpPr>
        <p:spPr/>
        <p:txBody>
          <a:bodyPr/>
          <a:lstStyle/>
          <a:p>
            <a:endParaRPr lang="en-US" dirty="0"/>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prstGeom prst="rect">
            <a:avLst/>
          </a:prstGeom>
        </p:spPr>
      </p:pic>
    </p:spTree>
    <p:custDataLst>
      <p:tags r:id="rId1"/>
    </p:custDataLst>
    <p:extLst>
      <p:ext uri="{BB962C8B-B14F-4D97-AF65-F5344CB8AC3E}">
        <p14:creationId xmlns:p14="http://schemas.microsoft.com/office/powerpoint/2010/main" val="1655408650"/>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C6F63-616D-478D-A91D-8B071350BF64}"/>
              </a:ext>
            </a:extLst>
          </p:cNvPr>
          <p:cNvSpPr>
            <a:spLocks noGrp="1"/>
          </p:cNvSpPr>
          <p:nvPr>
            <p:ph type="title"/>
            <p:custDataLst>
              <p:custData r:id="rId2"/>
            </p:custDataLst>
          </p:nvPr>
        </p:nvSpPr>
        <p:spPr>
          <a:prstGeom prst="rect">
            <a:avLst/>
          </a:prstGeom>
          <a:ln>
            <a:noFill/>
          </a:ln>
        </p:spPr>
        <p:txBody>
          <a:bodyPr wrap="square" anchor="t">
            <a:normAutofit/>
          </a:bodyPr>
          <a:lstStyle/>
          <a:p>
            <a:r>
              <a:rPr lang="en-US" dirty="0"/>
              <a:t>Introduction to Visual Studio</a:t>
            </a:r>
          </a:p>
        </p:txBody>
      </p:sp>
      <p:pic>
        <p:nvPicPr>
          <p:cNvPr id="6" name="Picture 5">
            <a:extLst>
              <a:ext uri="{FF2B5EF4-FFF2-40B4-BE49-F238E27FC236}">
                <a16:creationId xmlns:a16="http://schemas.microsoft.com/office/drawing/2014/main" id="{EAFDCA4A-6716-4610-B5A2-F9497C466536}"/>
              </a:ext>
              <a:ext uri="{C183D7F6-B498-43B3-948B-1728B52AA6E4}">
                <adec:decorative xmlns:adec="http://schemas.microsoft.com/office/drawing/2017/decorative" val="1"/>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5333682" y="10"/>
            <a:ext cx="6858000" cy="6861514"/>
          </a:xfrm>
          <a:prstGeom prst="rect">
            <a:avLst/>
          </a:prstGeom>
          <a:noFill/>
        </p:spPr>
      </p:pic>
    </p:spTree>
    <p:custDataLst>
      <p:tags r:id="rId1"/>
    </p:custDataLst>
    <p:extLst>
      <p:ext uri="{BB962C8B-B14F-4D97-AF65-F5344CB8AC3E}">
        <p14:creationId xmlns:p14="http://schemas.microsoft.com/office/powerpoint/2010/main" val="2871099743"/>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E89D95-6FCA-45C6-981C-9C1CE7F8DD25}"/>
              </a:ext>
            </a:extLst>
          </p:cNvPr>
          <p:cNvSpPr>
            <a:spLocks noGrp="1"/>
          </p:cNvSpPr>
          <p:nvPr>
            <p:ph type="title"/>
          </p:nvPr>
        </p:nvSpPr>
        <p:spPr>
          <a:prstGeom prst="rect">
            <a:avLst/>
          </a:prstGeom>
          <a:solidFill>
            <a:schemeClr val="bg1"/>
          </a:solidFill>
          <a:ln>
            <a:noFill/>
          </a:ln>
        </p:spPr>
        <p:txBody>
          <a:bodyPr wrap="square" anchor="t">
            <a:normAutofit/>
          </a:bodyPr>
          <a:lstStyle/>
          <a:p>
            <a:r>
              <a:rPr lang="en-US"/>
              <a:t>Why Use Visual Studio for XAML?</a:t>
            </a:r>
            <a:endParaRPr lang="en-US" dirty="0"/>
          </a:p>
        </p:txBody>
      </p:sp>
      <p:graphicFrame>
        <p:nvGraphicFramePr>
          <p:cNvPr id="5" name="Text Placeholder 1">
            <a:extLst>
              <a:ext uri="{FF2B5EF4-FFF2-40B4-BE49-F238E27FC236}">
                <a16:creationId xmlns:a16="http://schemas.microsoft.com/office/drawing/2014/main" id="{94164F84-7BD9-4B6B-984B-20448FC51915}"/>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3384263179"/>
              </p:ext>
            </p:extLst>
          </p:nvPr>
        </p:nvGraphicFramePr>
        <p:xfrm>
          <a:off x="655638" y="1408114"/>
          <a:ext cx="10880726" cy="4819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126785347"/>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64F0EF-5D00-4F19-B090-4F73F1518B0E}"/>
              </a:ext>
            </a:extLst>
          </p:cNvPr>
          <p:cNvSpPr>
            <a:spLocks noGrp="1"/>
          </p:cNvSpPr>
          <p:nvPr>
            <p:ph type="title"/>
          </p:nvPr>
        </p:nvSpPr>
        <p:spPr>
          <a:prstGeom prst="rect">
            <a:avLst/>
          </a:prstGeom>
          <a:solidFill>
            <a:schemeClr val="bg1"/>
          </a:solidFill>
          <a:ln>
            <a:noFill/>
          </a:ln>
        </p:spPr>
        <p:txBody>
          <a:bodyPr wrap="square" anchor="t">
            <a:normAutofit/>
          </a:bodyPr>
          <a:lstStyle/>
          <a:p>
            <a:r>
              <a:rPr lang="en-US"/>
              <a:t>Visual Studio Editions</a:t>
            </a:r>
            <a:endParaRPr lang="en-US" dirty="0"/>
          </a:p>
        </p:txBody>
      </p:sp>
      <p:graphicFrame>
        <p:nvGraphicFramePr>
          <p:cNvPr id="8" name="Text Placeholder 5">
            <a:extLst>
              <a:ext uri="{FF2B5EF4-FFF2-40B4-BE49-F238E27FC236}">
                <a16:creationId xmlns:a16="http://schemas.microsoft.com/office/drawing/2014/main" id="{0B3CD7BD-DA26-4115-8BD3-BD24BC2607DC}"/>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313825384"/>
              </p:ext>
            </p:extLst>
          </p:nvPr>
        </p:nvGraphicFramePr>
        <p:xfrm>
          <a:off x="655638" y="1408114"/>
          <a:ext cx="10880726" cy="4819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1998940606"/>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64F0EF-5D00-4F19-B090-4F73F1518B0E}"/>
              </a:ext>
            </a:extLst>
          </p:cNvPr>
          <p:cNvSpPr>
            <a:spLocks noGrp="1"/>
          </p:cNvSpPr>
          <p:nvPr>
            <p:ph type="title"/>
          </p:nvPr>
        </p:nvSpPr>
        <p:spPr>
          <a:xfrm>
            <a:off x="655638" y="320040"/>
            <a:ext cx="10880725" cy="461665"/>
          </a:xfrm>
          <a:prstGeom prst="rect">
            <a:avLst/>
          </a:prstGeom>
          <a:ln>
            <a:noFill/>
          </a:ln>
        </p:spPr>
        <p:txBody>
          <a:bodyPr wrap="square" anchor="t">
            <a:normAutofit/>
          </a:bodyPr>
          <a:lstStyle/>
          <a:p>
            <a:r>
              <a:rPr lang="en-US"/>
              <a:t>Visual Studio Versions</a:t>
            </a:r>
            <a:endParaRPr lang="en-US" dirty="0"/>
          </a:p>
        </p:txBody>
      </p:sp>
      <p:sp>
        <p:nvSpPr>
          <p:cNvPr id="2" name="Content Placeholder 1">
            <a:extLst>
              <a:ext uri="{FF2B5EF4-FFF2-40B4-BE49-F238E27FC236}">
                <a16:creationId xmlns:a16="http://schemas.microsoft.com/office/drawing/2014/main" id="{ACCAB305-3912-4EC7-8337-ABFCA932C8D6}"/>
              </a:ext>
            </a:extLst>
          </p:cNvPr>
          <p:cNvSpPr>
            <a:spLocks noGrp="1"/>
          </p:cNvSpPr>
          <p:nvPr>
            <p:ph sz="quarter" idx="13"/>
          </p:nvPr>
        </p:nvSpPr>
        <p:spPr>
          <a:xfrm>
            <a:off x="655638" y="1408113"/>
            <a:ext cx="5284787" cy="4819650"/>
          </a:xfrm>
          <a:prstGeom prst="rect">
            <a:avLst/>
          </a:prstGeom>
        </p:spPr>
        <p:txBody>
          <a:bodyPr>
            <a:normAutofit/>
          </a:bodyPr>
          <a:lstStyle/>
          <a:p>
            <a:pPr marL="0" indent="0">
              <a:buNone/>
            </a:pPr>
            <a:r>
              <a:rPr lang="en-US" dirty="0"/>
              <a:t>Currently in support major versions:</a:t>
            </a:r>
          </a:p>
          <a:p>
            <a:pPr lvl="1"/>
            <a:r>
              <a:rPr lang="en-US" sz="2400" dirty="0"/>
              <a:t>Visual Studio 2019</a:t>
            </a:r>
            <a:endParaRPr lang="he-IL" sz="2400" dirty="0"/>
          </a:p>
          <a:p>
            <a:pPr lvl="1"/>
            <a:r>
              <a:rPr lang="en-US" sz="2400" dirty="0"/>
              <a:t>Visual Studio 2022</a:t>
            </a:r>
          </a:p>
          <a:p>
            <a:endParaRPr lang="en-US" dirty="0"/>
          </a:p>
          <a:p>
            <a:pPr marL="0" indent="0">
              <a:buNone/>
            </a:pPr>
            <a:r>
              <a:rPr lang="en-US" dirty="0"/>
              <a:t>Extended support major versions:</a:t>
            </a:r>
          </a:p>
          <a:p>
            <a:pPr lvl="1"/>
            <a:r>
              <a:rPr lang="en-US" sz="2400" dirty="0"/>
              <a:t>Visual Studio 2017</a:t>
            </a:r>
          </a:p>
          <a:p>
            <a:pPr lvl="1"/>
            <a:r>
              <a:rPr lang="en-US" sz="2400" dirty="0"/>
              <a:t>Visual Studio 2015</a:t>
            </a:r>
          </a:p>
          <a:p>
            <a:endParaRPr lang="en-US" dirty="0"/>
          </a:p>
        </p:txBody>
      </p:sp>
      <p:pic>
        <p:nvPicPr>
          <p:cNvPr id="11" name="Picture 10">
            <a:extLst>
              <a:ext uri="{FF2B5EF4-FFF2-40B4-BE49-F238E27FC236}">
                <a16:creationId xmlns:a16="http://schemas.microsoft.com/office/drawing/2014/main" id="{D54146EB-4A2B-40A9-9B0F-C67CF6BFCF5E}"/>
              </a:ext>
              <a:ext uri="{C183D7F6-B498-43B3-948B-1728B52AA6E4}">
                <adec:decorative xmlns:adec="http://schemas.microsoft.com/office/drawing/2017/decorative" val="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568488" y="1408113"/>
            <a:ext cx="4650961" cy="4819650"/>
          </a:xfrm>
          <a:prstGeom prst="rect">
            <a:avLst/>
          </a:prstGeom>
          <a:noFill/>
        </p:spPr>
      </p:pic>
    </p:spTree>
    <p:custDataLst>
      <p:tags r:id="rId1"/>
    </p:custDataLst>
    <p:extLst>
      <p:ext uri="{BB962C8B-B14F-4D97-AF65-F5344CB8AC3E}">
        <p14:creationId xmlns:p14="http://schemas.microsoft.com/office/powerpoint/2010/main" val="3517077129"/>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E580D33-0C5C-40CA-BD62-BE0C1F7C10EB}"/>
              </a:ext>
            </a:extLst>
          </p:cNvPr>
          <p:cNvSpPr>
            <a:spLocks noGrp="1"/>
          </p:cNvSpPr>
          <p:nvPr>
            <p:ph type="title"/>
          </p:nvPr>
        </p:nvSpPr>
        <p:spPr>
          <a:xfrm>
            <a:off x="655638" y="320040"/>
            <a:ext cx="10880725" cy="461665"/>
          </a:xfrm>
          <a:prstGeom prst="rect">
            <a:avLst/>
          </a:prstGeom>
          <a:ln>
            <a:noFill/>
          </a:ln>
        </p:spPr>
        <p:txBody>
          <a:bodyPr wrap="square" anchor="t">
            <a:normAutofit/>
          </a:bodyPr>
          <a:lstStyle/>
          <a:p>
            <a:r>
              <a:rPr lang="en-US"/>
              <a:t>VS Installation for XAML Requirements</a:t>
            </a:r>
            <a:endParaRPr lang="en-US" dirty="0"/>
          </a:p>
        </p:txBody>
      </p:sp>
      <p:sp>
        <p:nvSpPr>
          <p:cNvPr id="2" name="Text Placeholder 1">
            <a:extLst>
              <a:ext uri="{FF2B5EF4-FFF2-40B4-BE49-F238E27FC236}">
                <a16:creationId xmlns:a16="http://schemas.microsoft.com/office/drawing/2014/main" id="{5EE693D6-238F-4E0B-9C2A-85D6877DD2C3}"/>
              </a:ext>
            </a:extLst>
          </p:cNvPr>
          <p:cNvSpPr>
            <a:spLocks noGrp="1"/>
          </p:cNvSpPr>
          <p:nvPr>
            <p:ph sz="quarter" idx="13"/>
          </p:nvPr>
        </p:nvSpPr>
        <p:spPr>
          <a:xfrm>
            <a:off x="655638" y="1408113"/>
            <a:ext cx="5284787" cy="4819650"/>
          </a:xfrm>
          <a:prstGeom prst="rect">
            <a:avLst/>
          </a:prstGeom>
        </p:spPr>
        <p:txBody>
          <a:bodyPr>
            <a:normAutofit/>
          </a:bodyPr>
          <a:lstStyle/>
          <a:p>
            <a:r>
              <a:rPr lang="en-US" dirty="0"/>
              <a:t>OS and system requirements:</a:t>
            </a:r>
          </a:p>
          <a:p>
            <a:pPr lvl="1"/>
            <a:r>
              <a:rPr lang="en-US" sz="2400" dirty="0"/>
              <a:t>Windows 10 or newer</a:t>
            </a:r>
          </a:p>
          <a:p>
            <a:pPr lvl="1"/>
            <a:r>
              <a:rPr lang="en-US" sz="2400" dirty="0"/>
              <a:t>.NET Version 3.5+</a:t>
            </a:r>
          </a:p>
          <a:p>
            <a:endParaRPr lang="en-US" dirty="0"/>
          </a:p>
          <a:p>
            <a:r>
              <a:rPr lang="en-US" dirty="0"/>
              <a:t>Visual studio options:</a:t>
            </a:r>
          </a:p>
          <a:p>
            <a:pPr lvl="1"/>
            <a:r>
              <a:rPr lang="en-US" sz="2400" dirty="0"/>
              <a:t>.NET desktop development feature</a:t>
            </a:r>
          </a:p>
          <a:p>
            <a:endParaRPr lang="en-US" dirty="0"/>
          </a:p>
          <a:p>
            <a:r>
              <a:rPr lang="en-US" dirty="0"/>
              <a:t>Custom XAML form controls:</a:t>
            </a:r>
          </a:p>
          <a:p>
            <a:pPr lvl="1"/>
            <a:r>
              <a:rPr lang="en-US" sz="2400" dirty="0"/>
              <a:t>Visual Studio Blend</a:t>
            </a:r>
          </a:p>
        </p:txBody>
      </p:sp>
      <p:pic>
        <p:nvPicPr>
          <p:cNvPr id="4" name="Picture 3">
            <a:extLst>
              <a:ext uri="{FF2B5EF4-FFF2-40B4-BE49-F238E27FC236}">
                <a16:creationId xmlns:a16="http://schemas.microsoft.com/office/drawing/2014/main" id="{464F572F-6937-4013-A8CF-0D8D0CD15C35}"/>
              </a:ext>
              <a:ext uri="{C183D7F6-B498-43B3-948B-1728B52AA6E4}">
                <adec:decorative xmlns:adec="http://schemas.microsoft.com/office/drawing/2017/decorative" val="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568488" y="1408113"/>
            <a:ext cx="4650961" cy="4819650"/>
          </a:xfrm>
          <a:prstGeom prst="rect">
            <a:avLst/>
          </a:prstGeom>
          <a:noFill/>
        </p:spPr>
      </p:pic>
    </p:spTree>
    <p:custDataLst>
      <p:tags r:id="rId1"/>
    </p:custDataLst>
    <p:extLst>
      <p:ext uri="{BB962C8B-B14F-4D97-AF65-F5344CB8AC3E}">
        <p14:creationId xmlns:p14="http://schemas.microsoft.com/office/powerpoint/2010/main" val="2963866585"/>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FD95EF2-728B-04D7-3302-B8E52B242459}"/>
              </a:ext>
            </a:extLst>
          </p:cNvPr>
          <p:cNvPicPr>
            <a:picLocks noChangeAspect="1"/>
          </p:cNvPicPr>
          <p:nvPr/>
        </p:nvPicPr>
        <p:blipFill>
          <a:blip r:embed="rId4"/>
          <a:stretch>
            <a:fillRect/>
          </a:stretch>
        </p:blipFill>
        <p:spPr>
          <a:xfrm>
            <a:off x="5497513" y="2382314"/>
            <a:ext cx="5229899" cy="1185357"/>
          </a:xfrm>
          <a:prstGeom prst="rect">
            <a:avLst/>
          </a:prstGeom>
        </p:spPr>
      </p:pic>
      <p:pic>
        <p:nvPicPr>
          <p:cNvPr id="8" name="Picture 7">
            <a:extLst>
              <a:ext uri="{FF2B5EF4-FFF2-40B4-BE49-F238E27FC236}">
                <a16:creationId xmlns:a16="http://schemas.microsoft.com/office/drawing/2014/main" id="{2C1F4237-B6AE-FAEB-4B2B-6F1E35E12CD7}"/>
              </a:ext>
            </a:extLst>
          </p:cNvPr>
          <p:cNvPicPr>
            <a:picLocks noChangeAspect="1"/>
          </p:cNvPicPr>
          <p:nvPr/>
        </p:nvPicPr>
        <p:blipFill>
          <a:blip r:embed="rId5"/>
          <a:stretch>
            <a:fillRect/>
          </a:stretch>
        </p:blipFill>
        <p:spPr>
          <a:xfrm>
            <a:off x="5497514" y="1182686"/>
            <a:ext cx="5591420" cy="1039114"/>
          </a:xfrm>
          <a:prstGeom prst="rect">
            <a:avLst/>
          </a:prstGeom>
        </p:spPr>
      </p:pic>
      <p:sp>
        <p:nvSpPr>
          <p:cNvPr id="3" name="Title 2">
            <a:extLst>
              <a:ext uri="{FF2B5EF4-FFF2-40B4-BE49-F238E27FC236}">
                <a16:creationId xmlns:a16="http://schemas.microsoft.com/office/drawing/2014/main" id="{5405213B-1598-4D59-AF62-FA9D8114A525}"/>
              </a:ext>
            </a:extLst>
          </p:cNvPr>
          <p:cNvSpPr>
            <a:spLocks noGrp="1"/>
          </p:cNvSpPr>
          <p:nvPr>
            <p:ph type="title"/>
          </p:nvPr>
        </p:nvSpPr>
        <p:spPr/>
        <p:txBody>
          <a:bodyPr/>
          <a:lstStyle/>
          <a:p>
            <a:r>
              <a:rPr lang="en-US"/>
              <a:t>Creating a XAML project</a:t>
            </a:r>
            <a:endParaRPr lang="en-US" dirty="0"/>
          </a:p>
        </p:txBody>
      </p:sp>
      <p:sp>
        <p:nvSpPr>
          <p:cNvPr id="2" name="Text Placeholder 1">
            <a:extLst>
              <a:ext uri="{FF2B5EF4-FFF2-40B4-BE49-F238E27FC236}">
                <a16:creationId xmlns:a16="http://schemas.microsoft.com/office/drawing/2014/main" id="{9C37EDC6-D00C-4DBA-83D7-8970364CE7B6}"/>
              </a:ext>
            </a:extLst>
          </p:cNvPr>
          <p:cNvSpPr>
            <a:spLocks noGrp="1"/>
          </p:cNvSpPr>
          <p:nvPr>
            <p:ph sz="quarter" idx="13"/>
          </p:nvPr>
        </p:nvSpPr>
        <p:spPr>
          <a:xfrm>
            <a:off x="655638" y="1066800"/>
            <a:ext cx="10880726" cy="4819650"/>
          </a:xfrm>
        </p:spPr>
        <p:txBody>
          <a:bodyPr>
            <a:normAutofit fontScale="92500" lnSpcReduction="20000"/>
          </a:bodyPr>
          <a:lstStyle/>
          <a:p>
            <a:endParaRPr lang="en-US" sz="1100" dirty="0"/>
          </a:p>
          <a:p>
            <a:r>
              <a:rPr lang="en-US" dirty="0"/>
              <a:t>File</a:t>
            </a:r>
          </a:p>
          <a:p>
            <a:endParaRPr lang="en-US" sz="1100" dirty="0"/>
          </a:p>
          <a:p>
            <a:r>
              <a:rPr lang="en-US" dirty="0"/>
              <a:t>New</a:t>
            </a:r>
          </a:p>
          <a:p>
            <a:endParaRPr lang="en-US" sz="1100" dirty="0"/>
          </a:p>
          <a:p>
            <a:r>
              <a:rPr lang="en-US" dirty="0"/>
              <a:t>Project</a:t>
            </a:r>
          </a:p>
          <a:p>
            <a:endParaRPr lang="en-US" sz="1100" dirty="0"/>
          </a:p>
          <a:p>
            <a:r>
              <a:rPr lang="en-US" dirty="0"/>
              <a:t>Search for WPF</a:t>
            </a:r>
          </a:p>
          <a:p>
            <a:endParaRPr lang="en-US" sz="1100" dirty="0"/>
          </a:p>
          <a:p>
            <a:r>
              <a:rPr lang="en-US" dirty="0"/>
              <a:t>Select WPF Application</a:t>
            </a:r>
          </a:p>
          <a:p>
            <a:endParaRPr lang="en-US" sz="1100" dirty="0"/>
          </a:p>
          <a:p>
            <a:r>
              <a:rPr lang="en-US" dirty="0"/>
              <a:t>Project Name</a:t>
            </a:r>
          </a:p>
          <a:p>
            <a:endParaRPr lang="en-US" sz="1100" dirty="0"/>
          </a:p>
          <a:p>
            <a:r>
              <a:rPr lang="en-US" dirty="0"/>
              <a:t>Location</a:t>
            </a:r>
          </a:p>
          <a:p>
            <a:endParaRPr lang="en-US" sz="1100" dirty="0"/>
          </a:p>
          <a:p>
            <a:r>
              <a:rPr lang="en-US" dirty="0"/>
              <a:t>OK</a:t>
            </a:r>
          </a:p>
        </p:txBody>
      </p:sp>
      <p:pic>
        <p:nvPicPr>
          <p:cNvPr id="19" name="Picture 18">
            <a:extLst>
              <a:ext uri="{FF2B5EF4-FFF2-40B4-BE49-F238E27FC236}">
                <a16:creationId xmlns:a16="http://schemas.microsoft.com/office/drawing/2014/main" id="{BFB1FDFF-6FB4-C37E-F8A9-E1DF66F476BE}"/>
              </a:ext>
            </a:extLst>
          </p:cNvPr>
          <p:cNvPicPr>
            <a:picLocks noChangeAspect="1"/>
          </p:cNvPicPr>
          <p:nvPr/>
        </p:nvPicPr>
        <p:blipFill>
          <a:blip r:embed="rId6"/>
          <a:stretch>
            <a:fillRect/>
          </a:stretch>
        </p:blipFill>
        <p:spPr>
          <a:xfrm>
            <a:off x="5497513" y="3657647"/>
            <a:ext cx="4713287" cy="2760101"/>
          </a:xfrm>
          <a:prstGeom prst="rect">
            <a:avLst/>
          </a:prstGeom>
        </p:spPr>
      </p:pic>
    </p:spTree>
    <p:custDataLst>
      <p:tags r:id="rId1"/>
    </p:custDataLst>
    <p:extLst>
      <p:ext uri="{BB962C8B-B14F-4D97-AF65-F5344CB8AC3E}">
        <p14:creationId xmlns:p14="http://schemas.microsoft.com/office/powerpoint/2010/main" val="181404058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DDFD10-6E53-47FB-AF96-67A1ED119206}"/>
              </a:ext>
            </a:extLst>
          </p:cNvPr>
          <p:cNvSpPr>
            <a:spLocks noGrp="1"/>
          </p:cNvSpPr>
          <p:nvPr>
            <p:ph type="title"/>
          </p:nvPr>
        </p:nvSpPr>
        <p:spPr/>
        <p:txBody>
          <a:bodyPr/>
          <a:lstStyle/>
          <a:p>
            <a:r>
              <a:rPr lang="en-US"/>
              <a:t>Visual Studio Layout</a:t>
            </a:r>
            <a:endParaRPr lang="en-US" dirty="0"/>
          </a:p>
        </p:txBody>
      </p:sp>
      <p:sp>
        <p:nvSpPr>
          <p:cNvPr id="2" name="Text Placeholder 1">
            <a:extLst>
              <a:ext uri="{FF2B5EF4-FFF2-40B4-BE49-F238E27FC236}">
                <a16:creationId xmlns:a16="http://schemas.microsoft.com/office/drawing/2014/main" id="{FEB8E374-6BA3-401E-B7D7-83B29886091D}"/>
              </a:ext>
            </a:extLst>
          </p:cNvPr>
          <p:cNvSpPr>
            <a:spLocks noGrp="1"/>
          </p:cNvSpPr>
          <p:nvPr>
            <p:ph type="body" sz="quarter" idx="16"/>
          </p:nvPr>
        </p:nvSpPr>
        <p:spPr/>
        <p:txBody>
          <a:bodyPr>
            <a:normAutofit/>
          </a:bodyPr>
          <a:lstStyle/>
          <a:p>
            <a:pPr marL="0" indent="0">
              <a:buNone/>
            </a:pPr>
            <a:r>
              <a:rPr lang="en-US" dirty="0"/>
              <a:t>Solution Explorer</a:t>
            </a:r>
          </a:p>
          <a:p>
            <a:pPr lvl="1"/>
            <a:r>
              <a:rPr lang="en-US" dirty="0"/>
              <a:t>Open files in the solution</a:t>
            </a:r>
          </a:p>
          <a:p>
            <a:pPr lvl="1"/>
            <a:r>
              <a:rPr lang="en-US" dirty="0"/>
              <a:t>Focus on </a:t>
            </a:r>
            <a:r>
              <a:rPr lang="en-US" dirty="0" err="1"/>
              <a:t>MainWindow.xaml</a:t>
            </a:r>
            <a:endParaRPr lang="en-US" dirty="0"/>
          </a:p>
          <a:p>
            <a:endParaRPr lang="en-US" dirty="0"/>
          </a:p>
          <a:p>
            <a:r>
              <a:rPr lang="en-US" dirty="0"/>
              <a:t>Tabs</a:t>
            </a:r>
          </a:p>
          <a:p>
            <a:pPr lvl="1"/>
            <a:r>
              <a:rPr lang="en-US" dirty="0"/>
              <a:t>Files that are open</a:t>
            </a:r>
          </a:p>
          <a:p>
            <a:pPr lvl="1"/>
            <a:r>
              <a:rPr lang="en-US" dirty="0"/>
              <a:t>Focus on </a:t>
            </a:r>
            <a:r>
              <a:rPr lang="en-US" dirty="0" err="1"/>
              <a:t>MainWindow.xaml</a:t>
            </a:r>
            <a:endParaRPr lang="en-US" dirty="0"/>
          </a:p>
          <a:p>
            <a:endParaRPr lang="en-US" dirty="0"/>
          </a:p>
          <a:p>
            <a:r>
              <a:rPr lang="en-US" dirty="0"/>
              <a:t>Viewport</a:t>
            </a:r>
          </a:p>
          <a:p>
            <a:pPr lvl="1"/>
            <a:r>
              <a:rPr lang="en-US" dirty="0"/>
              <a:t>GUI with code behind</a:t>
            </a:r>
          </a:p>
          <a:p>
            <a:pPr lvl="1"/>
            <a:r>
              <a:rPr lang="en-US" dirty="0"/>
              <a:t>Code only </a:t>
            </a:r>
          </a:p>
        </p:txBody>
      </p:sp>
      <p:sp>
        <p:nvSpPr>
          <p:cNvPr id="10" name="Picture Placeholder 9">
            <a:extLst>
              <a:ext uri="{FF2B5EF4-FFF2-40B4-BE49-F238E27FC236}">
                <a16:creationId xmlns:a16="http://schemas.microsoft.com/office/drawing/2014/main" id="{C10CB4D9-7B7C-44FF-8ABC-66158BEB75F5}"/>
              </a:ext>
              <a:ext uri="{C183D7F6-B498-43B3-948B-1728B52AA6E4}">
                <adec:decorative xmlns:adec="http://schemas.microsoft.com/office/drawing/2017/decorative" val="1"/>
              </a:ext>
            </a:extLst>
          </p:cNvPr>
          <p:cNvSpPr>
            <a:spLocks noGrp="1"/>
          </p:cNvSpPr>
          <p:nvPr>
            <p:ph type="pic" sz="quarter" idx="15"/>
          </p:nvPr>
        </p:nvSpPr>
        <p:spPr/>
        <p:txBody>
          <a:bodyPr/>
          <a:lstStyle/>
          <a:p>
            <a:endParaRPr lang="en-IL"/>
          </a:p>
        </p:txBody>
      </p:sp>
      <p:pic>
        <p:nvPicPr>
          <p:cNvPr id="4" name="Picture 3">
            <a:extLst>
              <a:ext uri="{FF2B5EF4-FFF2-40B4-BE49-F238E27FC236}">
                <a16:creationId xmlns:a16="http://schemas.microsoft.com/office/drawing/2014/main" id="{A7CB880D-37E0-4590-985E-6A5786FF56C0}"/>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715000" y="640788"/>
            <a:ext cx="6115711" cy="5586975"/>
          </a:xfrm>
          <a:prstGeom prst="rect">
            <a:avLst/>
          </a:prstGeom>
        </p:spPr>
      </p:pic>
      <p:sp>
        <p:nvSpPr>
          <p:cNvPr id="5" name="Rectangle 4">
            <a:extLst>
              <a:ext uri="{FF2B5EF4-FFF2-40B4-BE49-F238E27FC236}">
                <a16:creationId xmlns:a16="http://schemas.microsoft.com/office/drawing/2014/main" id="{808D82BE-62FF-45B0-B5C4-CD273AE32EAC}"/>
              </a:ext>
              <a:ext uri="{C183D7F6-B498-43B3-948B-1728B52AA6E4}">
                <adec:decorative xmlns:adec="http://schemas.microsoft.com/office/drawing/2017/decorative" val="1"/>
              </a:ext>
            </a:extLst>
          </p:cNvPr>
          <p:cNvSpPr/>
          <p:nvPr/>
        </p:nvSpPr>
        <p:spPr bwMode="auto">
          <a:xfrm>
            <a:off x="10575951" y="1274764"/>
            <a:ext cx="1066800" cy="2209800"/>
          </a:xfrm>
          <a:prstGeom prst="rect">
            <a:avLst/>
          </a:prstGeom>
          <a:solidFill>
            <a:srgbClr val="0078D4">
              <a:alpha val="50000"/>
            </a:srgb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a:extLst>
              <a:ext uri="{FF2B5EF4-FFF2-40B4-BE49-F238E27FC236}">
                <a16:creationId xmlns:a16="http://schemas.microsoft.com/office/drawing/2014/main" id="{54A1D0EA-5D42-471A-A108-644C3E4FACA6}"/>
              </a:ext>
              <a:ext uri="{C183D7F6-B498-43B3-948B-1728B52AA6E4}">
                <adec:decorative xmlns:adec="http://schemas.microsoft.com/office/drawing/2017/decorative" val="1"/>
              </a:ext>
            </a:extLst>
          </p:cNvPr>
          <p:cNvSpPr/>
          <p:nvPr/>
        </p:nvSpPr>
        <p:spPr bwMode="auto">
          <a:xfrm>
            <a:off x="5871870" y="1122364"/>
            <a:ext cx="4512807" cy="193040"/>
          </a:xfrm>
          <a:prstGeom prst="rect">
            <a:avLst/>
          </a:prstGeom>
          <a:solidFill>
            <a:srgbClr val="107C10">
              <a:alpha val="50000"/>
            </a:srgb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a:extLst>
              <a:ext uri="{FF2B5EF4-FFF2-40B4-BE49-F238E27FC236}">
                <a16:creationId xmlns:a16="http://schemas.microsoft.com/office/drawing/2014/main" id="{FFE17BE8-FD22-4D6F-8BF9-DEE810739187}"/>
              </a:ext>
              <a:ext uri="{C183D7F6-B498-43B3-948B-1728B52AA6E4}">
                <adec:decorative xmlns:adec="http://schemas.microsoft.com/office/drawing/2017/decorative" val="1"/>
              </a:ext>
            </a:extLst>
          </p:cNvPr>
          <p:cNvSpPr/>
          <p:nvPr/>
        </p:nvSpPr>
        <p:spPr bwMode="auto">
          <a:xfrm>
            <a:off x="5909392" y="1300164"/>
            <a:ext cx="4632155" cy="4089400"/>
          </a:xfrm>
          <a:prstGeom prst="rect">
            <a:avLst/>
          </a:prstGeom>
          <a:solidFill>
            <a:srgbClr val="8661C5">
              <a:alpha val="50000"/>
            </a:srgb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custDataLst>
      <p:tags r:id="rId1"/>
    </p:custDataLst>
    <p:extLst>
      <p:ext uri="{BB962C8B-B14F-4D97-AF65-F5344CB8AC3E}">
        <p14:creationId xmlns:p14="http://schemas.microsoft.com/office/powerpoint/2010/main" val="34982714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fade">
                                      <p:cBhvr>
                                        <p:cTn id="13" dur="500"/>
                                        <p:tgtEl>
                                          <p:spTgt spid="2">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fade">
                                      <p:cBhvr>
                                        <p:cTn id="16" dur="500"/>
                                        <p:tgtEl>
                                          <p:spTgt spid="2">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500"/>
                                        <p:tgtEl>
                                          <p:spTgt spid="2">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fade">
                                      <p:cBhvr>
                                        <p:cTn id="27" dur="500"/>
                                        <p:tgtEl>
                                          <p:spTgt spid="2">
                                            <p:txEl>
                                              <p:pRg st="5" end="5"/>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
                                            <p:txEl>
                                              <p:pRg st="6" end="6"/>
                                            </p:txEl>
                                          </p:spTgt>
                                        </p:tgtEl>
                                        <p:attrNameLst>
                                          <p:attrName>style.visibility</p:attrName>
                                        </p:attrNameLst>
                                      </p:cBhvr>
                                      <p:to>
                                        <p:strVal val="visible"/>
                                      </p:to>
                                    </p:set>
                                    <p:animEffect transition="in" filter="fade">
                                      <p:cBhvr>
                                        <p:cTn id="30" dur="500"/>
                                        <p:tgtEl>
                                          <p:spTgt spid="2">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Effect transition="in" filter="fade">
                                      <p:cBhvr>
                                        <p:cTn id="35" dur="500"/>
                                        <p:tgtEl>
                                          <p:spTgt spid="2">
                                            <p:txEl>
                                              <p:pRg st="8" end="8"/>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
                                            <p:txEl>
                                              <p:pRg st="9" end="9"/>
                                            </p:txEl>
                                          </p:spTgt>
                                        </p:tgtEl>
                                        <p:attrNameLst>
                                          <p:attrName>style.visibility</p:attrName>
                                        </p:attrNameLst>
                                      </p:cBhvr>
                                      <p:to>
                                        <p:strVal val="visible"/>
                                      </p:to>
                                    </p:set>
                                    <p:animEffect transition="in" filter="fade">
                                      <p:cBhvr>
                                        <p:cTn id="41" dur="500"/>
                                        <p:tgtEl>
                                          <p:spTgt spid="2">
                                            <p:txEl>
                                              <p:pRg st="9" end="9"/>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
                                            <p:txEl>
                                              <p:pRg st="10" end="10"/>
                                            </p:txEl>
                                          </p:spTgt>
                                        </p:tgtEl>
                                        <p:attrNameLst>
                                          <p:attrName>style.visibility</p:attrName>
                                        </p:attrNameLst>
                                      </p:cBhvr>
                                      <p:to>
                                        <p:strVal val="visible"/>
                                      </p:to>
                                    </p:set>
                                    <p:animEffect transition="in" filter="fade">
                                      <p:cBhvr>
                                        <p:cTn id="44"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5" grpId="0" animBg="1"/>
      <p:bldP spid="6" grpId="0" uiExpand="1" animBg="1"/>
      <p:bldP spid="8" grpId="0" uiExpan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DDFD10-6E53-47FB-AF96-67A1ED119206}"/>
              </a:ext>
            </a:extLst>
          </p:cNvPr>
          <p:cNvSpPr>
            <a:spLocks noGrp="1"/>
          </p:cNvSpPr>
          <p:nvPr>
            <p:ph type="title"/>
          </p:nvPr>
        </p:nvSpPr>
        <p:spPr/>
        <p:txBody>
          <a:bodyPr/>
          <a:lstStyle/>
          <a:p>
            <a:r>
              <a:rPr lang="en-US" dirty="0"/>
              <a:t>Visual Studio Layout  (continued)</a:t>
            </a:r>
          </a:p>
        </p:txBody>
      </p:sp>
      <p:sp>
        <p:nvSpPr>
          <p:cNvPr id="2" name="Text Placeholder 1">
            <a:extLst>
              <a:ext uri="{FF2B5EF4-FFF2-40B4-BE49-F238E27FC236}">
                <a16:creationId xmlns:a16="http://schemas.microsoft.com/office/drawing/2014/main" id="{FEB8E374-6BA3-401E-B7D7-83B29886091D}"/>
              </a:ext>
            </a:extLst>
          </p:cNvPr>
          <p:cNvSpPr>
            <a:spLocks noGrp="1"/>
          </p:cNvSpPr>
          <p:nvPr>
            <p:ph type="body" sz="quarter" idx="16"/>
          </p:nvPr>
        </p:nvSpPr>
        <p:spPr/>
        <p:txBody>
          <a:bodyPr>
            <a:normAutofit fontScale="92500" lnSpcReduction="10000"/>
          </a:bodyPr>
          <a:lstStyle/>
          <a:p>
            <a:pPr marL="0" indent="0">
              <a:buNone/>
            </a:pPr>
            <a:r>
              <a:rPr lang="en-US" dirty="0"/>
              <a:t>Flyout</a:t>
            </a:r>
          </a:p>
          <a:p>
            <a:pPr marL="342900" indent="-342900">
              <a:buFont typeface="Arial" panose="020B0604020202020204" pitchFamily="34" charset="0"/>
              <a:buChar char="•"/>
            </a:pPr>
            <a:r>
              <a:rPr lang="en-US" dirty="0"/>
              <a:t>WPF controls</a:t>
            </a:r>
          </a:p>
          <a:p>
            <a:pPr marL="342900" indent="-342900">
              <a:buFont typeface="Arial" panose="020B0604020202020204" pitchFamily="34" charset="0"/>
              <a:buChar char="•"/>
            </a:pPr>
            <a:r>
              <a:rPr lang="en-US" dirty="0"/>
              <a:t>Data connectors</a:t>
            </a:r>
          </a:p>
          <a:p>
            <a:endParaRPr lang="en-US" dirty="0"/>
          </a:p>
          <a:p>
            <a:r>
              <a:rPr lang="en-US" dirty="0"/>
              <a:t>Properties &amp; Events</a:t>
            </a:r>
          </a:p>
          <a:p>
            <a:pPr marL="342900" indent="-342900">
              <a:buFont typeface="Arial" panose="020B0604020202020204" pitchFamily="34" charset="0"/>
              <a:buChar char="•"/>
            </a:pPr>
            <a:r>
              <a:rPr lang="en-US" dirty="0"/>
              <a:t>Selected object properties</a:t>
            </a:r>
          </a:p>
          <a:p>
            <a:pPr marL="342900" indent="-342900">
              <a:buFont typeface="Arial" panose="020B0604020202020204" pitchFamily="34" charset="0"/>
              <a:buChar char="•"/>
            </a:pPr>
            <a:r>
              <a:rPr lang="en-US" dirty="0"/>
              <a:t>Event triggers</a:t>
            </a:r>
          </a:p>
          <a:p>
            <a:endParaRPr lang="en-US" dirty="0"/>
          </a:p>
          <a:p>
            <a:r>
              <a:rPr lang="en-US" dirty="0"/>
              <a:t>Error List</a:t>
            </a:r>
          </a:p>
          <a:p>
            <a:pPr marL="342900" indent="-342900">
              <a:buFont typeface="Arial" panose="020B0604020202020204" pitchFamily="34" charset="0"/>
              <a:buChar char="•"/>
            </a:pPr>
            <a:r>
              <a:rPr lang="en-US" dirty="0"/>
              <a:t>Current solution Error and Warnings</a:t>
            </a:r>
          </a:p>
          <a:p>
            <a:pPr marL="342900" indent="-342900">
              <a:buFont typeface="Arial" panose="020B0604020202020204" pitchFamily="34" charset="0"/>
              <a:buChar char="•"/>
            </a:pPr>
            <a:r>
              <a:rPr lang="en-US" dirty="0"/>
              <a:t>Bing search Remediation</a:t>
            </a:r>
          </a:p>
          <a:p>
            <a:endParaRPr lang="en-US" dirty="0"/>
          </a:p>
        </p:txBody>
      </p:sp>
      <p:sp>
        <p:nvSpPr>
          <p:cNvPr id="5" name="Picture Placeholder 4">
            <a:extLst>
              <a:ext uri="{FF2B5EF4-FFF2-40B4-BE49-F238E27FC236}">
                <a16:creationId xmlns:a16="http://schemas.microsoft.com/office/drawing/2014/main" id="{BDB0A9E9-F4F0-4041-9184-769BFE5513F5}"/>
              </a:ext>
              <a:ext uri="{C183D7F6-B498-43B3-948B-1728B52AA6E4}">
                <adec:decorative xmlns:adec="http://schemas.microsoft.com/office/drawing/2017/decorative" val="1"/>
              </a:ext>
            </a:extLst>
          </p:cNvPr>
          <p:cNvSpPr>
            <a:spLocks noGrp="1"/>
          </p:cNvSpPr>
          <p:nvPr>
            <p:ph type="pic" sz="quarter" idx="15"/>
          </p:nvPr>
        </p:nvSpPr>
        <p:spPr/>
        <p:txBody>
          <a:bodyPr/>
          <a:lstStyle/>
          <a:p>
            <a:endParaRPr lang="en-IL"/>
          </a:p>
        </p:txBody>
      </p:sp>
      <p:pic>
        <p:nvPicPr>
          <p:cNvPr id="4" name="Picture 3">
            <a:extLst>
              <a:ext uri="{FF2B5EF4-FFF2-40B4-BE49-F238E27FC236}">
                <a16:creationId xmlns:a16="http://schemas.microsoft.com/office/drawing/2014/main" id="{A7CB880D-37E0-4590-985E-6A5786FF56C0}"/>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695289" y="643215"/>
            <a:ext cx="6115711" cy="5586975"/>
          </a:xfrm>
          <a:prstGeom prst="rect">
            <a:avLst/>
          </a:prstGeom>
        </p:spPr>
      </p:pic>
      <p:sp>
        <p:nvSpPr>
          <p:cNvPr id="6" name="Rectangle 5">
            <a:extLst>
              <a:ext uri="{FF2B5EF4-FFF2-40B4-BE49-F238E27FC236}">
                <a16:creationId xmlns:a16="http://schemas.microsoft.com/office/drawing/2014/main" id="{54A1D0EA-5D42-471A-A108-644C3E4FACA6}"/>
              </a:ext>
              <a:ext uri="{C183D7F6-B498-43B3-948B-1728B52AA6E4}">
                <adec:decorative xmlns:adec="http://schemas.microsoft.com/office/drawing/2017/decorative" val="1"/>
              </a:ext>
            </a:extLst>
          </p:cNvPr>
          <p:cNvSpPr/>
          <p:nvPr/>
        </p:nvSpPr>
        <p:spPr bwMode="auto">
          <a:xfrm>
            <a:off x="5692969" y="1124791"/>
            <a:ext cx="208281" cy="2362200"/>
          </a:xfrm>
          <a:prstGeom prst="rect">
            <a:avLst/>
          </a:prstGeom>
          <a:solidFill>
            <a:srgbClr val="0078D4">
              <a:alpha val="50000"/>
            </a:srgb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 name="Rectangle 9">
            <a:extLst>
              <a:ext uri="{FF2B5EF4-FFF2-40B4-BE49-F238E27FC236}">
                <a16:creationId xmlns:a16="http://schemas.microsoft.com/office/drawing/2014/main" id="{52C3FBF6-AF31-4BF5-909D-797EDE011726}"/>
              </a:ext>
              <a:ext uri="{C183D7F6-B498-43B3-948B-1728B52AA6E4}">
                <adec:decorative xmlns:adec="http://schemas.microsoft.com/office/drawing/2017/decorative" val="1"/>
              </a:ext>
            </a:extLst>
          </p:cNvPr>
          <p:cNvSpPr/>
          <p:nvPr/>
        </p:nvSpPr>
        <p:spPr bwMode="auto">
          <a:xfrm>
            <a:off x="10480040" y="3486990"/>
            <a:ext cx="1219200" cy="2743199"/>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2" name="Rectangle 11">
            <a:extLst>
              <a:ext uri="{FF2B5EF4-FFF2-40B4-BE49-F238E27FC236}">
                <a16:creationId xmlns:a16="http://schemas.microsoft.com/office/drawing/2014/main" id="{04A37093-2C57-475C-BD75-167687BA8D89}"/>
              </a:ext>
              <a:ext uri="{C183D7F6-B498-43B3-948B-1728B52AA6E4}">
                <adec:decorative xmlns:adec="http://schemas.microsoft.com/office/drawing/2017/decorative" val="1"/>
              </a:ext>
            </a:extLst>
          </p:cNvPr>
          <p:cNvSpPr/>
          <p:nvPr/>
        </p:nvSpPr>
        <p:spPr bwMode="auto">
          <a:xfrm>
            <a:off x="5831840" y="5468191"/>
            <a:ext cx="4724400" cy="711710"/>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custDataLst>
      <p:tags r:id="rId1"/>
    </p:custDataLst>
    <p:extLst>
      <p:ext uri="{BB962C8B-B14F-4D97-AF65-F5344CB8AC3E}">
        <p14:creationId xmlns:p14="http://schemas.microsoft.com/office/powerpoint/2010/main" val="390068090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fade">
                                      <p:cBhvr>
                                        <p:cTn id="13" dur="500"/>
                                        <p:tgtEl>
                                          <p:spTgt spid="2">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fade">
                                      <p:cBhvr>
                                        <p:cTn id="16" dur="500"/>
                                        <p:tgtEl>
                                          <p:spTgt spid="2">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500"/>
                                        <p:tgtEl>
                                          <p:spTgt spid="2">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fade">
                                      <p:cBhvr>
                                        <p:cTn id="27" dur="500"/>
                                        <p:tgtEl>
                                          <p:spTgt spid="2">
                                            <p:txEl>
                                              <p:pRg st="5" end="5"/>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
                                            <p:txEl>
                                              <p:pRg st="6" end="6"/>
                                            </p:txEl>
                                          </p:spTgt>
                                        </p:tgtEl>
                                        <p:attrNameLst>
                                          <p:attrName>style.visibility</p:attrName>
                                        </p:attrNameLst>
                                      </p:cBhvr>
                                      <p:to>
                                        <p:strVal val="visible"/>
                                      </p:to>
                                    </p:set>
                                    <p:animEffect transition="in" filter="fade">
                                      <p:cBhvr>
                                        <p:cTn id="30" dur="500"/>
                                        <p:tgtEl>
                                          <p:spTgt spid="2">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Effect transition="in" filter="fade">
                                      <p:cBhvr>
                                        <p:cTn id="35" dur="500"/>
                                        <p:tgtEl>
                                          <p:spTgt spid="2">
                                            <p:txEl>
                                              <p:pRg st="8" end="8"/>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
                                            <p:txEl>
                                              <p:pRg st="9" end="9"/>
                                            </p:txEl>
                                          </p:spTgt>
                                        </p:tgtEl>
                                        <p:attrNameLst>
                                          <p:attrName>style.visibility</p:attrName>
                                        </p:attrNameLst>
                                      </p:cBhvr>
                                      <p:to>
                                        <p:strVal val="visible"/>
                                      </p:to>
                                    </p:set>
                                    <p:animEffect transition="in" filter="fade">
                                      <p:cBhvr>
                                        <p:cTn id="41" dur="500"/>
                                        <p:tgtEl>
                                          <p:spTgt spid="2">
                                            <p:txEl>
                                              <p:pRg st="9" end="9"/>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
                                            <p:txEl>
                                              <p:pRg st="10" end="10"/>
                                            </p:txEl>
                                          </p:spTgt>
                                        </p:tgtEl>
                                        <p:attrNameLst>
                                          <p:attrName>style.visibility</p:attrName>
                                        </p:attrNameLst>
                                      </p:cBhvr>
                                      <p:to>
                                        <p:strVal val="visible"/>
                                      </p:to>
                                    </p:set>
                                    <p:animEffect transition="in" filter="fade">
                                      <p:cBhvr>
                                        <p:cTn id="44"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6" grpId="0" animBg="1"/>
      <p:bldP spid="10" grpId="0" animBg="1"/>
      <p:bldP spid="1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64A22E-2B43-4FC6-AF08-0CDB3F9E9269}"/>
              </a:ext>
            </a:extLst>
          </p:cNvPr>
          <p:cNvSpPr>
            <a:spLocks noGrp="1"/>
          </p:cNvSpPr>
          <p:nvPr>
            <p:ph type="title"/>
          </p:nvPr>
        </p:nvSpPr>
        <p:spPr/>
        <p:txBody>
          <a:bodyPr/>
          <a:lstStyle/>
          <a:p>
            <a:r>
              <a:rPr lang="en-US" dirty="0"/>
              <a:t>Demonstration</a:t>
            </a:r>
          </a:p>
        </p:txBody>
      </p:sp>
      <p:sp>
        <p:nvSpPr>
          <p:cNvPr id="6" name="Text Placeholder 5">
            <a:extLst>
              <a:ext uri="{FF2B5EF4-FFF2-40B4-BE49-F238E27FC236}">
                <a16:creationId xmlns:a16="http://schemas.microsoft.com/office/drawing/2014/main" id="{637E159C-9ACF-48AE-927A-D5FB13695C7F}"/>
              </a:ext>
            </a:extLst>
          </p:cNvPr>
          <p:cNvSpPr>
            <a:spLocks noGrp="1"/>
          </p:cNvSpPr>
          <p:nvPr>
            <p:ph type="body" sz="quarter" idx="10"/>
          </p:nvPr>
        </p:nvSpPr>
        <p:spPr/>
        <p:txBody>
          <a:bodyPr/>
          <a:lstStyle/>
          <a:p>
            <a:r>
              <a:rPr lang="en-US" dirty="0"/>
              <a:t>Visual Studio</a:t>
            </a:r>
          </a:p>
        </p:txBody>
      </p:sp>
      <p:pic>
        <p:nvPicPr>
          <p:cNvPr id="5" name="Demo 01" descr="A person standing in front of a screen.">
            <a:extLst>
              <a:ext uri="{FF2B5EF4-FFF2-40B4-BE49-F238E27FC236}">
                <a16:creationId xmlns:a16="http://schemas.microsoft.com/office/drawing/2014/main" id="{5B00A5C1-9FA6-4339-A188-9262C2A8175C}"/>
              </a:ext>
            </a:extLst>
          </p:cNvPr>
          <p:cNvPicPr>
            <a:picLocks noGrp="1" noChangeAspect="1"/>
          </p:cNvPicPr>
          <p:nvPr>
            <p:ph type="pic" sz="quarter" idx="15"/>
            <p:custDataLst>
              <p:tags r:id="rId2"/>
            </p:custDataLst>
          </p:nvPr>
        </p:nvPicPr>
        <p:blipFill>
          <a:blip r:embed="rId5" cstate="email">
            <a:extLst>
              <a:ext uri="{28A0092B-C50C-407E-A947-70E740481C1C}">
                <a14:useLocalDpi xmlns:a14="http://schemas.microsoft.com/office/drawing/2010/main"/>
              </a:ext>
            </a:extLst>
          </a:blip>
          <a:srcRect t="5543" b="5543"/>
          <a:stretch>
            <a:fillRect/>
          </a:stretch>
        </p:blipFill>
        <p:spPr>
          <a:prstGeom prst="rect">
            <a:avLst/>
          </a:prstGeom>
        </p:spPr>
      </p:pic>
    </p:spTree>
    <p:custDataLst>
      <p:tags r:id="rId1"/>
    </p:custDataLst>
    <p:extLst>
      <p:ext uri="{BB962C8B-B14F-4D97-AF65-F5344CB8AC3E}">
        <p14:creationId xmlns:p14="http://schemas.microsoft.com/office/powerpoint/2010/main" val="734429818"/>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sp>
        <p:nvSpPr>
          <p:cNvPr id="15" name="Text Placeholder 14">
            <a:extLst>
              <a:ext uri="{FF2B5EF4-FFF2-40B4-BE49-F238E27FC236}">
                <a16:creationId xmlns:a16="http://schemas.microsoft.com/office/drawing/2014/main" id="{6DAA8F88-5BE5-4DEB-B8E1-CCA52313CEB8}"/>
              </a:ext>
            </a:extLst>
          </p:cNvPr>
          <p:cNvSpPr>
            <a:spLocks noGrp="1"/>
          </p:cNvSpPr>
          <p:nvPr>
            <p:ph type="body" sz="quarter" idx="10"/>
          </p:nvPr>
        </p:nvSpPr>
        <p:spPr/>
        <p:txBody>
          <a:bodyPr/>
          <a:lstStyle/>
          <a:p>
            <a:endParaRPr lang="en-US" dirty="0"/>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prstGeom prst="rect">
            <a:avLst/>
          </a:prstGeom>
        </p:spPr>
      </p:pic>
    </p:spTree>
    <p:custDataLst>
      <p:tags r:id="rId1"/>
    </p:custDataLst>
    <p:extLst>
      <p:ext uri="{BB962C8B-B14F-4D97-AF65-F5344CB8AC3E}">
        <p14:creationId xmlns:p14="http://schemas.microsoft.com/office/powerpoint/2010/main" val="419208878"/>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C6F63-616D-478D-A91D-8B071350BF64}"/>
              </a:ext>
            </a:extLst>
          </p:cNvPr>
          <p:cNvSpPr>
            <a:spLocks noGrp="1"/>
          </p:cNvSpPr>
          <p:nvPr>
            <p:ph type="title"/>
            <p:custDataLst>
              <p:custData r:id="rId2"/>
            </p:custDataLst>
          </p:nvPr>
        </p:nvSpPr>
        <p:spPr>
          <a:prstGeom prst="rect">
            <a:avLst/>
          </a:prstGeom>
          <a:ln>
            <a:noFill/>
          </a:ln>
        </p:spPr>
        <p:txBody>
          <a:bodyPr wrap="square" anchor="t">
            <a:normAutofit/>
          </a:bodyPr>
          <a:lstStyle/>
          <a:p>
            <a:r>
              <a:rPr lang="en-US" dirty="0"/>
              <a:t>Graphical User Interface Design</a:t>
            </a:r>
          </a:p>
        </p:txBody>
      </p:sp>
      <p:sp>
        <p:nvSpPr>
          <p:cNvPr id="3" name="Picture Placeholder 2">
            <a:extLst>
              <a:ext uri="{FF2B5EF4-FFF2-40B4-BE49-F238E27FC236}">
                <a16:creationId xmlns:a16="http://schemas.microsoft.com/office/drawing/2014/main" id="{BCD788A8-596F-4394-AD6F-6E3BA68B7691}"/>
              </a:ext>
              <a:ext uri="{C183D7F6-B498-43B3-948B-1728B52AA6E4}">
                <adec:decorative xmlns:adec="http://schemas.microsoft.com/office/drawing/2017/decorative" val="1"/>
              </a:ext>
            </a:extLst>
          </p:cNvPr>
          <p:cNvSpPr>
            <a:spLocks noGrp="1"/>
          </p:cNvSpPr>
          <p:nvPr>
            <p:ph type="pic" sz="quarter" idx="15"/>
          </p:nvPr>
        </p:nvSpPr>
        <p:spPr/>
        <p:txBody>
          <a:bodyPr/>
          <a:lstStyle/>
          <a:p>
            <a:endParaRPr lang="en-IL"/>
          </a:p>
        </p:txBody>
      </p:sp>
      <p:pic>
        <p:nvPicPr>
          <p:cNvPr id="6" name="Picture 5">
            <a:extLst>
              <a:ext uri="{FF2B5EF4-FFF2-40B4-BE49-F238E27FC236}">
                <a16:creationId xmlns:a16="http://schemas.microsoft.com/office/drawing/2014/main" id="{7AA8A8E5-7F35-49FD-8006-8BDD2A32492F}"/>
              </a:ext>
              <a:ext uri="{C183D7F6-B498-43B3-948B-1728B52AA6E4}">
                <adec:decorative xmlns:adec="http://schemas.microsoft.com/office/drawing/2017/decorative" val="1"/>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5333682" y="10"/>
            <a:ext cx="6858000" cy="6861514"/>
          </a:xfrm>
          <a:prstGeom prst="rect">
            <a:avLst/>
          </a:prstGeom>
          <a:noFill/>
        </p:spPr>
      </p:pic>
    </p:spTree>
    <p:custDataLst>
      <p:tags r:id="rId1"/>
    </p:custDataLst>
    <p:extLst>
      <p:ext uri="{BB962C8B-B14F-4D97-AF65-F5344CB8AC3E}">
        <p14:creationId xmlns:p14="http://schemas.microsoft.com/office/powerpoint/2010/main" val="902272526"/>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64F0EF-5D00-4F19-B090-4F73F1518B0E}"/>
              </a:ext>
            </a:extLst>
          </p:cNvPr>
          <p:cNvSpPr>
            <a:spLocks noGrp="1"/>
          </p:cNvSpPr>
          <p:nvPr>
            <p:ph type="title"/>
          </p:nvPr>
        </p:nvSpPr>
        <p:spPr/>
        <p:txBody>
          <a:bodyPr/>
          <a:lstStyle/>
          <a:p>
            <a:r>
              <a:rPr lang="en-US"/>
              <a:t>WPF GUI design</a:t>
            </a:r>
            <a:endParaRPr lang="en-US" dirty="0"/>
          </a:p>
        </p:txBody>
      </p:sp>
      <p:sp>
        <p:nvSpPr>
          <p:cNvPr id="5" name="Text Placeholder 4">
            <a:extLst>
              <a:ext uri="{FF2B5EF4-FFF2-40B4-BE49-F238E27FC236}">
                <a16:creationId xmlns:a16="http://schemas.microsoft.com/office/drawing/2014/main" id="{2BB6CE03-897F-4E28-BE8D-2421C106FF7B}"/>
              </a:ext>
            </a:extLst>
          </p:cNvPr>
          <p:cNvSpPr>
            <a:spLocks noGrp="1"/>
          </p:cNvSpPr>
          <p:nvPr>
            <p:ph type="subTitle" idx="1"/>
          </p:nvPr>
        </p:nvSpPr>
        <p:spPr/>
        <p:txBody>
          <a:bodyPr/>
          <a:lstStyle/>
          <a:p>
            <a:pPr marL="0" indent="0">
              <a:buNone/>
            </a:pPr>
            <a:r>
              <a:rPr lang="en-US" dirty="0"/>
              <a:t>What makes a good User Interface ??</a:t>
            </a:r>
          </a:p>
        </p:txBody>
      </p:sp>
      <p:pic>
        <p:nvPicPr>
          <p:cNvPr id="2" name="Picture 1">
            <a:extLst>
              <a:ext uri="{FF2B5EF4-FFF2-40B4-BE49-F238E27FC236}">
                <a16:creationId xmlns:a16="http://schemas.microsoft.com/office/drawing/2014/main" id="{E9CBD644-3050-4FEE-8129-F6DF42703D9F}"/>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638550" y="2046288"/>
            <a:ext cx="4914900" cy="4181475"/>
          </a:xfrm>
          <a:prstGeom prst="rect">
            <a:avLst/>
          </a:prstGeom>
        </p:spPr>
      </p:pic>
      <p:sp>
        <p:nvSpPr>
          <p:cNvPr id="8" name="TextBox 7">
            <a:extLst>
              <a:ext uri="{FF2B5EF4-FFF2-40B4-BE49-F238E27FC236}">
                <a16:creationId xmlns:a16="http://schemas.microsoft.com/office/drawing/2014/main" id="{413AFE7A-9F19-4F2A-BC56-D052BAA5430C}"/>
              </a:ext>
            </a:extLst>
          </p:cNvPr>
          <p:cNvSpPr txBox="1"/>
          <p:nvPr/>
        </p:nvSpPr>
        <p:spPr>
          <a:xfrm>
            <a:off x="655638" y="2423645"/>
            <a:ext cx="2982911" cy="3804118"/>
          </a:xfrm>
          <a:prstGeom prst="rect">
            <a:avLst/>
          </a:prstGeom>
          <a:noFill/>
        </p:spPr>
        <p:txBody>
          <a:bodyPr wrap="square" lIns="182880" tIns="146304" rIns="182880" bIns="146304" rtlCol="0">
            <a:spAutoFit/>
          </a:bodyPr>
          <a:lstStyle/>
          <a:p>
            <a:pPr>
              <a:lnSpc>
                <a:spcPct val="90000"/>
              </a:lnSpc>
              <a:spcAft>
                <a:spcPts val="600"/>
              </a:spcAft>
            </a:pPr>
            <a:r>
              <a:rPr lang="en-US" sz="2200" dirty="0">
                <a:gradFill>
                  <a:gsLst>
                    <a:gs pos="2917">
                      <a:schemeClr val="tx1"/>
                    </a:gs>
                    <a:gs pos="30000">
                      <a:schemeClr val="tx1"/>
                    </a:gs>
                  </a:gsLst>
                  <a:lin ang="5400000" scaled="0"/>
                </a:gradFill>
              </a:rPr>
              <a:t>Minimize:</a:t>
            </a:r>
          </a:p>
          <a:p>
            <a:pPr marL="800130" lvl="1" indent="-342900">
              <a:lnSpc>
                <a:spcPct val="90000"/>
              </a:lnSpc>
              <a:spcAft>
                <a:spcPts val="600"/>
              </a:spcAft>
              <a:buFont typeface="Arial" panose="020B0604020202020204" pitchFamily="34" charset="0"/>
              <a:buChar char="•"/>
            </a:pPr>
            <a:r>
              <a:rPr lang="en-US" sz="2200" dirty="0">
                <a:gradFill>
                  <a:gsLst>
                    <a:gs pos="2917">
                      <a:schemeClr val="tx1"/>
                    </a:gs>
                    <a:gs pos="30000">
                      <a:schemeClr val="tx1"/>
                    </a:gs>
                  </a:gsLst>
                  <a:lin ang="5400000" scaled="0"/>
                </a:gradFill>
              </a:rPr>
              <a:t>Input fields</a:t>
            </a:r>
          </a:p>
          <a:p>
            <a:pPr marL="800130" lvl="1" indent="-342900">
              <a:lnSpc>
                <a:spcPct val="90000"/>
              </a:lnSpc>
              <a:spcAft>
                <a:spcPts val="600"/>
              </a:spcAft>
              <a:buFont typeface="Arial" panose="020B0604020202020204" pitchFamily="34" charset="0"/>
              <a:buChar char="•"/>
            </a:pPr>
            <a:r>
              <a:rPr lang="en-US" sz="2200" dirty="0">
                <a:gradFill>
                  <a:gsLst>
                    <a:gs pos="2917">
                      <a:schemeClr val="tx1"/>
                    </a:gs>
                    <a:gs pos="30000">
                      <a:schemeClr val="tx1"/>
                    </a:gs>
                  </a:gsLst>
                  <a:lin ang="5400000" scaled="0"/>
                </a:gradFill>
              </a:rPr>
              <a:t>Amount of buttons</a:t>
            </a:r>
          </a:p>
          <a:p>
            <a:pPr marL="800130" lvl="1" indent="-342900">
              <a:lnSpc>
                <a:spcPct val="90000"/>
              </a:lnSpc>
              <a:spcAft>
                <a:spcPts val="600"/>
              </a:spcAft>
              <a:buFont typeface="Arial" panose="020B0604020202020204" pitchFamily="34" charset="0"/>
              <a:buChar char="•"/>
            </a:pPr>
            <a:endParaRPr lang="en-US" sz="2200" dirty="0">
              <a:gradFill>
                <a:gsLst>
                  <a:gs pos="2917">
                    <a:schemeClr val="tx1"/>
                  </a:gs>
                  <a:gs pos="30000">
                    <a:schemeClr val="tx1"/>
                  </a:gs>
                </a:gsLst>
                <a:lin ang="5400000" scaled="0"/>
              </a:gradFill>
            </a:endParaRPr>
          </a:p>
          <a:p>
            <a:pPr>
              <a:lnSpc>
                <a:spcPct val="90000"/>
              </a:lnSpc>
              <a:spcAft>
                <a:spcPts val="600"/>
              </a:spcAft>
            </a:pPr>
            <a:r>
              <a:rPr lang="en-US" sz="2200" dirty="0">
                <a:gradFill>
                  <a:gsLst>
                    <a:gs pos="2917">
                      <a:schemeClr val="tx1"/>
                    </a:gs>
                    <a:gs pos="30000">
                      <a:schemeClr val="tx1"/>
                    </a:gs>
                  </a:gsLst>
                  <a:lin ang="5400000" scaled="0"/>
                </a:gradFill>
              </a:rPr>
              <a:t>Tabs:</a:t>
            </a:r>
          </a:p>
          <a:p>
            <a:pPr marL="800130" lvl="1" indent="-342900">
              <a:lnSpc>
                <a:spcPct val="90000"/>
              </a:lnSpc>
              <a:spcAft>
                <a:spcPts val="600"/>
              </a:spcAft>
              <a:buFont typeface="Arial" panose="020B0604020202020204" pitchFamily="34" charset="0"/>
              <a:buChar char="•"/>
            </a:pPr>
            <a:r>
              <a:rPr lang="en-US" sz="2200" dirty="0">
                <a:gradFill>
                  <a:gsLst>
                    <a:gs pos="2917">
                      <a:schemeClr val="tx1"/>
                    </a:gs>
                    <a:gs pos="30000">
                      <a:schemeClr val="tx1"/>
                    </a:gs>
                  </a:gsLst>
                  <a:lin ang="5400000" scaled="0"/>
                </a:gradFill>
              </a:rPr>
              <a:t>Help with large amounts of data</a:t>
            </a:r>
          </a:p>
          <a:p>
            <a:pPr marL="342900" indent="-342900">
              <a:lnSpc>
                <a:spcPct val="90000"/>
              </a:lnSpc>
              <a:spcAft>
                <a:spcPts val="600"/>
              </a:spcAft>
              <a:buFont typeface="Arial" panose="020B0604020202020204" pitchFamily="34" charset="0"/>
              <a:buChar char="•"/>
            </a:pPr>
            <a:endParaRPr lang="en-US" sz="2200" dirty="0">
              <a:gradFill>
                <a:gsLst>
                  <a:gs pos="2917">
                    <a:schemeClr val="tx1"/>
                  </a:gs>
                  <a:gs pos="30000">
                    <a:schemeClr val="tx1"/>
                  </a:gs>
                </a:gsLst>
                <a:lin ang="5400000" scaled="0"/>
              </a:gradFill>
            </a:endParaRPr>
          </a:p>
        </p:txBody>
      </p:sp>
      <p:sp>
        <p:nvSpPr>
          <p:cNvPr id="9" name="TextBox 8">
            <a:extLst>
              <a:ext uri="{FF2B5EF4-FFF2-40B4-BE49-F238E27FC236}">
                <a16:creationId xmlns:a16="http://schemas.microsoft.com/office/drawing/2014/main" id="{92F2D255-A3FD-466C-83DA-70DFFFCC3098}"/>
              </a:ext>
            </a:extLst>
          </p:cNvPr>
          <p:cNvSpPr txBox="1"/>
          <p:nvPr/>
        </p:nvSpPr>
        <p:spPr>
          <a:xfrm>
            <a:off x="8763000" y="2374729"/>
            <a:ext cx="2773362" cy="4108817"/>
          </a:xfrm>
          <a:prstGeom prst="rect">
            <a:avLst/>
          </a:prstGeom>
          <a:noFill/>
        </p:spPr>
        <p:txBody>
          <a:bodyPr wrap="square" lIns="182880" tIns="146304" rIns="182880" bIns="146304" rtlCol="0">
            <a:spAutoFit/>
          </a:bodyPr>
          <a:lstStyle/>
          <a:p>
            <a:pPr>
              <a:lnSpc>
                <a:spcPct val="90000"/>
              </a:lnSpc>
              <a:spcAft>
                <a:spcPts val="600"/>
              </a:spcAft>
            </a:pPr>
            <a:r>
              <a:rPr lang="en-US" sz="2200" dirty="0">
                <a:gradFill>
                  <a:gsLst>
                    <a:gs pos="2917">
                      <a:schemeClr val="tx1"/>
                    </a:gs>
                    <a:gs pos="30000">
                      <a:schemeClr val="tx1"/>
                    </a:gs>
                  </a:gsLst>
                  <a:lin ang="5400000" scaled="0"/>
                </a:gradFill>
              </a:rPr>
              <a:t>Scale:</a:t>
            </a:r>
          </a:p>
          <a:p>
            <a:pPr marL="800130" lvl="1" indent="-342900">
              <a:lnSpc>
                <a:spcPct val="90000"/>
              </a:lnSpc>
              <a:spcAft>
                <a:spcPts val="600"/>
              </a:spcAft>
              <a:buFont typeface="Arial" panose="020B0604020202020204" pitchFamily="34" charset="0"/>
              <a:buChar char="•"/>
            </a:pPr>
            <a:r>
              <a:rPr lang="en-US" sz="2200" dirty="0">
                <a:gradFill>
                  <a:gsLst>
                    <a:gs pos="2917">
                      <a:schemeClr val="tx1"/>
                    </a:gs>
                    <a:gs pos="30000">
                      <a:schemeClr val="tx1"/>
                    </a:gs>
                  </a:gsLst>
                  <a:lin ang="5400000" scaled="0"/>
                </a:gradFill>
              </a:rPr>
              <a:t>Scale background</a:t>
            </a:r>
          </a:p>
          <a:p>
            <a:pPr marL="800130" lvl="1" indent="-342900">
              <a:lnSpc>
                <a:spcPct val="90000"/>
              </a:lnSpc>
              <a:spcAft>
                <a:spcPts val="600"/>
              </a:spcAft>
              <a:buFont typeface="Arial" panose="020B0604020202020204" pitchFamily="34" charset="0"/>
              <a:buChar char="•"/>
            </a:pPr>
            <a:r>
              <a:rPr lang="en-US" sz="2200" dirty="0">
                <a:gradFill>
                  <a:gsLst>
                    <a:gs pos="2917">
                      <a:schemeClr val="tx1"/>
                    </a:gs>
                    <a:gs pos="30000">
                      <a:schemeClr val="tx1"/>
                    </a:gs>
                  </a:gsLst>
                  <a:lin ang="5400000" scaled="0"/>
                </a:gradFill>
              </a:rPr>
              <a:t>Scale images</a:t>
            </a:r>
          </a:p>
          <a:p>
            <a:pPr marL="800130" lvl="1" indent="-342900">
              <a:lnSpc>
                <a:spcPct val="90000"/>
              </a:lnSpc>
              <a:spcAft>
                <a:spcPts val="600"/>
              </a:spcAft>
              <a:buFont typeface="Arial" panose="020B0604020202020204" pitchFamily="34" charset="0"/>
              <a:buChar char="•"/>
            </a:pPr>
            <a:r>
              <a:rPr lang="en-US" sz="2200" dirty="0">
                <a:gradFill>
                  <a:gsLst>
                    <a:gs pos="2917">
                      <a:schemeClr val="tx1"/>
                    </a:gs>
                    <a:gs pos="30000">
                      <a:schemeClr val="tx1"/>
                    </a:gs>
                  </a:gsLst>
                  <a:lin ang="5400000" scaled="0"/>
                </a:gradFill>
              </a:rPr>
              <a:t>Scale input boxes</a:t>
            </a:r>
          </a:p>
          <a:p>
            <a:pPr>
              <a:lnSpc>
                <a:spcPct val="90000"/>
              </a:lnSpc>
              <a:spcAft>
                <a:spcPts val="600"/>
              </a:spcAft>
            </a:pPr>
            <a:r>
              <a:rPr lang="en-US" sz="2200" dirty="0">
                <a:gradFill>
                  <a:gsLst>
                    <a:gs pos="2917">
                      <a:schemeClr val="tx1"/>
                    </a:gs>
                    <a:gs pos="30000">
                      <a:schemeClr val="tx1"/>
                    </a:gs>
                  </a:gsLst>
                  <a:lin ang="5400000" scaled="0"/>
                </a:gradFill>
              </a:rPr>
              <a:t>Align:</a:t>
            </a:r>
          </a:p>
          <a:p>
            <a:pPr marL="800130" lvl="1" indent="-342900">
              <a:lnSpc>
                <a:spcPct val="90000"/>
              </a:lnSpc>
              <a:spcAft>
                <a:spcPts val="600"/>
              </a:spcAft>
              <a:buFont typeface="Arial" panose="020B0604020202020204" pitchFamily="34" charset="0"/>
              <a:buChar char="•"/>
            </a:pPr>
            <a:r>
              <a:rPr lang="en-US" sz="2200" dirty="0">
                <a:gradFill>
                  <a:gsLst>
                    <a:gs pos="2917">
                      <a:schemeClr val="tx1"/>
                    </a:gs>
                    <a:gs pos="30000">
                      <a:schemeClr val="tx1"/>
                    </a:gs>
                  </a:gsLst>
                  <a:lin ang="5400000" scaled="0"/>
                </a:gradFill>
              </a:rPr>
              <a:t>Proper Align all elements</a:t>
            </a:r>
          </a:p>
          <a:p>
            <a:pPr marL="800130" lvl="1" indent="-342900">
              <a:lnSpc>
                <a:spcPct val="90000"/>
              </a:lnSpc>
              <a:spcAft>
                <a:spcPts val="600"/>
              </a:spcAft>
              <a:buFont typeface="Arial" panose="020B0604020202020204" pitchFamily="34" charset="0"/>
              <a:buChar char="•"/>
            </a:pPr>
            <a:r>
              <a:rPr lang="en-US" sz="2200" dirty="0">
                <a:gradFill>
                  <a:gsLst>
                    <a:gs pos="2917">
                      <a:schemeClr val="tx1"/>
                    </a:gs>
                    <a:gs pos="30000">
                      <a:schemeClr val="tx1"/>
                    </a:gs>
                  </a:gsLst>
                  <a:lin ang="5400000" scaled="0"/>
                </a:gradFill>
              </a:rPr>
              <a:t>Natural feeling</a:t>
            </a:r>
          </a:p>
        </p:txBody>
      </p:sp>
      <p:pic>
        <p:nvPicPr>
          <p:cNvPr id="10" name="Picture 9">
            <a:extLst>
              <a:ext uri="{FF2B5EF4-FFF2-40B4-BE49-F238E27FC236}">
                <a16:creationId xmlns:a16="http://schemas.microsoft.com/office/drawing/2014/main" id="{868238C5-8AD8-4002-90FD-EA79C1AF19FE}"/>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767262" y="2122486"/>
            <a:ext cx="2657475" cy="4029075"/>
          </a:xfrm>
          <a:prstGeom prst="rect">
            <a:avLst/>
          </a:prstGeom>
        </p:spPr>
      </p:pic>
    </p:spTree>
    <p:custDataLst>
      <p:tags r:id="rId1"/>
    </p:custDataLst>
    <p:extLst>
      <p:ext uri="{BB962C8B-B14F-4D97-AF65-F5344CB8AC3E}">
        <p14:creationId xmlns:p14="http://schemas.microsoft.com/office/powerpoint/2010/main" val="189522864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xit" presetSubtype="1" fill="hold" nodeType="clickEffect">
                                  <p:stCondLst>
                                    <p:cond delay="0"/>
                                  </p:stCondLst>
                                  <p:childTnLst>
                                    <p:anim calcmode="lin" valueType="num">
                                      <p:cBhvr additive="base">
                                        <p:cTn id="19" dur="500"/>
                                        <p:tgtEl>
                                          <p:spTgt spid="2"/>
                                        </p:tgtEl>
                                        <p:attrNameLst>
                                          <p:attrName>ppt_x</p:attrName>
                                        </p:attrNameLst>
                                      </p:cBhvr>
                                      <p:tavLst>
                                        <p:tav tm="0">
                                          <p:val>
                                            <p:strVal val="ppt_x"/>
                                          </p:val>
                                        </p:tav>
                                        <p:tav tm="100000">
                                          <p:val>
                                            <p:strVal val="ppt_x"/>
                                          </p:val>
                                        </p:tav>
                                      </p:tavLst>
                                    </p:anim>
                                    <p:anim calcmode="lin" valueType="num">
                                      <p:cBhvr additive="base">
                                        <p:cTn id="20" dur="500"/>
                                        <p:tgtEl>
                                          <p:spTgt spid="2"/>
                                        </p:tgtEl>
                                        <p:attrNameLst>
                                          <p:attrName>ppt_y</p:attrName>
                                        </p:attrNameLst>
                                      </p:cBhvr>
                                      <p:tavLst>
                                        <p:tav tm="0">
                                          <p:val>
                                            <p:strVal val="ppt_y"/>
                                          </p:val>
                                        </p:tav>
                                        <p:tav tm="100000">
                                          <p:val>
                                            <p:strVal val="0-ppt_h/2"/>
                                          </p:val>
                                        </p:tav>
                                      </p:tavLst>
                                    </p:anim>
                                    <p:set>
                                      <p:cBhvr>
                                        <p:cTn id="21" dur="1" fill="hold">
                                          <p:stCondLst>
                                            <p:cond delay="499"/>
                                          </p:stCondLst>
                                        </p:cTn>
                                        <p:tgtEl>
                                          <p:spTgt spid="2"/>
                                        </p:tgtEl>
                                        <p:attrNameLst>
                                          <p:attrName>style.visibility</p:attrName>
                                        </p:attrNameLst>
                                      </p:cBhvr>
                                      <p:to>
                                        <p:strVal val="hidden"/>
                                      </p:to>
                                    </p:set>
                                  </p:childTnLst>
                                </p:cTn>
                              </p:par>
                              <p:par>
                                <p:cTn id="22" presetID="2" presetClass="entr" presetSubtype="4" fill="hold" nodeType="withEffect">
                                  <p:stCondLst>
                                    <p:cond delay="50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ppt_x"/>
                                          </p:val>
                                        </p:tav>
                                        <p:tav tm="100000">
                                          <p:val>
                                            <p:strVal val="#ppt_x"/>
                                          </p:val>
                                        </p:tav>
                                      </p:tavLst>
                                    </p:anim>
                                    <p:anim calcmode="lin" valueType="num">
                                      <p:cBhvr additive="base">
                                        <p:cTn id="2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3CC031-E801-4D3D-B00A-683B0DA548DC}"/>
              </a:ext>
            </a:extLst>
          </p:cNvPr>
          <p:cNvSpPr>
            <a:spLocks noGrp="1"/>
          </p:cNvSpPr>
          <p:nvPr>
            <p:ph type="title"/>
          </p:nvPr>
        </p:nvSpPr>
        <p:spPr>
          <a:prstGeom prst="rect">
            <a:avLst/>
          </a:prstGeom>
          <a:ln>
            <a:noFill/>
          </a:ln>
        </p:spPr>
        <p:txBody>
          <a:bodyPr wrap="square" anchor="t">
            <a:normAutofit/>
          </a:bodyPr>
          <a:lstStyle/>
          <a:p>
            <a:r>
              <a:rPr lang="en-US"/>
              <a:t>XAML Controls</a:t>
            </a:r>
            <a:endParaRPr lang="en-US" dirty="0"/>
          </a:p>
        </p:txBody>
      </p:sp>
      <p:sp>
        <p:nvSpPr>
          <p:cNvPr id="5" name="Subtitle 4">
            <a:extLst>
              <a:ext uri="{FF2B5EF4-FFF2-40B4-BE49-F238E27FC236}">
                <a16:creationId xmlns:a16="http://schemas.microsoft.com/office/drawing/2014/main" id="{55740B8F-F831-4987-8386-01ECE97D214E}"/>
              </a:ext>
            </a:extLst>
          </p:cNvPr>
          <p:cNvSpPr>
            <a:spLocks noGrp="1"/>
          </p:cNvSpPr>
          <p:nvPr>
            <p:ph type="subTitle" idx="1"/>
          </p:nvPr>
        </p:nvSpPr>
        <p:spPr/>
        <p:txBody>
          <a:bodyPr/>
          <a:lstStyle/>
          <a:p>
            <a:endParaRPr lang="en-US"/>
          </a:p>
        </p:txBody>
      </p:sp>
      <p:sp>
        <p:nvSpPr>
          <p:cNvPr id="2" name="Text Placeholder 1">
            <a:extLst>
              <a:ext uri="{FF2B5EF4-FFF2-40B4-BE49-F238E27FC236}">
                <a16:creationId xmlns:a16="http://schemas.microsoft.com/office/drawing/2014/main" id="{B084D8B2-652C-4468-AAAB-C4E446740847}"/>
              </a:ext>
            </a:extLst>
          </p:cNvPr>
          <p:cNvSpPr>
            <a:spLocks noGrp="1"/>
          </p:cNvSpPr>
          <p:nvPr>
            <p:ph type="body" sz="quarter" idx="23"/>
          </p:nvPr>
        </p:nvSpPr>
        <p:spPr>
          <a:prstGeom prst="rect">
            <a:avLst/>
          </a:prstGeom>
        </p:spPr>
        <p:txBody>
          <a:bodyPr>
            <a:normAutofit lnSpcReduction="10000"/>
          </a:bodyPr>
          <a:lstStyle/>
          <a:p>
            <a:endParaRPr lang="en-US" sz="2200" dirty="0"/>
          </a:p>
          <a:p>
            <a:r>
              <a:rPr lang="en-US" sz="2200" dirty="0"/>
              <a:t>A Control is a predefined GUI behavior component</a:t>
            </a:r>
          </a:p>
          <a:p>
            <a:endParaRPr lang="en-US" sz="2200" dirty="0"/>
          </a:p>
          <a:p>
            <a:r>
              <a:rPr lang="en-US" sz="2200" dirty="0"/>
              <a:t>Controls can be found in the toolbox within Visual Studio</a:t>
            </a:r>
          </a:p>
          <a:p>
            <a:endParaRPr lang="en-US" sz="2200" dirty="0"/>
          </a:p>
          <a:p>
            <a:r>
              <a:rPr lang="en-US" sz="2200" dirty="0"/>
              <a:t>Visual studio comes with approximately 150 controls</a:t>
            </a:r>
          </a:p>
          <a:p>
            <a:endParaRPr lang="en-US" sz="2200" dirty="0"/>
          </a:p>
          <a:p>
            <a:r>
              <a:rPr lang="en-US" sz="2200" dirty="0"/>
              <a:t>Free app to try controls and view code samples</a:t>
            </a:r>
          </a:p>
          <a:p>
            <a:pPr lvl="1"/>
            <a:r>
              <a:rPr lang="en-US" sz="2000" dirty="0" err="1">
                <a:hlinkClick r:id="rId4"/>
              </a:rPr>
              <a:t>WinUI</a:t>
            </a:r>
            <a:r>
              <a:rPr lang="en-US" sz="2000" dirty="0">
                <a:hlinkClick r:id="rId4"/>
              </a:rPr>
              <a:t> 2 Gallery - Free download and install on Windows | Microsoft Store</a:t>
            </a:r>
            <a:endParaRPr lang="en-US" sz="2000" dirty="0"/>
          </a:p>
          <a:p>
            <a:pPr lvl="1"/>
            <a:r>
              <a:rPr lang="en-US" sz="2000" dirty="0">
                <a:hlinkClick r:id="rId5"/>
              </a:rPr>
              <a:t>GitHub - </a:t>
            </a:r>
            <a:r>
              <a:rPr lang="en-US" sz="2000" dirty="0" err="1">
                <a:hlinkClick r:id="rId5"/>
              </a:rPr>
              <a:t>microsoft</a:t>
            </a:r>
            <a:r>
              <a:rPr lang="en-US" sz="2000" dirty="0">
                <a:hlinkClick r:id="rId5"/>
              </a:rPr>
              <a:t>/</a:t>
            </a:r>
            <a:r>
              <a:rPr lang="en-US" sz="2000" dirty="0" err="1">
                <a:hlinkClick r:id="rId5"/>
              </a:rPr>
              <a:t>WinUI</a:t>
            </a:r>
            <a:r>
              <a:rPr lang="en-US" sz="2000" dirty="0">
                <a:hlinkClick r:id="rId5"/>
              </a:rPr>
              <a:t>-Gallery:</a:t>
            </a:r>
            <a:endParaRPr lang="en-US" sz="2000" dirty="0"/>
          </a:p>
          <a:p>
            <a:pPr lvl="1"/>
            <a:r>
              <a:rPr lang="en-US" dirty="0">
                <a:hlinkClick r:id="rId6"/>
              </a:rPr>
              <a:t>Control List </a:t>
            </a:r>
            <a:r>
              <a:rPr lang="en-US" dirty="0" err="1">
                <a:hlinkClick r:id="rId6"/>
              </a:rPr>
              <a:t>Microroft</a:t>
            </a:r>
            <a:r>
              <a:rPr lang="en-US" dirty="0">
                <a:hlinkClick r:id="rId6"/>
              </a:rPr>
              <a:t> Documentation</a:t>
            </a:r>
            <a:endParaRPr lang="en-US" sz="2000" dirty="0"/>
          </a:p>
          <a:p>
            <a:pPr lvl="1"/>
            <a:endParaRPr lang="en-US" sz="2200" dirty="0"/>
          </a:p>
        </p:txBody>
      </p:sp>
      <p:pic>
        <p:nvPicPr>
          <p:cNvPr id="4" name="Picture 3" descr="Screenshoft Toolbox">
            <a:extLst>
              <a:ext uri="{FF2B5EF4-FFF2-40B4-BE49-F238E27FC236}">
                <a16:creationId xmlns:a16="http://schemas.microsoft.com/office/drawing/2014/main" id="{B7A5E83C-5839-45EF-9989-D9378093A418}"/>
              </a:ext>
              <a:ext uri="{C183D7F6-B498-43B3-948B-1728B52AA6E4}">
                <adec:decorative xmlns:adec="http://schemas.microsoft.com/office/drawing/2017/decorative" val="0"/>
              </a:ext>
            </a:extLst>
          </p:cNvPr>
          <p:cNvPicPr>
            <a:picLocks noChangeAspect="1"/>
          </p:cNvPicPr>
          <p:nvPr/>
        </p:nvPicPr>
        <p:blipFill>
          <a:blip r:embed="rId7"/>
          <a:stretch>
            <a:fillRect/>
          </a:stretch>
        </p:blipFill>
        <p:spPr>
          <a:xfrm>
            <a:off x="8208425" y="0"/>
            <a:ext cx="3983576" cy="6858000"/>
          </a:xfrm>
          <a:prstGeom prst="rect">
            <a:avLst/>
          </a:prstGeom>
          <a:noFill/>
          <a:ln>
            <a:noFill/>
            <a:headEnd type="none" w="med" len="med"/>
            <a:tailEnd type="none" w="med" len="med"/>
          </a:ln>
          <a:effectLst/>
        </p:spPr>
      </p:pic>
    </p:spTree>
    <p:custDataLst>
      <p:tags r:id="rId1"/>
    </p:custDataLst>
    <p:extLst>
      <p:ext uri="{BB962C8B-B14F-4D97-AF65-F5344CB8AC3E}">
        <p14:creationId xmlns:p14="http://schemas.microsoft.com/office/powerpoint/2010/main" val="1356962058"/>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276763AC-E01B-45D0-806A-1F2948DFF0A8}"/>
              </a:ext>
            </a:extLst>
          </p:cNvPr>
          <p:cNvSpPr>
            <a:spLocks noGrp="1"/>
          </p:cNvSpPr>
          <p:nvPr>
            <p:ph type="title"/>
          </p:nvPr>
        </p:nvSpPr>
        <p:spPr/>
        <p:txBody>
          <a:bodyPr/>
          <a:lstStyle/>
          <a:p>
            <a:r>
              <a:rPr lang="en-US" dirty="0"/>
              <a:t>Basic GUI controls</a:t>
            </a:r>
          </a:p>
        </p:txBody>
      </p:sp>
      <p:graphicFrame>
        <p:nvGraphicFramePr>
          <p:cNvPr id="32" name="Tabelle 31">
            <a:extLst>
              <a:ext uri="{FF2B5EF4-FFF2-40B4-BE49-F238E27FC236}">
                <a16:creationId xmlns:a16="http://schemas.microsoft.com/office/drawing/2014/main" id="{8C19BFBA-5CA7-48D2-87DA-8887B57D2B56}"/>
              </a:ext>
            </a:extLst>
          </p:cNvPr>
          <p:cNvGraphicFramePr>
            <a:graphicFrameLocks noGrp="1"/>
          </p:cNvGraphicFramePr>
          <p:nvPr>
            <p:extLst>
              <p:ext uri="{D42A27DB-BD31-4B8C-83A1-F6EECF244321}">
                <p14:modId xmlns:p14="http://schemas.microsoft.com/office/powerpoint/2010/main" val="1266482597"/>
              </p:ext>
            </p:extLst>
          </p:nvPr>
        </p:nvGraphicFramePr>
        <p:xfrm>
          <a:off x="655638" y="1408113"/>
          <a:ext cx="10880724" cy="4819652"/>
        </p:xfrm>
        <a:graphic>
          <a:graphicData uri="http://schemas.openxmlformats.org/drawingml/2006/table">
            <a:tbl>
              <a:tblPr firstRow="1" bandRow="1">
                <a:tableStyleId>{5C22544A-7EE6-4342-B048-85BDC9FD1C3A}</a:tableStyleId>
              </a:tblPr>
              <a:tblGrid>
                <a:gridCol w="1782762">
                  <a:extLst>
                    <a:ext uri="{9D8B030D-6E8A-4147-A177-3AD203B41FA5}">
                      <a16:colId xmlns:a16="http://schemas.microsoft.com/office/drawing/2014/main" val="2303989485"/>
                    </a:ext>
                  </a:extLst>
                </a:gridCol>
                <a:gridCol w="2895600">
                  <a:extLst>
                    <a:ext uri="{9D8B030D-6E8A-4147-A177-3AD203B41FA5}">
                      <a16:colId xmlns:a16="http://schemas.microsoft.com/office/drawing/2014/main" val="2212786589"/>
                    </a:ext>
                  </a:extLst>
                </a:gridCol>
                <a:gridCol w="1981200">
                  <a:extLst>
                    <a:ext uri="{9D8B030D-6E8A-4147-A177-3AD203B41FA5}">
                      <a16:colId xmlns:a16="http://schemas.microsoft.com/office/drawing/2014/main" val="3131118425"/>
                    </a:ext>
                  </a:extLst>
                </a:gridCol>
                <a:gridCol w="4221162">
                  <a:extLst>
                    <a:ext uri="{9D8B030D-6E8A-4147-A177-3AD203B41FA5}">
                      <a16:colId xmlns:a16="http://schemas.microsoft.com/office/drawing/2014/main" val="1480192593"/>
                    </a:ext>
                  </a:extLst>
                </a:gridCol>
              </a:tblGrid>
              <a:tr h="365760">
                <a:tc>
                  <a:txBody>
                    <a:bodyPr/>
                    <a:lstStyle/>
                    <a:p>
                      <a:r>
                        <a:rPr lang="en-US" sz="1800" dirty="0">
                          <a:solidFill>
                            <a:schemeClr val="tx1"/>
                          </a:solidFill>
                        </a:rPr>
                        <a:t>Element</a:t>
                      </a:r>
                    </a:p>
                  </a:txBody>
                  <a:tcPr marL="182880" marR="18288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r>
                        <a:rPr lang="en-US" sz="1800" b="1" kern="1200" dirty="0">
                          <a:solidFill>
                            <a:schemeClr val="tx1"/>
                          </a:solidFill>
                          <a:latin typeface="+mn-lt"/>
                          <a:ea typeface="+mn-ea"/>
                          <a:cs typeface="+mn-cs"/>
                        </a:rPr>
                        <a:t>Use Case</a:t>
                      </a:r>
                    </a:p>
                  </a:txBody>
                  <a:tcPr marL="182880" marR="1828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n-US" sz="1800" b="1" kern="1200" dirty="0">
                          <a:solidFill>
                            <a:schemeClr val="tx1"/>
                          </a:solidFill>
                          <a:latin typeface="+mn-lt"/>
                          <a:ea typeface="+mn-ea"/>
                          <a:cs typeface="+mn-cs"/>
                        </a:rPr>
                        <a:t>Visual Control</a:t>
                      </a:r>
                    </a:p>
                  </a:txBody>
                  <a:tcPr marL="182880" marR="1828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dirty="0"/>
                        <a:t>XAML Sample</a:t>
                      </a:r>
                    </a:p>
                  </a:txBody>
                  <a:tcPr marL="18288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F2F2F"/>
                    </a:solidFill>
                  </a:tcPr>
                </a:tc>
                <a:extLst>
                  <a:ext uri="{0D108BD9-81ED-4DB2-BD59-A6C34878D82A}">
                    <a16:rowId xmlns:a16="http://schemas.microsoft.com/office/drawing/2014/main" val="2656402315"/>
                  </a:ext>
                </a:extLst>
              </a:tr>
              <a:tr h="531802">
                <a:tc>
                  <a:txBody>
                    <a:bodyPr/>
                    <a:lstStyle/>
                    <a:p>
                      <a:pPr algn="l"/>
                      <a:r>
                        <a:rPr lang="en-AU" sz="1600" b="1" u="none" strike="noStrike" kern="1200" dirty="0">
                          <a:solidFill>
                            <a:schemeClr val="dk1"/>
                          </a:solidFill>
                          <a:effectLst/>
                          <a:latin typeface="+mn-lt"/>
                          <a:ea typeface="+mn-ea"/>
                          <a:cs typeface="+mn-cs"/>
                        </a:rPr>
                        <a:t>Button</a:t>
                      </a:r>
                      <a:endParaRPr lang="en-US" sz="1600" b="1" kern="1200">
                        <a:latin typeface="Lucida Console"/>
                        <a:ea typeface="+mn-ea"/>
                        <a:cs typeface="+mn-cs"/>
                      </a:endParaRPr>
                    </a:p>
                  </a:txBody>
                  <a:tcPr marL="182880" marR="1828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AU" sz="1600" b="0" u="none" strike="noStrike" kern="1200" dirty="0">
                          <a:solidFill>
                            <a:schemeClr val="dk1"/>
                          </a:solidFill>
                          <a:effectLst/>
                          <a:latin typeface="+mn-lt"/>
                          <a:ea typeface="+mn-ea"/>
                          <a:cs typeface="+mn-cs"/>
                        </a:rPr>
                        <a:t>Pressed to trigger event</a:t>
                      </a:r>
                    </a:p>
                  </a:txBody>
                  <a:tcPr marL="182880" marR="1828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14400" rtl="0" eaLnBrk="1" latinLnBrk="0" hangingPunct="1"/>
                      <a:endParaRPr lang="en-US" sz="1600" kern="1200" dirty="0">
                        <a:gradFill>
                          <a:gsLst>
                            <a:gs pos="2917">
                              <a:schemeClr val="tx1"/>
                            </a:gs>
                            <a:gs pos="30000">
                              <a:schemeClr val="tx1"/>
                            </a:gs>
                          </a:gsLst>
                          <a:lin ang="5400000" scaled="0"/>
                        </a:gradFill>
                        <a:latin typeface="+mn-lt"/>
                        <a:ea typeface="+mn-ea"/>
                        <a:cs typeface="+mn-cs"/>
                      </a:endParaRPr>
                    </a:p>
                  </a:txBody>
                  <a:tcPr marL="182880" marR="1828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mn-cs"/>
                        </a:rPr>
                        <a:t>&lt;</a:t>
                      </a:r>
                      <a:r>
                        <a:rPr kumimoji="0" lang="en-US" sz="1600" b="0" i="0" u="none" strike="noStrike" kern="1200" cap="none" spc="0" normalizeH="0" baseline="0" noProof="0" dirty="0">
                          <a:ln>
                            <a:noFill/>
                          </a:ln>
                          <a:solidFill>
                            <a:schemeClr val="accent1"/>
                          </a:solidFill>
                          <a:effectLst/>
                          <a:uLnTx/>
                          <a:uFillTx/>
                          <a:latin typeface="Lucida Console" panose="020B0609040504020204" pitchFamily="49" charset="0"/>
                          <a:ea typeface="+mn-ea"/>
                          <a:cs typeface="+mn-cs"/>
                        </a:rPr>
                        <a:t>Button</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mn-cs"/>
                        </a:rPr>
                        <a:t> </a:t>
                      </a:r>
                      <a:r>
                        <a:rPr kumimoji="0" lang="en-US" sz="1600" b="0" i="0" u="none" strike="noStrike" kern="1200" cap="none" spc="0" normalizeH="0" baseline="0" noProof="0" dirty="0">
                          <a:ln>
                            <a:noFill/>
                          </a:ln>
                          <a:solidFill>
                            <a:srgbClr val="00BCF2"/>
                          </a:solidFill>
                          <a:effectLst/>
                          <a:uLnTx/>
                          <a:uFillTx/>
                          <a:latin typeface="Lucida Console" panose="020B0609040504020204" pitchFamily="49" charset="0"/>
                          <a:ea typeface="+mn-ea"/>
                          <a:cs typeface="+mn-cs"/>
                        </a:rPr>
                        <a:t>Content</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mn-cs"/>
                        </a:rPr>
                        <a:t>=</a:t>
                      </a:r>
                      <a:r>
                        <a:rPr kumimoji="0" lang="en-US" sz="1600" b="0" i="0" u="none" strike="noStrike" kern="1200" cap="none" spc="0" normalizeH="0" baseline="0" noProof="0" dirty="0">
                          <a:ln>
                            <a:noFill/>
                          </a:ln>
                          <a:solidFill>
                            <a:srgbClr val="FF9349"/>
                          </a:solidFill>
                          <a:effectLst/>
                          <a:uLnTx/>
                          <a:uFillTx/>
                          <a:latin typeface="Lucida Console" panose="020B0609040504020204" pitchFamily="49" charset="0"/>
                          <a:ea typeface="+mn-ea"/>
                          <a:cs typeface="+mn-cs"/>
                        </a:rPr>
                        <a:t>"Bu</a:t>
                      </a:r>
                      <a:r>
                        <a:rPr kumimoji="0" lang="en-US" sz="1600" b="0" i="0" u="none" strike="noStrike" kern="1200" cap="none" spc="0" normalizeH="0" baseline="0" noProof="0" dirty="0">
                          <a:ln>
                            <a:noFill/>
                          </a:ln>
                          <a:solidFill>
                            <a:srgbClr val="FF8C00"/>
                          </a:solidFill>
                          <a:effectLst/>
                          <a:uLnTx/>
                          <a:uFillTx/>
                          <a:latin typeface="Lucida Console" panose="020B0609040504020204" pitchFamily="49" charset="0"/>
                          <a:ea typeface="+mn-ea"/>
                          <a:cs typeface="+mn-cs"/>
                        </a:rPr>
                        <a:t>tto</a:t>
                      </a:r>
                      <a:r>
                        <a:rPr kumimoji="0" lang="en-US" sz="1600" b="0" i="0" u="none" strike="noStrike" kern="1200" cap="none" spc="0" normalizeH="0" baseline="0" noProof="0" dirty="0">
                          <a:ln>
                            <a:noFill/>
                          </a:ln>
                          <a:solidFill>
                            <a:srgbClr val="FF9349"/>
                          </a:solidFill>
                          <a:effectLst/>
                          <a:uLnTx/>
                          <a:uFillTx/>
                          <a:latin typeface="Lucida Console" panose="020B0609040504020204" pitchFamily="49" charset="0"/>
                          <a:ea typeface="+mn-ea"/>
                          <a:cs typeface="+mn-cs"/>
                        </a:rPr>
                        <a:t>n"</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mn-cs"/>
                        </a:rPr>
                        <a:t> /&gt;</a:t>
                      </a:r>
                    </a:p>
                  </a:txBody>
                  <a:tcPr marL="18288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2F2F2F"/>
                    </a:solidFill>
                  </a:tcPr>
                </a:tc>
                <a:extLst>
                  <a:ext uri="{0D108BD9-81ED-4DB2-BD59-A6C34878D82A}">
                    <a16:rowId xmlns:a16="http://schemas.microsoft.com/office/drawing/2014/main" val="760093579"/>
                  </a:ext>
                </a:extLst>
              </a:tr>
              <a:tr h="619820">
                <a:tc>
                  <a:txBody>
                    <a:bodyPr/>
                    <a:lstStyle/>
                    <a:p>
                      <a:pPr algn="l"/>
                      <a:r>
                        <a:rPr lang="en-AU" sz="1600" b="1" u="none" strike="noStrike" kern="1200" dirty="0">
                          <a:solidFill>
                            <a:schemeClr val="dk1"/>
                          </a:solidFill>
                          <a:effectLst/>
                          <a:latin typeface="+mn-lt"/>
                          <a:ea typeface="+mn-ea"/>
                          <a:cs typeface="+mn-cs"/>
                        </a:rPr>
                        <a:t>Checkbox</a:t>
                      </a:r>
                      <a:endParaRPr lang="en-US" sz="1600" b="1" kern="1200">
                        <a:latin typeface="Lucida Console"/>
                        <a:ea typeface="+mn-ea"/>
                        <a:cs typeface="+mn-cs"/>
                      </a:endParaRPr>
                    </a:p>
                  </a:txBody>
                  <a:tcPr marL="182880" marR="1828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AU" sz="1600" b="0" u="none" strike="noStrike" kern="1200" dirty="0">
                          <a:solidFill>
                            <a:schemeClr val="dk1"/>
                          </a:solidFill>
                          <a:effectLst/>
                          <a:latin typeface="+mn-lt"/>
                          <a:ea typeface="+mn-ea"/>
                          <a:cs typeface="+mn-cs"/>
                        </a:rPr>
                        <a:t>Enable disable an option</a:t>
                      </a:r>
                    </a:p>
                  </a:txBody>
                  <a:tcPr marL="182880" marR="1828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endParaRPr lang="en-US" sz="1600" kern="1200" dirty="0">
                        <a:gradFill>
                          <a:gsLst>
                            <a:gs pos="2917">
                              <a:schemeClr val="tx1"/>
                            </a:gs>
                            <a:gs pos="30000">
                              <a:schemeClr val="tx1"/>
                            </a:gs>
                          </a:gsLst>
                          <a:lin ang="5400000" scaled="0"/>
                        </a:gradFill>
                        <a:latin typeface="+mn-lt"/>
                        <a:ea typeface="+mn-ea"/>
                        <a:cs typeface="+mn-cs"/>
                      </a:endParaRPr>
                    </a:p>
                  </a:txBody>
                  <a:tcPr marL="182880" marR="1828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mn-cs"/>
                        </a:rPr>
                        <a:t>&lt;</a:t>
                      </a:r>
                      <a:r>
                        <a:rPr kumimoji="0" lang="en-US" sz="1600" b="0" i="0" u="none" strike="noStrike" kern="1200" cap="none" spc="0" normalizeH="0" baseline="0" noProof="0" dirty="0" err="1">
                          <a:ln>
                            <a:noFill/>
                          </a:ln>
                          <a:solidFill>
                            <a:schemeClr val="accent1"/>
                          </a:solidFill>
                          <a:effectLst/>
                          <a:uLnTx/>
                          <a:uFillTx/>
                          <a:latin typeface="Lucida Console" panose="020B0609040504020204" pitchFamily="49" charset="0"/>
                          <a:ea typeface="+mn-ea"/>
                          <a:cs typeface="+mn-cs"/>
                        </a:rPr>
                        <a:t>CheckBox</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mn-cs"/>
                        </a:rPr>
                        <a:t> </a:t>
                      </a:r>
                      <a:r>
                        <a:rPr kumimoji="0" lang="en-US" sz="1600" b="0" i="0" u="none" strike="noStrike" kern="1200" cap="none" spc="0" normalizeH="0" baseline="0" noProof="0" dirty="0">
                          <a:ln>
                            <a:noFill/>
                          </a:ln>
                          <a:solidFill>
                            <a:srgbClr val="00BCF2"/>
                          </a:solidFill>
                          <a:effectLst/>
                          <a:uLnTx/>
                          <a:uFillTx/>
                          <a:latin typeface="Lucida Console" panose="020B0609040504020204" pitchFamily="49" charset="0"/>
                          <a:ea typeface="+mn-ea"/>
                          <a:cs typeface="+mn-cs"/>
                        </a:rPr>
                        <a:t>Content</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mn-cs"/>
                        </a:rPr>
                        <a:t>=</a:t>
                      </a:r>
                      <a:r>
                        <a:rPr kumimoji="0" lang="en-US" sz="1600" b="0" i="0" u="none" strike="noStrike" kern="1200" cap="none" spc="0" normalizeH="0" baseline="0" noProof="0" dirty="0">
                          <a:ln>
                            <a:noFill/>
                          </a:ln>
                          <a:solidFill>
                            <a:srgbClr val="FF9349"/>
                          </a:solidFill>
                          <a:effectLst/>
                          <a:uLnTx/>
                          <a:uFillTx/>
                          <a:latin typeface="Lucida Console" panose="020B0609040504020204" pitchFamily="49" charset="0"/>
                          <a:ea typeface="+mn-ea"/>
                          <a:cs typeface="+mn-cs"/>
                        </a:rPr>
                        <a:t>"</a:t>
                      </a:r>
                      <a:r>
                        <a:rPr kumimoji="0" lang="en-US" sz="1600" b="0" i="0" u="none" strike="noStrike" kern="1200" cap="none" spc="0" normalizeH="0" baseline="0" noProof="0" dirty="0" err="1">
                          <a:ln>
                            <a:noFill/>
                          </a:ln>
                          <a:solidFill>
                            <a:srgbClr val="FF9349"/>
                          </a:solidFill>
                          <a:effectLst/>
                          <a:uLnTx/>
                          <a:uFillTx/>
                          <a:latin typeface="Lucida Console" panose="020B0609040504020204" pitchFamily="49" charset="0"/>
                          <a:ea typeface="+mn-ea"/>
                          <a:cs typeface="+mn-cs"/>
                        </a:rPr>
                        <a:t>CheckBox</a:t>
                      </a:r>
                      <a:r>
                        <a:rPr kumimoji="0" lang="en-US" sz="1600" b="0" i="0" u="none" strike="noStrike" kern="1200" cap="none" spc="0" normalizeH="0" baseline="0" noProof="0" dirty="0">
                          <a:ln>
                            <a:noFill/>
                          </a:ln>
                          <a:solidFill>
                            <a:srgbClr val="FF9349"/>
                          </a:solidFill>
                          <a:effectLst/>
                          <a:uLnTx/>
                          <a:uFillTx/>
                          <a:latin typeface="Lucida Console" panose="020B0609040504020204" pitchFamily="49" charset="0"/>
                          <a:ea typeface="+mn-ea"/>
                          <a:cs typeface="+mn-cs"/>
                        </a:rPr>
                        <a:t>"</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mn-cs"/>
                        </a:rPr>
                        <a:t> /&gt;</a:t>
                      </a:r>
                    </a:p>
                  </a:txBody>
                  <a:tcPr marL="18288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rgbClr val="2F2F2F"/>
                    </a:solidFill>
                  </a:tcPr>
                </a:tc>
                <a:extLst>
                  <a:ext uri="{0D108BD9-81ED-4DB2-BD59-A6C34878D82A}">
                    <a16:rowId xmlns:a16="http://schemas.microsoft.com/office/drawing/2014/main" val="2040635272"/>
                  </a:ext>
                </a:extLst>
              </a:tr>
              <a:tr h="1063604">
                <a:tc>
                  <a:txBody>
                    <a:bodyPr/>
                    <a:lstStyle/>
                    <a:p>
                      <a:pPr algn="l"/>
                      <a:r>
                        <a:rPr lang="en-AU" sz="1600" b="1" u="none" strike="noStrike" kern="1200" dirty="0" err="1">
                          <a:solidFill>
                            <a:schemeClr val="dk1"/>
                          </a:solidFill>
                          <a:effectLst/>
                          <a:latin typeface="+mn-lt"/>
                          <a:ea typeface="+mn-ea"/>
                          <a:cs typeface="+mn-cs"/>
                        </a:rPr>
                        <a:t>Radiobutton</a:t>
                      </a:r>
                      <a:endParaRPr lang="en-US" sz="1600" b="1" kern="1200">
                        <a:latin typeface="Lucida Console"/>
                        <a:ea typeface="+mn-ea"/>
                        <a:cs typeface="+mn-cs"/>
                      </a:endParaRPr>
                    </a:p>
                  </a:txBody>
                  <a:tcPr marL="182880" marR="1828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AU" sz="1600" b="0" u="none" strike="noStrike" kern="1200" dirty="0">
                          <a:solidFill>
                            <a:schemeClr val="dk1"/>
                          </a:solidFill>
                          <a:effectLst/>
                          <a:latin typeface="+mn-lt"/>
                          <a:ea typeface="+mn-ea"/>
                          <a:cs typeface="+mn-cs"/>
                        </a:rPr>
                        <a:t>Selecting a single option from multiple choice</a:t>
                      </a:r>
                      <a:br>
                        <a:rPr lang="en-AU" sz="1600" b="0" u="none" strike="noStrike" kern="1200" dirty="0">
                          <a:solidFill>
                            <a:srgbClr val="000000"/>
                          </a:solidFill>
                          <a:effectLst/>
                          <a:latin typeface="+mn-lt"/>
                          <a:ea typeface="+mn-ea"/>
                          <a:cs typeface="+mn-cs"/>
                        </a:rPr>
                      </a:br>
                      <a:r>
                        <a:rPr lang="en-AU" sz="1600" b="0" u="none" strike="noStrike" kern="1200" dirty="0">
                          <a:solidFill>
                            <a:schemeClr val="dk1"/>
                          </a:solidFill>
                          <a:effectLst/>
                          <a:latin typeface="+mn-lt"/>
                          <a:ea typeface="+mn-ea"/>
                          <a:cs typeface="+mn-cs"/>
                        </a:rPr>
                        <a:t>keep all options visible</a:t>
                      </a:r>
                    </a:p>
                  </a:txBody>
                  <a:tcPr marL="182880" marR="1828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endParaRPr lang="en-US" sz="1600" kern="1200" dirty="0">
                        <a:gradFill>
                          <a:gsLst>
                            <a:gs pos="2917">
                              <a:schemeClr val="tx1"/>
                            </a:gs>
                            <a:gs pos="30000">
                              <a:schemeClr val="tx1"/>
                            </a:gs>
                          </a:gsLst>
                          <a:lin ang="5400000" scaled="0"/>
                        </a:gradFill>
                        <a:latin typeface="+mn-lt"/>
                        <a:ea typeface="+mn-ea"/>
                        <a:cs typeface="+mn-cs"/>
                      </a:endParaRPr>
                    </a:p>
                  </a:txBody>
                  <a:tcPr marL="182880" marR="1828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mn-cs"/>
                        </a:rPr>
                        <a:t>&lt;</a:t>
                      </a:r>
                      <a:r>
                        <a:rPr kumimoji="0" lang="en-US" sz="1600" b="0" i="0" u="none" strike="noStrike" kern="1200" cap="none" spc="0" normalizeH="0" baseline="0" noProof="0" dirty="0" err="1">
                          <a:ln>
                            <a:noFill/>
                          </a:ln>
                          <a:solidFill>
                            <a:schemeClr val="accent1"/>
                          </a:solidFill>
                          <a:effectLst/>
                          <a:uLnTx/>
                          <a:uFillTx/>
                          <a:latin typeface="Lucida Console" panose="020B0609040504020204" pitchFamily="49" charset="0"/>
                          <a:ea typeface="+mn-ea"/>
                          <a:cs typeface="+mn-cs"/>
                        </a:rPr>
                        <a:t>RadioButton</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mn-cs"/>
                        </a:rPr>
                        <a:t> </a:t>
                      </a:r>
                      <a:r>
                        <a:rPr kumimoji="0" lang="en-US" sz="1600" b="0" i="0" u="none" strike="noStrike" kern="1200" cap="none" spc="0" normalizeH="0" baseline="0" noProof="0" dirty="0">
                          <a:ln>
                            <a:noFill/>
                          </a:ln>
                          <a:solidFill>
                            <a:srgbClr val="00BCF2"/>
                          </a:solidFill>
                          <a:effectLst/>
                          <a:uLnTx/>
                          <a:uFillTx/>
                          <a:latin typeface="Lucida Console" panose="020B0609040504020204" pitchFamily="49" charset="0"/>
                          <a:ea typeface="+mn-ea"/>
                          <a:cs typeface="+mn-cs"/>
                        </a:rPr>
                        <a:t>Content</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mn-cs"/>
                        </a:rPr>
                        <a:t>=</a:t>
                      </a:r>
                      <a:r>
                        <a:rPr kumimoji="0" lang="en-US" sz="1600" b="0" i="0" u="none" strike="noStrike" kern="1200" cap="none" spc="0" normalizeH="0" baseline="0" noProof="0" dirty="0">
                          <a:ln>
                            <a:noFill/>
                          </a:ln>
                          <a:solidFill>
                            <a:srgbClr val="FF9349"/>
                          </a:solidFill>
                          <a:effectLst/>
                          <a:uLnTx/>
                          <a:uFillTx/>
                          <a:latin typeface="Lucida Console" panose="020B0609040504020204" pitchFamily="49" charset="0"/>
                          <a:ea typeface="+mn-ea"/>
                          <a:cs typeface="+mn-cs"/>
                        </a:rPr>
                        <a:t>"</a:t>
                      </a:r>
                      <a:r>
                        <a:rPr kumimoji="0" lang="en-US" sz="1600" b="0" i="0" u="none" strike="noStrike" kern="1200" cap="none" spc="0" normalizeH="0" baseline="0" noProof="0" dirty="0" err="1">
                          <a:ln>
                            <a:noFill/>
                          </a:ln>
                          <a:solidFill>
                            <a:srgbClr val="FF9349"/>
                          </a:solidFill>
                          <a:effectLst/>
                          <a:uLnTx/>
                          <a:uFillTx/>
                          <a:latin typeface="Lucida Console" panose="020B0609040504020204" pitchFamily="49" charset="0"/>
                          <a:ea typeface="+mn-ea"/>
                          <a:cs typeface="+mn-cs"/>
                        </a:rPr>
                        <a:t>RadioButton</a:t>
                      </a:r>
                      <a:r>
                        <a:rPr kumimoji="0" lang="en-US" sz="1600" b="0" i="0" u="none" strike="noStrike" kern="1200" cap="none" spc="0" normalizeH="0" baseline="0" noProof="0" dirty="0">
                          <a:ln>
                            <a:noFill/>
                          </a:ln>
                          <a:solidFill>
                            <a:srgbClr val="FF9349"/>
                          </a:solidFill>
                          <a:effectLst/>
                          <a:uLnTx/>
                          <a:uFillTx/>
                          <a:latin typeface="Lucida Console" panose="020B0609040504020204" pitchFamily="49" charset="0"/>
                          <a:ea typeface="+mn-ea"/>
                          <a:cs typeface="+mn-cs"/>
                        </a:rPr>
                        <a:t>" </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mn-cs"/>
                        </a:rPr>
                        <a:t>/&gt;</a:t>
                      </a:r>
                    </a:p>
                  </a:txBody>
                  <a:tcPr marL="18288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rgbClr val="2F2F2F"/>
                    </a:solidFill>
                  </a:tcPr>
                </a:tc>
                <a:extLst>
                  <a:ext uri="{0D108BD9-81ED-4DB2-BD59-A6C34878D82A}">
                    <a16:rowId xmlns:a16="http://schemas.microsoft.com/office/drawing/2014/main" val="981641400"/>
                  </a:ext>
                </a:extLst>
              </a:tr>
              <a:tr h="731513">
                <a:tc>
                  <a:txBody>
                    <a:bodyPr/>
                    <a:lstStyle/>
                    <a:p>
                      <a:pPr algn="l"/>
                      <a:r>
                        <a:rPr lang="en-AU" sz="1600" b="1" u="none" strike="noStrike" kern="1200" dirty="0" err="1">
                          <a:solidFill>
                            <a:schemeClr val="dk1"/>
                          </a:solidFill>
                          <a:effectLst/>
                          <a:latin typeface="+mn-lt"/>
                          <a:ea typeface="+mn-ea"/>
                          <a:cs typeface="+mn-cs"/>
                        </a:rPr>
                        <a:t>TextBox</a:t>
                      </a:r>
                      <a:endParaRPr lang="en-US" sz="1600" b="1" kern="1200">
                        <a:latin typeface="Lucida Console"/>
                        <a:ea typeface="+mn-ea"/>
                        <a:cs typeface="+mn-cs"/>
                      </a:endParaRPr>
                    </a:p>
                  </a:txBody>
                  <a:tcPr marL="182880" marR="1828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AU" sz="1600" b="0" u="none" strike="noStrike" kern="1200" dirty="0">
                          <a:solidFill>
                            <a:schemeClr val="dk1"/>
                          </a:solidFill>
                          <a:effectLst/>
                          <a:latin typeface="+mn-lt"/>
                          <a:ea typeface="+mn-ea"/>
                          <a:cs typeface="+mn-cs"/>
                        </a:rPr>
                        <a:t>Provide user with input field </a:t>
                      </a:r>
                      <a:br>
                        <a:rPr lang="en-AU" sz="1600" b="0" u="none" strike="noStrike" kern="1200" dirty="0">
                          <a:solidFill>
                            <a:srgbClr val="000000"/>
                          </a:solidFill>
                          <a:effectLst/>
                          <a:latin typeface="+mn-lt"/>
                          <a:ea typeface="+mn-ea"/>
                          <a:cs typeface="+mn-cs"/>
                        </a:rPr>
                      </a:br>
                      <a:r>
                        <a:rPr lang="en-AU" sz="1600" b="0" u="none" strike="noStrike" kern="1200" dirty="0">
                          <a:solidFill>
                            <a:schemeClr val="dk1"/>
                          </a:solidFill>
                          <a:effectLst/>
                          <a:latin typeface="+mn-lt"/>
                          <a:ea typeface="+mn-ea"/>
                          <a:cs typeface="+mn-cs"/>
                        </a:rPr>
                        <a:t>Can be prepopulated</a:t>
                      </a:r>
                    </a:p>
                  </a:txBody>
                  <a:tcPr marL="182880" marR="1828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algn="l" defTabSz="914400" rtl="0" eaLnBrk="1" latinLnBrk="0" hangingPunct="1"/>
                      <a:endParaRPr lang="en-US" sz="1600" kern="1200" dirty="0">
                        <a:gradFill>
                          <a:gsLst>
                            <a:gs pos="2917">
                              <a:schemeClr val="tx1"/>
                            </a:gs>
                            <a:gs pos="30000">
                              <a:schemeClr val="tx1"/>
                            </a:gs>
                          </a:gsLst>
                          <a:lin ang="5400000" scaled="0"/>
                        </a:gradFill>
                        <a:latin typeface="+mn-lt"/>
                        <a:ea typeface="+mn-ea"/>
                        <a:cs typeface="+mn-cs"/>
                      </a:endParaRPr>
                    </a:p>
                  </a:txBody>
                  <a:tcPr marL="182880" marR="1828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mn-cs"/>
                        </a:rPr>
                        <a:t>&lt;</a:t>
                      </a:r>
                      <a:r>
                        <a:rPr kumimoji="0" lang="en-US" sz="1600" b="0" i="0" u="none" strike="noStrike" kern="1200" cap="none" spc="0" normalizeH="0" baseline="0" noProof="0" dirty="0" err="1">
                          <a:ln>
                            <a:noFill/>
                          </a:ln>
                          <a:solidFill>
                            <a:schemeClr val="accent1"/>
                          </a:solidFill>
                          <a:effectLst/>
                          <a:uLnTx/>
                          <a:uFillTx/>
                          <a:latin typeface="Lucida Console" panose="020B0609040504020204" pitchFamily="49" charset="0"/>
                          <a:ea typeface="+mn-ea"/>
                          <a:cs typeface="+mn-cs"/>
                        </a:rPr>
                        <a:t>TextBox</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mn-cs"/>
                        </a:rPr>
                        <a:t> </a:t>
                      </a:r>
                      <a:r>
                        <a:rPr kumimoji="0" lang="en-US" sz="1600" b="0" i="0" u="none" strike="noStrike" kern="1200" cap="none" spc="0" normalizeH="0" baseline="0" noProof="0" dirty="0">
                          <a:ln>
                            <a:noFill/>
                          </a:ln>
                          <a:solidFill>
                            <a:srgbClr val="00BCF2"/>
                          </a:solidFill>
                          <a:effectLst/>
                          <a:uLnTx/>
                          <a:uFillTx/>
                          <a:latin typeface="Lucida Console" panose="020B0609040504020204" pitchFamily="49" charset="0"/>
                          <a:ea typeface="+mn-ea"/>
                          <a:cs typeface="+mn-cs"/>
                        </a:rPr>
                        <a:t>Text</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mn-cs"/>
                        </a:rPr>
                        <a:t>=</a:t>
                      </a:r>
                      <a:r>
                        <a:rPr kumimoji="0" lang="en-US" sz="1600" b="0" i="0" u="none" strike="noStrike" kern="1200" cap="none" spc="0" normalizeH="0" baseline="0" noProof="0" dirty="0">
                          <a:ln>
                            <a:noFill/>
                          </a:ln>
                          <a:solidFill>
                            <a:srgbClr val="FF9349"/>
                          </a:solidFill>
                          <a:effectLst/>
                          <a:uLnTx/>
                          <a:uFillTx/>
                          <a:latin typeface="Lucida Console" panose="020B0609040504020204" pitchFamily="49" charset="0"/>
                          <a:ea typeface="+mn-ea"/>
                          <a:cs typeface="+mn-cs"/>
                        </a:rPr>
                        <a:t>"</a:t>
                      </a:r>
                      <a:r>
                        <a:rPr kumimoji="0" lang="en-US" sz="1600" b="0" i="0" u="none" strike="noStrike" kern="1200" cap="none" spc="0" normalizeH="0" baseline="0" noProof="0" dirty="0" err="1">
                          <a:ln>
                            <a:noFill/>
                          </a:ln>
                          <a:solidFill>
                            <a:srgbClr val="FF9349"/>
                          </a:solidFill>
                          <a:effectLst/>
                          <a:uLnTx/>
                          <a:uFillTx/>
                          <a:latin typeface="Lucida Console" panose="020B0609040504020204" pitchFamily="49" charset="0"/>
                          <a:ea typeface="+mn-ea"/>
                          <a:cs typeface="+mn-cs"/>
                        </a:rPr>
                        <a:t>TextBox</a:t>
                      </a:r>
                      <a:r>
                        <a:rPr kumimoji="0" lang="en-US" sz="1600" b="0" i="0" u="none" strike="noStrike" kern="1200" cap="none" spc="0" normalizeH="0" baseline="0" noProof="0" dirty="0">
                          <a:ln>
                            <a:noFill/>
                          </a:ln>
                          <a:solidFill>
                            <a:srgbClr val="FF9349"/>
                          </a:solidFill>
                          <a:effectLst/>
                          <a:uLnTx/>
                          <a:uFillTx/>
                          <a:latin typeface="Lucida Console" panose="020B0609040504020204" pitchFamily="49" charset="0"/>
                          <a:ea typeface="+mn-ea"/>
                          <a:cs typeface="+mn-cs"/>
                        </a:rPr>
                        <a:t>"</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mn-cs"/>
                        </a:rPr>
                        <a:t>/&gt;</a:t>
                      </a:r>
                    </a:p>
                  </a:txBody>
                  <a:tcPr marL="18288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rgbClr val="2F2F2F"/>
                    </a:solidFill>
                  </a:tcPr>
                </a:tc>
                <a:extLst>
                  <a:ext uri="{0D108BD9-81ED-4DB2-BD59-A6C34878D82A}">
                    <a16:rowId xmlns:a16="http://schemas.microsoft.com/office/drawing/2014/main" val="1067290322"/>
                  </a:ext>
                </a:extLst>
              </a:tr>
              <a:tr h="531802">
                <a:tc>
                  <a:txBody>
                    <a:bodyPr/>
                    <a:lstStyle/>
                    <a:p>
                      <a:pPr algn="l"/>
                      <a:r>
                        <a:rPr lang="en-AU" sz="1600" b="1" u="none" strike="noStrike" kern="1200" dirty="0" err="1">
                          <a:solidFill>
                            <a:schemeClr val="dk1"/>
                          </a:solidFill>
                          <a:effectLst/>
                          <a:latin typeface="+mn-lt"/>
                          <a:ea typeface="+mn-ea"/>
                          <a:cs typeface="+mn-cs"/>
                        </a:rPr>
                        <a:t>PasswordBox</a:t>
                      </a:r>
                      <a:endParaRPr lang="en-US" sz="1600" b="1" kern="1200">
                        <a:latin typeface="Lucida Console"/>
                        <a:ea typeface="+mn-ea"/>
                        <a:cs typeface="+mn-cs"/>
                      </a:endParaRPr>
                    </a:p>
                  </a:txBody>
                  <a:tcPr marL="182880" marR="1828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AU" sz="1600" b="0" u="none" strike="noStrike" kern="1200" dirty="0">
                          <a:solidFill>
                            <a:schemeClr val="dk1"/>
                          </a:solidFill>
                          <a:effectLst/>
                          <a:latin typeface="+mn-lt"/>
                          <a:ea typeface="+mn-ea"/>
                          <a:cs typeface="+mn-cs"/>
                        </a:rPr>
                        <a:t>Input field with hidden characters</a:t>
                      </a:r>
                    </a:p>
                  </a:txBody>
                  <a:tcPr marL="182880" marR="1828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algn="l" defTabSz="914400" rtl="0" eaLnBrk="1" latinLnBrk="0" hangingPunct="1"/>
                      <a:endParaRPr lang="en-US" sz="1600" kern="1200" dirty="0">
                        <a:gradFill>
                          <a:gsLst>
                            <a:gs pos="2917">
                              <a:schemeClr val="tx1"/>
                            </a:gs>
                            <a:gs pos="30000">
                              <a:schemeClr val="tx1"/>
                            </a:gs>
                          </a:gsLst>
                          <a:lin ang="5400000" scaled="0"/>
                        </a:gradFill>
                        <a:latin typeface="+mn-lt"/>
                        <a:ea typeface="+mn-ea"/>
                        <a:cs typeface="+mn-cs"/>
                      </a:endParaRPr>
                    </a:p>
                  </a:txBody>
                  <a:tcPr marL="182880" marR="1828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mn-cs"/>
                        </a:rPr>
                        <a:t>&lt;</a:t>
                      </a:r>
                      <a:r>
                        <a:rPr kumimoji="0" lang="en-US" sz="1600" b="0" i="0" u="none" strike="noStrike" kern="1200" cap="none" spc="0" normalizeH="0" baseline="0" noProof="0" dirty="0" err="1">
                          <a:ln>
                            <a:noFill/>
                          </a:ln>
                          <a:solidFill>
                            <a:schemeClr val="accent1"/>
                          </a:solidFill>
                          <a:effectLst/>
                          <a:uLnTx/>
                          <a:uFillTx/>
                          <a:latin typeface="Lucida Console" panose="020B0609040504020204" pitchFamily="49" charset="0"/>
                          <a:ea typeface="+mn-ea"/>
                          <a:cs typeface="+mn-cs"/>
                        </a:rPr>
                        <a:t>PasswordBox</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mn-cs"/>
                        </a:rPr>
                        <a:t> </a:t>
                      </a:r>
                      <a:r>
                        <a:rPr kumimoji="0" lang="en-US" sz="1600" b="0" i="0" u="none" strike="noStrike" kern="1200" cap="none" spc="0" normalizeH="0" baseline="0" noProof="0" dirty="0">
                          <a:ln>
                            <a:noFill/>
                          </a:ln>
                          <a:solidFill>
                            <a:srgbClr val="00BCF2"/>
                          </a:solidFill>
                          <a:effectLst/>
                          <a:uLnTx/>
                          <a:uFillTx/>
                          <a:latin typeface="Lucida Console" panose="020B0609040504020204" pitchFamily="49" charset="0"/>
                          <a:ea typeface="+mn-ea"/>
                          <a:cs typeface="+mn-cs"/>
                        </a:rPr>
                        <a:t>Password</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mn-cs"/>
                        </a:rPr>
                        <a:t>=</a:t>
                      </a:r>
                      <a:r>
                        <a:rPr kumimoji="0" lang="en-US" sz="1600" b="0" i="0" u="none" strike="noStrike" kern="1200" cap="none" spc="0" normalizeH="0" baseline="0" noProof="0" dirty="0">
                          <a:ln>
                            <a:noFill/>
                          </a:ln>
                          <a:solidFill>
                            <a:srgbClr val="FF9349"/>
                          </a:solidFill>
                          <a:effectLst/>
                          <a:uLnTx/>
                          <a:uFillTx/>
                          <a:latin typeface="Lucida Console" panose="020B0609040504020204" pitchFamily="49" charset="0"/>
                          <a:ea typeface="+mn-ea"/>
                          <a:cs typeface="+mn-cs"/>
                        </a:rPr>
                        <a:t>“Wel123"</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mn-cs"/>
                        </a:rPr>
                        <a:t>/&gt;</a:t>
                      </a:r>
                    </a:p>
                  </a:txBody>
                  <a:tcPr marL="18288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rgbClr val="2F2F2F"/>
                    </a:solidFill>
                  </a:tcPr>
                </a:tc>
                <a:extLst>
                  <a:ext uri="{0D108BD9-81ED-4DB2-BD59-A6C34878D82A}">
                    <a16:rowId xmlns:a16="http://schemas.microsoft.com/office/drawing/2014/main" val="4282282216"/>
                  </a:ext>
                </a:extLst>
              </a:tr>
              <a:tr h="9753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u="none" strike="noStrike" kern="1200" dirty="0">
                          <a:solidFill>
                            <a:schemeClr val="dk1"/>
                          </a:solidFill>
                          <a:effectLst/>
                          <a:latin typeface="+mn-lt"/>
                          <a:ea typeface="+mn-ea"/>
                          <a:cs typeface="+mn-cs"/>
                        </a:rPr>
                        <a:t>Label</a:t>
                      </a:r>
                    </a:p>
                  </a:txBody>
                  <a:tcPr marL="182880" marR="1828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eaLnBrk="1" fontAlgn="b" latinLnBrk="0" hangingPunct="1">
                        <a:lnSpc>
                          <a:spcPct val="100000"/>
                        </a:lnSpc>
                        <a:spcBef>
                          <a:spcPts val="0"/>
                        </a:spcBef>
                        <a:spcAft>
                          <a:spcPts val="0"/>
                        </a:spcAft>
                        <a:buFontTx/>
                        <a:buNone/>
                      </a:pPr>
                      <a:r>
                        <a:rPr lang="en-AU" sz="1600" b="0" u="none" strike="noStrike" kern="1200" dirty="0">
                          <a:solidFill>
                            <a:schemeClr val="dk1"/>
                          </a:solidFill>
                          <a:effectLst/>
                          <a:latin typeface="+mn-lt"/>
                          <a:ea typeface="+mn-ea"/>
                          <a:cs typeface="+mn-cs"/>
                        </a:rPr>
                        <a:t>Visible Comment on a control </a:t>
                      </a:r>
                    </a:p>
                    <a:p>
                      <a:pPr marL="0" marR="0" indent="0" algn="ctr" defTabSz="914400" eaLnBrk="1" fontAlgn="b" latinLnBrk="0" hangingPunct="1">
                        <a:lnSpc>
                          <a:spcPct val="100000"/>
                        </a:lnSpc>
                        <a:spcBef>
                          <a:spcPts val="0"/>
                        </a:spcBef>
                        <a:spcAft>
                          <a:spcPts val="0"/>
                        </a:spcAft>
                        <a:buClrTx/>
                        <a:buSzTx/>
                        <a:buFontTx/>
                        <a:buNone/>
                        <a:tabLst/>
                        <a:defRPr/>
                      </a:pPr>
                      <a:r>
                        <a:rPr lang="en-AU" sz="1600" b="0" u="none" strike="noStrike" kern="1200" dirty="0">
                          <a:solidFill>
                            <a:schemeClr val="dk1"/>
                          </a:solidFill>
                          <a:effectLst/>
                          <a:latin typeface="+mn-lt"/>
                          <a:ea typeface="+mn-ea"/>
                          <a:cs typeface="+mn-cs"/>
                        </a:rPr>
                        <a:t>Explanation for end user</a:t>
                      </a:r>
                    </a:p>
                  </a:txBody>
                  <a:tcPr marL="182880" marR="1828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algn="l" defTabSz="914400" rtl="0" eaLnBrk="1" latinLnBrk="0" hangingPunct="1"/>
                      <a:endParaRPr lang="en-US" sz="1600" kern="1200" dirty="0">
                        <a:gradFill>
                          <a:gsLst>
                            <a:gs pos="2917">
                              <a:schemeClr val="tx1"/>
                            </a:gs>
                            <a:gs pos="30000">
                              <a:schemeClr val="tx1"/>
                            </a:gs>
                          </a:gsLst>
                          <a:lin ang="5400000" scaled="0"/>
                        </a:gradFill>
                        <a:latin typeface="+mn-lt"/>
                        <a:ea typeface="+mn-ea"/>
                        <a:cs typeface="+mn-cs"/>
                      </a:endParaRPr>
                    </a:p>
                  </a:txBody>
                  <a:tcPr marL="182880" marR="1828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mn-cs"/>
                        </a:rPr>
                        <a:t>&lt;</a:t>
                      </a:r>
                      <a:r>
                        <a:rPr kumimoji="0" lang="en-US" sz="1600" b="0" i="0" u="none" strike="noStrike" kern="1200" cap="none" spc="0" normalizeH="0" baseline="0" noProof="0" dirty="0">
                          <a:ln>
                            <a:noFill/>
                          </a:ln>
                          <a:solidFill>
                            <a:schemeClr val="accent1"/>
                          </a:solidFill>
                          <a:effectLst/>
                          <a:uLnTx/>
                          <a:uFillTx/>
                          <a:latin typeface="Lucida Console" panose="020B0609040504020204" pitchFamily="49" charset="0"/>
                          <a:ea typeface="+mn-ea"/>
                          <a:cs typeface="+mn-cs"/>
                        </a:rPr>
                        <a:t>Label</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mn-cs"/>
                        </a:rPr>
                        <a:t> </a:t>
                      </a:r>
                      <a:r>
                        <a:rPr kumimoji="0" lang="en-US" sz="1600" b="0" i="0" u="none" strike="noStrike" kern="1200" cap="none" spc="0" normalizeH="0" baseline="0" noProof="0" dirty="0">
                          <a:ln>
                            <a:noFill/>
                          </a:ln>
                          <a:solidFill>
                            <a:srgbClr val="00BCF2"/>
                          </a:solidFill>
                          <a:effectLst/>
                          <a:uLnTx/>
                          <a:uFillTx/>
                          <a:latin typeface="Lucida Console" panose="020B0609040504020204" pitchFamily="49" charset="0"/>
                          <a:ea typeface="+mn-ea"/>
                          <a:cs typeface="+mn-cs"/>
                        </a:rPr>
                        <a:t>Content</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mn-cs"/>
                        </a:rPr>
                        <a:t>=</a:t>
                      </a:r>
                      <a:r>
                        <a:rPr kumimoji="0" lang="en-US" sz="1600" b="0" i="0" u="none" strike="noStrike" kern="1200" cap="none" spc="0" normalizeH="0" baseline="0" noProof="0" dirty="0">
                          <a:ln>
                            <a:noFill/>
                          </a:ln>
                          <a:solidFill>
                            <a:srgbClr val="FF9349"/>
                          </a:solidFill>
                          <a:effectLst/>
                          <a:uLnTx/>
                          <a:uFillTx/>
                          <a:latin typeface="Lucida Console" panose="020B0609040504020204" pitchFamily="49" charset="0"/>
                          <a:ea typeface="+mn-ea"/>
                          <a:cs typeface="+mn-cs"/>
                        </a:rPr>
                        <a:t>"Label“ </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mn-cs"/>
                        </a:rPr>
                        <a:t>/&gt;</a:t>
                      </a:r>
                      <a:endParaRPr kumimoji="0" lang="en-AU"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mn-cs"/>
                      </a:endParaRPr>
                    </a:p>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505050">
                            <a:lumMod val="40000"/>
                            <a:lumOff val="60000"/>
                          </a:srgbClr>
                        </a:solidFill>
                        <a:effectLst/>
                        <a:uLnTx/>
                        <a:uFillTx/>
                        <a:latin typeface="Arial Nova" panose="020B0504020202020204" pitchFamily="34" charset="0"/>
                        <a:ea typeface="+mn-ea"/>
                        <a:cs typeface="+mn-cs"/>
                      </a:endParaRPr>
                    </a:p>
                  </a:txBody>
                  <a:tcPr marL="18288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2F2F2F"/>
                    </a:solidFill>
                  </a:tcPr>
                </a:tc>
                <a:extLst>
                  <a:ext uri="{0D108BD9-81ED-4DB2-BD59-A6C34878D82A}">
                    <a16:rowId xmlns:a16="http://schemas.microsoft.com/office/drawing/2014/main" val="3621516204"/>
                  </a:ext>
                </a:extLst>
              </a:tr>
            </a:tbl>
          </a:graphicData>
        </a:graphic>
      </p:graphicFrame>
      <p:pic>
        <p:nvPicPr>
          <p:cNvPr id="4" name="Picture 3">
            <a:extLst>
              <a:ext uri="{FF2B5EF4-FFF2-40B4-BE49-F238E27FC236}">
                <a16:creationId xmlns:a16="http://schemas.microsoft.com/office/drawing/2014/main" id="{3865290E-DF30-4F6E-816A-4C7489857D3B}"/>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855445" y="1905000"/>
            <a:ext cx="995517" cy="335567"/>
          </a:xfrm>
          <a:prstGeom prst="rect">
            <a:avLst/>
          </a:prstGeom>
        </p:spPr>
      </p:pic>
      <p:pic>
        <p:nvPicPr>
          <p:cNvPr id="5" name="Picture 4">
            <a:extLst>
              <a:ext uri="{FF2B5EF4-FFF2-40B4-BE49-F238E27FC236}">
                <a16:creationId xmlns:a16="http://schemas.microsoft.com/office/drawing/2014/main" id="{F3ED68D2-59BC-48EE-9EEF-721A02AECC7F}"/>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855446" y="2510255"/>
            <a:ext cx="995516" cy="243584"/>
          </a:xfrm>
          <a:prstGeom prst="rect">
            <a:avLst/>
          </a:prstGeom>
        </p:spPr>
      </p:pic>
      <p:pic>
        <p:nvPicPr>
          <p:cNvPr id="6" name="Picture 5">
            <a:extLst>
              <a:ext uri="{FF2B5EF4-FFF2-40B4-BE49-F238E27FC236}">
                <a16:creationId xmlns:a16="http://schemas.microsoft.com/office/drawing/2014/main" id="{43E2B70A-B646-4F69-A910-1E5F5C5852D1}"/>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855446" y="3305304"/>
            <a:ext cx="995516" cy="276096"/>
          </a:xfrm>
          <a:prstGeom prst="rect">
            <a:avLst/>
          </a:prstGeom>
        </p:spPr>
      </p:pic>
      <p:pic>
        <p:nvPicPr>
          <p:cNvPr id="7" name="Picture 6">
            <a:extLst>
              <a:ext uri="{FF2B5EF4-FFF2-40B4-BE49-F238E27FC236}">
                <a16:creationId xmlns:a16="http://schemas.microsoft.com/office/drawing/2014/main" id="{FC4F4119-C076-45B2-984E-45588BE5EA9F}"/>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848408" y="4202273"/>
            <a:ext cx="1009592" cy="290948"/>
          </a:xfrm>
          <a:prstGeom prst="rect">
            <a:avLst/>
          </a:prstGeom>
        </p:spPr>
      </p:pic>
      <p:pic>
        <p:nvPicPr>
          <p:cNvPr id="8" name="Picture 7">
            <a:extLst>
              <a:ext uri="{FF2B5EF4-FFF2-40B4-BE49-F238E27FC236}">
                <a16:creationId xmlns:a16="http://schemas.microsoft.com/office/drawing/2014/main" id="{901273C8-C785-497D-A0FB-FC2A412EEB2B}"/>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5855445" y="4834065"/>
            <a:ext cx="995517" cy="243584"/>
          </a:xfrm>
          <a:prstGeom prst="rect">
            <a:avLst/>
          </a:prstGeom>
        </p:spPr>
      </p:pic>
      <p:graphicFrame>
        <p:nvGraphicFramePr>
          <p:cNvPr id="9" name="Object 8">
            <a:extLst>
              <a:ext uri="{FF2B5EF4-FFF2-40B4-BE49-F238E27FC236}">
                <a16:creationId xmlns:a16="http://schemas.microsoft.com/office/drawing/2014/main" id="{F36AC066-55A0-40CC-AAF4-88C0BA3CA0FB}"/>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572664111"/>
              </p:ext>
            </p:extLst>
          </p:nvPr>
        </p:nvGraphicFramePr>
        <p:xfrm>
          <a:off x="5845010" y="5577027"/>
          <a:ext cx="995517" cy="254059"/>
        </p:xfrm>
        <a:graphic>
          <a:graphicData uri="http://schemas.openxmlformats.org/presentationml/2006/ole">
            <mc:AlternateContent xmlns:mc="http://schemas.openxmlformats.org/markup-compatibility/2006">
              <mc:Choice xmlns:v="urn:schemas-microsoft-com:vml" Requires="v">
                <p:oleObj name="Bitmap Image" r:id="rId9" imgW="838080" imgH="200160" progId="Paint.Picture">
                  <p:embed/>
                </p:oleObj>
              </mc:Choice>
              <mc:Fallback>
                <p:oleObj name="Bitmap Image" r:id="rId9" imgW="838080" imgH="200160" progId="Paint.Picture">
                  <p:embed/>
                  <p:pic>
                    <p:nvPicPr>
                      <p:cNvPr id="9" name="Object 8">
                        <a:extLst>
                          <a:ext uri="{FF2B5EF4-FFF2-40B4-BE49-F238E27FC236}">
                            <a16:creationId xmlns:a16="http://schemas.microsoft.com/office/drawing/2014/main" id="{F36AC066-55A0-40CC-AAF4-88C0BA3CA0FB}"/>
                          </a:ext>
                          <a:ext uri="{C183D7F6-B498-43B3-948B-1728B52AA6E4}">
                            <adec:decorative xmlns:adec="http://schemas.microsoft.com/office/drawing/2017/decorative" val="1"/>
                          </a:ext>
                        </a:extLst>
                      </p:cNvPr>
                      <p:cNvPicPr/>
                      <p:nvPr/>
                    </p:nvPicPr>
                    <p:blipFill>
                      <a:blip r:embed="rId10"/>
                      <a:stretch>
                        <a:fillRect/>
                      </a:stretch>
                    </p:blipFill>
                    <p:spPr>
                      <a:xfrm>
                        <a:off x="5845010" y="5577027"/>
                        <a:ext cx="995517" cy="254059"/>
                      </a:xfrm>
                      <a:prstGeom prst="rect">
                        <a:avLst/>
                      </a:prstGeom>
                    </p:spPr>
                  </p:pic>
                </p:oleObj>
              </mc:Fallback>
            </mc:AlternateContent>
          </a:graphicData>
        </a:graphic>
      </p:graphicFrame>
    </p:spTree>
    <p:custDataLst>
      <p:tags r:id="rId1"/>
    </p:custDataLst>
    <p:extLst>
      <p:ext uri="{BB962C8B-B14F-4D97-AF65-F5344CB8AC3E}">
        <p14:creationId xmlns:p14="http://schemas.microsoft.com/office/powerpoint/2010/main" val="2821449364"/>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276763AC-E01B-45D0-806A-1F2948DFF0A8}"/>
              </a:ext>
            </a:extLst>
          </p:cNvPr>
          <p:cNvSpPr>
            <a:spLocks noGrp="1"/>
          </p:cNvSpPr>
          <p:nvPr>
            <p:ph type="title"/>
          </p:nvPr>
        </p:nvSpPr>
        <p:spPr/>
        <p:txBody>
          <a:bodyPr/>
          <a:lstStyle/>
          <a:p>
            <a:r>
              <a:rPr lang="en-US" dirty="0"/>
              <a:t>Advanced / Grouping GUI controls</a:t>
            </a:r>
          </a:p>
        </p:txBody>
      </p:sp>
      <p:graphicFrame>
        <p:nvGraphicFramePr>
          <p:cNvPr id="32" name="Tabelle 31">
            <a:extLst>
              <a:ext uri="{FF2B5EF4-FFF2-40B4-BE49-F238E27FC236}">
                <a16:creationId xmlns:a16="http://schemas.microsoft.com/office/drawing/2014/main" id="{8C19BFBA-5CA7-48D2-87DA-8887B57D2B56}"/>
              </a:ext>
            </a:extLst>
          </p:cNvPr>
          <p:cNvGraphicFramePr>
            <a:graphicFrameLocks noGrp="1"/>
          </p:cNvGraphicFramePr>
          <p:nvPr>
            <p:extLst>
              <p:ext uri="{D42A27DB-BD31-4B8C-83A1-F6EECF244321}">
                <p14:modId xmlns:p14="http://schemas.microsoft.com/office/powerpoint/2010/main" val="2600606695"/>
              </p:ext>
            </p:extLst>
          </p:nvPr>
        </p:nvGraphicFramePr>
        <p:xfrm>
          <a:off x="655638" y="1408113"/>
          <a:ext cx="10880724" cy="4989674"/>
        </p:xfrm>
        <a:graphic>
          <a:graphicData uri="http://schemas.openxmlformats.org/drawingml/2006/table">
            <a:tbl>
              <a:tblPr firstRow="1" bandRow="1">
                <a:tableStyleId>{5C22544A-7EE6-4342-B048-85BDC9FD1C3A}</a:tableStyleId>
              </a:tblPr>
              <a:tblGrid>
                <a:gridCol w="1782762">
                  <a:extLst>
                    <a:ext uri="{9D8B030D-6E8A-4147-A177-3AD203B41FA5}">
                      <a16:colId xmlns:a16="http://schemas.microsoft.com/office/drawing/2014/main" val="2303989485"/>
                    </a:ext>
                  </a:extLst>
                </a:gridCol>
                <a:gridCol w="2895600">
                  <a:extLst>
                    <a:ext uri="{9D8B030D-6E8A-4147-A177-3AD203B41FA5}">
                      <a16:colId xmlns:a16="http://schemas.microsoft.com/office/drawing/2014/main" val="2212786589"/>
                    </a:ext>
                  </a:extLst>
                </a:gridCol>
                <a:gridCol w="1981200">
                  <a:extLst>
                    <a:ext uri="{9D8B030D-6E8A-4147-A177-3AD203B41FA5}">
                      <a16:colId xmlns:a16="http://schemas.microsoft.com/office/drawing/2014/main" val="3131118425"/>
                    </a:ext>
                  </a:extLst>
                </a:gridCol>
                <a:gridCol w="4221162">
                  <a:extLst>
                    <a:ext uri="{9D8B030D-6E8A-4147-A177-3AD203B41FA5}">
                      <a16:colId xmlns:a16="http://schemas.microsoft.com/office/drawing/2014/main" val="1480192593"/>
                    </a:ext>
                  </a:extLst>
                </a:gridCol>
              </a:tblGrid>
              <a:tr h="323855">
                <a:tc>
                  <a:txBody>
                    <a:bodyPr/>
                    <a:lstStyle/>
                    <a:p>
                      <a:r>
                        <a:rPr lang="en-US" sz="1600" dirty="0">
                          <a:solidFill>
                            <a:schemeClr val="tx1"/>
                          </a:solidFill>
                        </a:rPr>
                        <a:t>Element</a:t>
                      </a:r>
                    </a:p>
                  </a:txBody>
                  <a:tcPr marL="182880" marR="18288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r>
                        <a:rPr lang="en-US" sz="1600" b="1" kern="1200" dirty="0">
                          <a:solidFill>
                            <a:schemeClr val="tx1"/>
                          </a:solidFill>
                          <a:latin typeface="+mn-lt"/>
                          <a:ea typeface="+mn-ea"/>
                          <a:cs typeface="+mn-cs"/>
                        </a:rPr>
                        <a:t>Use Case</a:t>
                      </a:r>
                    </a:p>
                  </a:txBody>
                  <a:tcPr marL="182880" marR="1828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n-US" sz="1600" b="1" kern="1200" dirty="0">
                          <a:solidFill>
                            <a:schemeClr val="tx1"/>
                          </a:solidFill>
                          <a:latin typeface="+mn-lt"/>
                          <a:ea typeface="+mn-ea"/>
                          <a:cs typeface="+mn-cs"/>
                        </a:rPr>
                        <a:t>Visual Control</a:t>
                      </a:r>
                    </a:p>
                  </a:txBody>
                  <a:tcPr marL="182880" marR="1828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t>XAML Sample</a:t>
                      </a:r>
                    </a:p>
                  </a:txBody>
                  <a:tcPr marL="18288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2F2F2F"/>
                    </a:solidFill>
                  </a:tcPr>
                </a:tc>
                <a:extLst>
                  <a:ext uri="{0D108BD9-81ED-4DB2-BD59-A6C34878D82A}">
                    <a16:rowId xmlns:a16="http://schemas.microsoft.com/office/drawing/2014/main" val="2656402315"/>
                  </a:ext>
                </a:extLst>
              </a:tr>
              <a:tr h="942124">
                <a:tc>
                  <a:txBody>
                    <a:bodyPr/>
                    <a:lstStyle/>
                    <a:p>
                      <a:pPr marL="0" algn="l" fontAlgn="b"/>
                      <a:r>
                        <a:rPr lang="en-AU" sz="1600" b="1" kern="1200" dirty="0" err="1">
                          <a:solidFill>
                            <a:schemeClr val="tx1">
                              <a:lumMod val="50000"/>
                            </a:schemeClr>
                          </a:solidFill>
                          <a:latin typeface="Segoe UI"/>
                          <a:ea typeface="+mn-ea"/>
                          <a:cs typeface="Segoe UI Light"/>
                        </a:rPr>
                        <a:t>TabControl</a:t>
                      </a:r>
                      <a:endParaRPr lang="en-AU" sz="1600" b="1" kern="1200" dirty="0">
                        <a:solidFill>
                          <a:schemeClr val="tx1">
                            <a:lumMod val="50000"/>
                          </a:schemeClr>
                        </a:solidFill>
                        <a:latin typeface="Segoe UI"/>
                        <a:ea typeface="+mn-ea"/>
                        <a:cs typeface="Segoe UI Light"/>
                      </a:endParaRPr>
                    </a:p>
                  </a:txBody>
                  <a:tcPr marL="182880" marR="9338" marT="9338"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1600" b="0" kern="1200" dirty="0">
                          <a:solidFill>
                            <a:schemeClr val="tx1">
                              <a:lumMod val="50000"/>
                            </a:schemeClr>
                          </a:solidFill>
                          <a:latin typeface="Segoe UI"/>
                          <a:ea typeface="+mn-ea"/>
                          <a:cs typeface="Segoe UI Light"/>
                        </a:rPr>
                        <a:t>Providing multiple tabs to group actions or views together</a:t>
                      </a:r>
                    </a:p>
                  </a:txBody>
                  <a:tcPr marL="9338" marR="9338" marT="933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14400" rtl="0" eaLnBrk="1" latinLnBrk="0" hangingPunct="1"/>
                      <a:endParaRPr lang="en-US" sz="1600" kern="1200" dirty="0">
                        <a:gradFill>
                          <a:gsLst>
                            <a:gs pos="2917">
                              <a:schemeClr val="tx1"/>
                            </a:gs>
                            <a:gs pos="30000">
                              <a:schemeClr val="tx1"/>
                            </a:gs>
                          </a:gsLst>
                          <a:lin ang="5400000" scaled="0"/>
                        </a:gradFill>
                        <a:latin typeface="+mn-lt"/>
                        <a:ea typeface="+mn-ea"/>
                        <a:cs typeface="+mn-cs"/>
                      </a:endParaRPr>
                    </a:p>
                  </a:txBody>
                  <a:tcPr marL="182880" marR="1828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&lt;</a:t>
                      </a:r>
                      <a:r>
                        <a:rPr kumimoji="0" lang="en-US" sz="1600" b="0" i="0" u="none" strike="noStrike" kern="1200" cap="none" spc="0" normalizeH="0" baseline="0" noProof="0" dirty="0" err="1">
                          <a:ln>
                            <a:noFill/>
                          </a:ln>
                          <a:solidFill>
                            <a:schemeClr val="accent1"/>
                          </a:solidFill>
                          <a:effectLst/>
                          <a:uLnTx/>
                          <a:uFillTx/>
                          <a:latin typeface="Lucida Console" panose="020B0609040504020204" pitchFamily="49" charset="0"/>
                          <a:ea typeface="+mn-ea"/>
                          <a:cs typeface="Segoe UI Light" panose="020B0502040204020203" pitchFamily="34" charset="0"/>
                        </a:rPr>
                        <a:t>TabControl</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 &gt;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    &lt;</a:t>
                      </a:r>
                      <a:r>
                        <a:rPr kumimoji="0" lang="en-US" sz="1600" b="0" i="0" u="none" strike="noStrike" kern="1200" cap="none" spc="0" normalizeH="0" baseline="0" noProof="0" dirty="0" err="1">
                          <a:ln>
                            <a:noFill/>
                          </a:ln>
                          <a:solidFill>
                            <a:schemeClr val="accent1"/>
                          </a:solidFill>
                          <a:effectLst/>
                          <a:uLnTx/>
                          <a:uFillTx/>
                          <a:latin typeface="Lucida Console" panose="020B0609040504020204" pitchFamily="49" charset="0"/>
                          <a:ea typeface="+mn-ea"/>
                          <a:cs typeface="Segoe UI Light" panose="020B0502040204020203" pitchFamily="34" charset="0"/>
                        </a:rPr>
                        <a:t>TabItem</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 </a:t>
                      </a:r>
                      <a:r>
                        <a:rPr kumimoji="0" lang="en-US" sz="1600" b="0" i="0" u="none" strike="noStrike" kern="1200" cap="none" spc="0" normalizeH="0" baseline="0" noProof="0" dirty="0">
                          <a:ln>
                            <a:noFill/>
                          </a:ln>
                          <a:solidFill>
                            <a:srgbClr val="00BCF2"/>
                          </a:solidFill>
                          <a:effectLst/>
                          <a:uLnTx/>
                          <a:uFillTx/>
                          <a:latin typeface="Lucida Console" panose="020B0609040504020204" pitchFamily="49" charset="0"/>
                          <a:ea typeface="+mn-ea"/>
                          <a:cs typeface="Segoe UI Light" panose="020B0502040204020203" pitchFamily="34" charset="0"/>
                        </a:rPr>
                        <a:t>Header</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a:t>
                      </a:r>
                      <a:r>
                        <a:rPr kumimoji="0" lang="en-US" sz="1600" b="0" i="0" u="none" strike="noStrike" kern="1200" cap="none" spc="0" normalizeH="0" baseline="0" noProof="0" dirty="0">
                          <a:ln>
                            <a:noFill/>
                          </a:ln>
                          <a:solidFill>
                            <a:srgbClr val="FF9349"/>
                          </a:solidFill>
                          <a:effectLst/>
                          <a:uLnTx/>
                          <a:uFillTx/>
                          <a:latin typeface="Lucida Console" panose="020B0609040504020204" pitchFamily="49" charset="0"/>
                          <a:ea typeface="+mn-ea"/>
                          <a:cs typeface="Segoe UI Light" panose="020B0502040204020203" pitchFamily="34" charset="0"/>
                        </a:rPr>
                        <a:t>"Tab1"</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&gt;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    &lt;/</a:t>
                      </a:r>
                      <a:r>
                        <a:rPr kumimoji="0" lang="en-US" sz="1600" b="0" i="0" u="none" strike="noStrike" kern="1200" cap="none" spc="0" normalizeH="0" baseline="0" noProof="0" dirty="0" err="1">
                          <a:ln>
                            <a:noFill/>
                          </a:ln>
                          <a:solidFill>
                            <a:schemeClr val="accent1"/>
                          </a:solidFill>
                          <a:effectLst/>
                          <a:uLnTx/>
                          <a:uFillTx/>
                          <a:latin typeface="Lucida Console" panose="020B0609040504020204" pitchFamily="49" charset="0"/>
                          <a:ea typeface="+mn-ea"/>
                          <a:cs typeface="Segoe UI Light" panose="020B0502040204020203" pitchFamily="34" charset="0"/>
                        </a:rPr>
                        <a:t>TabItem</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&gt;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&lt;/</a:t>
                      </a:r>
                      <a:r>
                        <a:rPr kumimoji="0" lang="en-US" sz="1600" b="0" i="0" u="none" strike="noStrike" kern="1200" cap="none" spc="0" normalizeH="0" baseline="0" noProof="0" dirty="0" err="1">
                          <a:ln>
                            <a:noFill/>
                          </a:ln>
                          <a:solidFill>
                            <a:schemeClr val="accent1"/>
                          </a:solidFill>
                          <a:effectLst/>
                          <a:uLnTx/>
                          <a:uFillTx/>
                          <a:latin typeface="Lucida Console" panose="020B0609040504020204" pitchFamily="49" charset="0"/>
                          <a:ea typeface="+mn-ea"/>
                          <a:cs typeface="Segoe UI Light" panose="020B0502040204020203" pitchFamily="34" charset="0"/>
                        </a:rPr>
                        <a:t>TabControl</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&gt; </a:t>
                      </a:r>
                    </a:p>
                  </a:txBody>
                  <a:tcPr marL="18288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2F2F2F"/>
                    </a:solidFill>
                  </a:tcPr>
                </a:tc>
                <a:extLst>
                  <a:ext uri="{0D108BD9-81ED-4DB2-BD59-A6C34878D82A}">
                    <a16:rowId xmlns:a16="http://schemas.microsoft.com/office/drawing/2014/main" val="760093579"/>
                  </a:ext>
                </a:extLst>
              </a:tr>
              <a:tr h="1183407">
                <a:tc>
                  <a:txBody>
                    <a:bodyPr/>
                    <a:lstStyle/>
                    <a:p>
                      <a:pPr marL="0" algn="l" fontAlgn="b"/>
                      <a:r>
                        <a:rPr lang="en-AU" sz="1600" b="1" kern="1200" dirty="0" err="1">
                          <a:solidFill>
                            <a:schemeClr val="tx1">
                              <a:lumMod val="50000"/>
                            </a:schemeClr>
                          </a:solidFill>
                          <a:latin typeface="Segoe UI"/>
                          <a:ea typeface="+mn-ea"/>
                          <a:cs typeface="Segoe UI Light"/>
                        </a:rPr>
                        <a:t>ComboBox</a:t>
                      </a:r>
                      <a:endParaRPr lang="en-AU" sz="1600" b="1" kern="1200" dirty="0">
                        <a:solidFill>
                          <a:schemeClr val="tx1">
                            <a:lumMod val="50000"/>
                          </a:schemeClr>
                        </a:solidFill>
                        <a:latin typeface="Segoe UI"/>
                        <a:ea typeface="+mn-ea"/>
                        <a:cs typeface="Segoe UI Light"/>
                      </a:endParaRPr>
                    </a:p>
                  </a:txBody>
                  <a:tcPr marL="182880" marR="5955" marT="595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AU" sz="1600" b="0" kern="1200" dirty="0">
                          <a:solidFill>
                            <a:schemeClr val="tx1">
                              <a:lumMod val="50000"/>
                            </a:schemeClr>
                          </a:solidFill>
                          <a:latin typeface="Segoe UI"/>
                          <a:ea typeface="+mn-ea"/>
                          <a:cs typeface="Segoe UI Light"/>
                        </a:rPr>
                        <a:t>Selecting a single option from multiple choice</a:t>
                      </a:r>
                      <a:br>
                        <a:rPr lang="en-AU" sz="1600" b="0" kern="1200" dirty="0">
                          <a:solidFill>
                            <a:srgbClr val="000000"/>
                          </a:solidFill>
                          <a:latin typeface="Segoe UI"/>
                          <a:ea typeface="+mn-ea"/>
                          <a:cs typeface="Segoe UI Light"/>
                        </a:rPr>
                      </a:br>
                      <a:r>
                        <a:rPr lang="en-AU" sz="1600" b="0" kern="1200" dirty="0">
                          <a:solidFill>
                            <a:schemeClr val="tx1">
                              <a:lumMod val="50000"/>
                            </a:schemeClr>
                          </a:solidFill>
                          <a:latin typeface="Segoe UI"/>
                          <a:ea typeface="+mn-ea"/>
                          <a:cs typeface="Segoe UI Light"/>
                        </a:rPr>
                        <a:t>Make all options visible when selecting and hide again on select</a:t>
                      </a:r>
                    </a:p>
                  </a:txBody>
                  <a:tcPr marL="5955" marR="5955" marT="59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endParaRPr lang="en-US" sz="1600" kern="1200" dirty="0">
                        <a:gradFill>
                          <a:gsLst>
                            <a:gs pos="2917">
                              <a:schemeClr val="tx1"/>
                            </a:gs>
                            <a:gs pos="30000">
                              <a:schemeClr val="tx1"/>
                            </a:gs>
                          </a:gsLst>
                          <a:lin ang="5400000" scaled="0"/>
                        </a:gradFill>
                        <a:latin typeface="+mn-lt"/>
                        <a:ea typeface="+mn-ea"/>
                        <a:cs typeface="+mn-cs"/>
                      </a:endParaRPr>
                    </a:p>
                  </a:txBody>
                  <a:tcPr marL="182880" marR="1828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&lt;</a:t>
                      </a:r>
                      <a:r>
                        <a:rPr kumimoji="0" lang="en-US" sz="1600" b="0" i="0" u="none" strike="noStrike" kern="1200" cap="none" spc="0" normalizeH="0" baseline="0" noProof="0" dirty="0" err="1">
                          <a:ln>
                            <a:noFill/>
                          </a:ln>
                          <a:solidFill>
                            <a:schemeClr val="accent1"/>
                          </a:solidFill>
                          <a:effectLst/>
                          <a:uLnTx/>
                          <a:uFillTx/>
                          <a:latin typeface="Lucida Console" panose="020B0609040504020204" pitchFamily="49" charset="0"/>
                          <a:ea typeface="+mn-ea"/>
                          <a:cs typeface="Segoe UI Light" panose="020B0502040204020203" pitchFamily="34" charset="0"/>
                        </a:rPr>
                        <a:t>ComboBox</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 </a:t>
                      </a:r>
                      <a:r>
                        <a:rPr kumimoji="0" lang="en-US" sz="1600" b="0" i="0" u="none" strike="noStrike" kern="1200" cap="none" spc="0" normalizeH="0" baseline="0" noProof="0" dirty="0">
                          <a:ln>
                            <a:noFill/>
                          </a:ln>
                          <a:solidFill>
                            <a:srgbClr val="00BCF2"/>
                          </a:solidFill>
                          <a:effectLst/>
                          <a:uLnTx/>
                          <a:uFillTx/>
                          <a:latin typeface="Lucida Console" panose="020B0609040504020204" pitchFamily="49" charset="0"/>
                          <a:ea typeface="+mn-ea"/>
                          <a:cs typeface="Segoe UI Light" panose="020B0502040204020203" pitchFamily="34" charset="0"/>
                        </a:rPr>
                        <a:t>Width</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a:t>
                      </a:r>
                      <a:r>
                        <a:rPr kumimoji="0" lang="en-US" sz="1600" b="0" i="0" u="none" strike="noStrike" kern="1200" cap="none" spc="0" normalizeH="0" baseline="0" noProof="0" dirty="0">
                          <a:ln>
                            <a:noFill/>
                          </a:ln>
                          <a:solidFill>
                            <a:srgbClr val="FF9349"/>
                          </a:solidFill>
                          <a:effectLst/>
                          <a:uLnTx/>
                          <a:uFillTx/>
                          <a:latin typeface="Lucida Console" panose="020B0609040504020204" pitchFamily="49" charset="0"/>
                          <a:ea typeface="+mn-ea"/>
                          <a:cs typeface="Segoe UI Light" panose="020B0502040204020203" pitchFamily="34" charset="0"/>
                        </a:rPr>
                        <a:t>"180"</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&gt;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    &lt;</a:t>
                      </a:r>
                      <a:r>
                        <a:rPr kumimoji="0" lang="en-US" sz="1600" b="0" i="0" u="none" strike="noStrike" kern="1200" cap="none" spc="0" normalizeH="0" baseline="0" noProof="0" dirty="0" err="1">
                          <a:ln>
                            <a:noFill/>
                          </a:ln>
                          <a:solidFill>
                            <a:schemeClr val="accent1"/>
                          </a:solidFill>
                          <a:effectLst/>
                          <a:uLnTx/>
                          <a:uFillTx/>
                          <a:latin typeface="Lucida Console" panose="020B0609040504020204" pitchFamily="49" charset="0"/>
                          <a:ea typeface="+mn-ea"/>
                          <a:cs typeface="Segoe UI Light" panose="020B0502040204020203" pitchFamily="34" charset="0"/>
                        </a:rPr>
                        <a:t>ComboBoxItem</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 </a:t>
                      </a:r>
                      <a:r>
                        <a:rPr kumimoji="0" lang="en-US" sz="1600" b="0" i="0" u="none" strike="noStrike" kern="1200" cap="none" spc="0" normalizeH="0" baseline="0" noProof="0" dirty="0">
                          <a:ln>
                            <a:noFill/>
                          </a:ln>
                          <a:solidFill>
                            <a:srgbClr val="00BCF2"/>
                          </a:solidFill>
                          <a:effectLst/>
                          <a:uLnTx/>
                          <a:uFillTx/>
                          <a:latin typeface="Lucida Console" panose="020B0609040504020204" pitchFamily="49" charset="0"/>
                          <a:ea typeface="+mn-ea"/>
                          <a:cs typeface="Segoe UI Light" panose="020B0502040204020203" pitchFamily="34" charset="0"/>
                        </a:rPr>
                        <a:t>Content</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a:t>
                      </a:r>
                      <a:r>
                        <a:rPr kumimoji="0" lang="en-US" sz="1600" b="0" i="0" u="none" strike="noStrike" kern="1200" cap="none" spc="0" normalizeH="0" baseline="0" noProof="0" dirty="0">
                          <a:ln>
                            <a:noFill/>
                          </a:ln>
                          <a:solidFill>
                            <a:srgbClr val="FF9349"/>
                          </a:solidFill>
                          <a:effectLst/>
                          <a:uLnTx/>
                          <a:uFillTx/>
                          <a:latin typeface="Lucida Console" panose="020B0609040504020204" pitchFamily="49" charset="0"/>
                          <a:ea typeface="+mn-ea"/>
                          <a:cs typeface="Segoe UI Light" panose="020B0502040204020203" pitchFamily="34" charset="0"/>
                        </a:rPr>
                        <a:t>"item1"</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/&gt;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&lt;/</a:t>
                      </a:r>
                      <a:r>
                        <a:rPr kumimoji="0" lang="en-US" sz="1600" b="0" i="0" u="none" strike="noStrike" kern="1200" cap="none" spc="0" normalizeH="0" baseline="0" noProof="0" dirty="0" err="1">
                          <a:ln>
                            <a:noFill/>
                          </a:ln>
                          <a:solidFill>
                            <a:schemeClr val="accent1"/>
                          </a:solidFill>
                          <a:effectLst/>
                          <a:uLnTx/>
                          <a:uFillTx/>
                          <a:latin typeface="Lucida Console" panose="020B0609040504020204" pitchFamily="49" charset="0"/>
                          <a:ea typeface="+mn-ea"/>
                          <a:cs typeface="Segoe UI Light" panose="020B0502040204020203" pitchFamily="34" charset="0"/>
                        </a:rPr>
                        <a:t>ComboBox</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&gt;</a:t>
                      </a:r>
                    </a:p>
                  </a:txBody>
                  <a:tcPr marL="18288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rgbClr val="2F2F2F"/>
                    </a:solidFill>
                  </a:tcPr>
                </a:tc>
                <a:extLst>
                  <a:ext uri="{0D108BD9-81ED-4DB2-BD59-A6C34878D82A}">
                    <a16:rowId xmlns:a16="http://schemas.microsoft.com/office/drawing/2014/main" val="2040635272"/>
                  </a:ext>
                </a:extLst>
              </a:tr>
              <a:tr h="947876">
                <a:tc>
                  <a:txBody>
                    <a:bodyPr/>
                    <a:lstStyle/>
                    <a:p>
                      <a:pPr marL="0" algn="l" fontAlgn="b"/>
                      <a:r>
                        <a:rPr lang="en-AU" sz="1600" b="1" kern="1200" dirty="0" err="1">
                          <a:solidFill>
                            <a:schemeClr val="tx1">
                              <a:lumMod val="50000"/>
                            </a:schemeClr>
                          </a:solidFill>
                          <a:latin typeface="Segoe UI"/>
                          <a:ea typeface="+mn-ea"/>
                          <a:cs typeface="Segoe UI Light"/>
                        </a:rPr>
                        <a:t>StackPanel</a:t>
                      </a:r>
                      <a:endParaRPr lang="en-AU" sz="1600" b="1" kern="1200" dirty="0">
                        <a:solidFill>
                          <a:schemeClr val="tx1">
                            <a:lumMod val="50000"/>
                          </a:schemeClr>
                        </a:solidFill>
                        <a:latin typeface="Segoe UI"/>
                        <a:ea typeface="+mn-ea"/>
                        <a:cs typeface="Segoe UI Light"/>
                      </a:endParaRPr>
                    </a:p>
                  </a:txBody>
                  <a:tcPr marL="182880" marR="5955" marT="595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AU" sz="1600" b="0" kern="1200" dirty="0">
                          <a:solidFill>
                            <a:schemeClr val="tx1">
                              <a:lumMod val="50000"/>
                            </a:schemeClr>
                          </a:solidFill>
                          <a:latin typeface="Segoe UI"/>
                          <a:ea typeface="+mn-ea"/>
                          <a:cs typeface="Segoe UI Light"/>
                        </a:rPr>
                        <a:t>Group object together in a stack</a:t>
                      </a:r>
                      <a:br>
                        <a:rPr lang="en-AU" sz="1600" b="0" kern="1200" dirty="0">
                          <a:solidFill>
                            <a:srgbClr val="000000"/>
                          </a:solidFill>
                          <a:latin typeface="Segoe UI"/>
                          <a:ea typeface="+mn-ea"/>
                          <a:cs typeface="Segoe UI Light"/>
                        </a:rPr>
                      </a:br>
                      <a:r>
                        <a:rPr lang="en-AU" sz="1600" b="0" kern="1200" dirty="0">
                          <a:solidFill>
                            <a:schemeClr val="tx1">
                              <a:lumMod val="50000"/>
                            </a:schemeClr>
                          </a:solidFill>
                          <a:latin typeface="Segoe UI"/>
                          <a:ea typeface="+mn-ea"/>
                          <a:cs typeface="Segoe UI Light"/>
                        </a:rPr>
                        <a:t>A stack of radio buttons can have only 1 selected</a:t>
                      </a:r>
                    </a:p>
                  </a:txBody>
                  <a:tcPr marL="5955" marR="5955" marT="595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endParaRPr lang="en-US" sz="1600" kern="1200" dirty="0">
                        <a:gradFill>
                          <a:gsLst>
                            <a:gs pos="2917">
                              <a:schemeClr val="tx1"/>
                            </a:gs>
                            <a:gs pos="30000">
                              <a:schemeClr val="tx1"/>
                            </a:gs>
                          </a:gsLst>
                          <a:lin ang="5400000" scaled="0"/>
                        </a:gradFill>
                        <a:latin typeface="+mn-lt"/>
                        <a:ea typeface="+mn-ea"/>
                        <a:cs typeface="+mn-cs"/>
                      </a:endParaRPr>
                    </a:p>
                  </a:txBody>
                  <a:tcPr marL="182880" marR="1828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&lt;</a:t>
                      </a:r>
                      <a:r>
                        <a:rPr kumimoji="0" lang="en-US" sz="1600" b="0" i="0" u="none" strike="noStrike" kern="1200" cap="none" spc="0" normalizeH="0" baseline="0" noProof="0" dirty="0" err="1">
                          <a:ln>
                            <a:noFill/>
                          </a:ln>
                          <a:solidFill>
                            <a:schemeClr val="accent1"/>
                          </a:solidFill>
                          <a:effectLst/>
                          <a:uLnTx/>
                          <a:uFillTx/>
                          <a:latin typeface="Lucida Console" panose="020B0609040504020204" pitchFamily="49" charset="0"/>
                          <a:ea typeface="+mn-ea"/>
                          <a:cs typeface="Segoe UI Light" panose="020B0502040204020203" pitchFamily="34" charset="0"/>
                        </a:rPr>
                        <a:t>StackPanel</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&gt;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    &lt;</a:t>
                      </a:r>
                      <a:r>
                        <a:rPr kumimoji="0" lang="en-US" sz="1600" b="0" i="0" u="none" strike="noStrike" kern="1200" cap="none" spc="0" normalizeH="0" baseline="0" noProof="0" dirty="0" err="1">
                          <a:ln>
                            <a:noFill/>
                          </a:ln>
                          <a:solidFill>
                            <a:schemeClr val="accent1"/>
                          </a:solidFill>
                          <a:effectLst/>
                          <a:uLnTx/>
                          <a:uFillTx/>
                          <a:latin typeface="Lucida Console" panose="020B0609040504020204" pitchFamily="49" charset="0"/>
                          <a:ea typeface="+mn-ea"/>
                          <a:cs typeface="Segoe UI Light" panose="020B0502040204020203" pitchFamily="34" charset="0"/>
                        </a:rPr>
                        <a:t>RadioButton</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 </a:t>
                      </a:r>
                      <a:r>
                        <a:rPr kumimoji="0" lang="en-US" sz="1600" b="0" i="0" u="none" strike="noStrike" kern="1200" cap="none" spc="0" normalizeH="0" baseline="0" noProof="0" dirty="0">
                          <a:ln>
                            <a:noFill/>
                          </a:ln>
                          <a:solidFill>
                            <a:srgbClr val="00BCF2"/>
                          </a:solidFill>
                          <a:effectLst/>
                          <a:uLnTx/>
                          <a:uFillTx/>
                          <a:latin typeface="Lucida Console" panose="020B0609040504020204" pitchFamily="49" charset="0"/>
                          <a:ea typeface="+mn-ea"/>
                          <a:cs typeface="Segoe UI Light" panose="020B0502040204020203" pitchFamily="34" charset="0"/>
                        </a:rPr>
                        <a:t>Content</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a:t>
                      </a:r>
                      <a:r>
                        <a:rPr kumimoji="0" lang="en-US" sz="1600" b="0" i="0" u="none" strike="noStrike" kern="1200" cap="none" spc="0" normalizeH="0" baseline="0" noProof="0" dirty="0">
                          <a:ln>
                            <a:noFill/>
                          </a:ln>
                          <a:solidFill>
                            <a:srgbClr val="FF9349"/>
                          </a:solidFill>
                          <a:effectLst/>
                          <a:uLnTx/>
                          <a:uFillTx/>
                          <a:latin typeface="Lucida Console" panose="020B0609040504020204" pitchFamily="49" charset="0"/>
                          <a:ea typeface="+mn-ea"/>
                          <a:cs typeface="Segoe UI Light" panose="020B0502040204020203" pitchFamily="34" charset="0"/>
                        </a:rPr>
                        <a:t>"Tiger"</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/&gt;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&lt;/</a:t>
                      </a:r>
                      <a:r>
                        <a:rPr kumimoji="0" lang="en-US" sz="1600" b="0" i="0" u="none" strike="noStrike" kern="1200" cap="none" spc="0" normalizeH="0" baseline="0" noProof="0" dirty="0" err="1">
                          <a:ln>
                            <a:noFill/>
                          </a:ln>
                          <a:solidFill>
                            <a:schemeClr val="accent1"/>
                          </a:solidFill>
                          <a:effectLst/>
                          <a:uLnTx/>
                          <a:uFillTx/>
                          <a:latin typeface="Lucida Console" panose="020B0609040504020204" pitchFamily="49" charset="0"/>
                          <a:ea typeface="+mn-ea"/>
                          <a:cs typeface="Segoe UI Light" panose="020B0502040204020203" pitchFamily="34" charset="0"/>
                        </a:rPr>
                        <a:t>StackPanel</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&gt; </a:t>
                      </a:r>
                    </a:p>
                  </a:txBody>
                  <a:tcPr marL="18288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rgbClr val="2F2F2F"/>
                    </a:solidFill>
                  </a:tcPr>
                </a:tc>
                <a:extLst>
                  <a:ext uri="{0D108BD9-81ED-4DB2-BD59-A6C34878D82A}">
                    <a16:rowId xmlns:a16="http://schemas.microsoft.com/office/drawing/2014/main" val="981641400"/>
                  </a:ext>
                </a:extLst>
              </a:tr>
              <a:tr h="706593">
                <a:tc>
                  <a:txBody>
                    <a:bodyPr/>
                    <a:lstStyle/>
                    <a:p>
                      <a:pPr marL="0" algn="l" fontAlgn="b"/>
                      <a:r>
                        <a:rPr lang="en-AU" sz="1600" b="1" kern="1200" dirty="0">
                          <a:solidFill>
                            <a:schemeClr val="tx1">
                              <a:lumMod val="50000"/>
                            </a:schemeClr>
                          </a:solidFill>
                          <a:latin typeface="Segoe UI"/>
                          <a:ea typeface="+mn-ea"/>
                          <a:cs typeface="Segoe UI Light"/>
                        </a:rPr>
                        <a:t>Menu</a:t>
                      </a:r>
                    </a:p>
                  </a:txBody>
                  <a:tcPr marL="182880" marR="9524" marT="9524"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AU" sz="1600" b="0" kern="1200" dirty="0">
                          <a:solidFill>
                            <a:schemeClr val="tx1">
                              <a:lumMod val="50000"/>
                            </a:schemeClr>
                          </a:solidFill>
                          <a:latin typeface="Segoe UI"/>
                          <a:ea typeface="+mn-ea"/>
                          <a:cs typeface="Segoe UI Light"/>
                        </a:rPr>
                        <a:t>A menu with event driven triggers when clicked upon</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algn="l" defTabSz="914400" rtl="0" eaLnBrk="1" latinLnBrk="0" hangingPunct="1"/>
                      <a:endParaRPr lang="en-US" sz="1600" kern="1200" dirty="0">
                        <a:gradFill>
                          <a:gsLst>
                            <a:gs pos="2917">
                              <a:schemeClr val="tx1"/>
                            </a:gs>
                            <a:gs pos="30000">
                              <a:schemeClr val="tx1"/>
                            </a:gs>
                          </a:gsLst>
                          <a:lin ang="5400000" scaled="0"/>
                        </a:gradFill>
                        <a:latin typeface="+mn-lt"/>
                        <a:ea typeface="+mn-ea"/>
                        <a:cs typeface="+mn-cs"/>
                      </a:endParaRPr>
                    </a:p>
                  </a:txBody>
                  <a:tcPr marL="182880" marR="1828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&lt;</a:t>
                      </a:r>
                      <a:r>
                        <a:rPr kumimoji="0" lang="en-US" sz="1600" b="0" i="0" u="none" strike="noStrike" kern="1200" cap="none" spc="0" normalizeH="0" baseline="0" noProof="0" dirty="0">
                          <a:ln>
                            <a:noFill/>
                          </a:ln>
                          <a:solidFill>
                            <a:schemeClr val="accent1"/>
                          </a:solidFill>
                          <a:effectLst/>
                          <a:uLnTx/>
                          <a:uFillTx/>
                          <a:latin typeface="Lucida Console" panose="020B0609040504020204" pitchFamily="49" charset="0"/>
                          <a:ea typeface="+mn-ea"/>
                          <a:cs typeface="Segoe UI Light" panose="020B0502040204020203" pitchFamily="34" charset="0"/>
                        </a:rPr>
                        <a:t>Menu</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&gt;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    &lt;</a:t>
                      </a:r>
                      <a:r>
                        <a:rPr kumimoji="0" lang="en-US" sz="1600" b="0" i="0" u="none" strike="noStrike" kern="1200" cap="none" spc="0" normalizeH="0" baseline="0" noProof="0" dirty="0" err="1">
                          <a:ln>
                            <a:noFill/>
                          </a:ln>
                          <a:solidFill>
                            <a:schemeClr val="accent1"/>
                          </a:solidFill>
                          <a:effectLst/>
                          <a:uLnTx/>
                          <a:uFillTx/>
                          <a:latin typeface="Lucida Console" panose="020B0609040504020204" pitchFamily="49" charset="0"/>
                          <a:ea typeface="+mn-ea"/>
                          <a:cs typeface="Segoe UI Light" panose="020B0502040204020203" pitchFamily="34" charset="0"/>
                        </a:rPr>
                        <a:t>MenuItem</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 </a:t>
                      </a:r>
                      <a:r>
                        <a:rPr kumimoji="0" lang="en-US" sz="1600" b="0" i="0" u="none" strike="noStrike" kern="1200" cap="none" spc="0" normalizeH="0" baseline="0" noProof="0" dirty="0">
                          <a:ln>
                            <a:noFill/>
                          </a:ln>
                          <a:solidFill>
                            <a:srgbClr val="00BCF2"/>
                          </a:solidFill>
                          <a:effectLst/>
                          <a:uLnTx/>
                          <a:uFillTx/>
                          <a:latin typeface="Lucida Console" panose="020B0609040504020204" pitchFamily="49" charset="0"/>
                          <a:ea typeface="+mn-ea"/>
                          <a:cs typeface="Segoe UI Light" panose="020B0502040204020203" pitchFamily="34" charset="0"/>
                        </a:rPr>
                        <a:t>Header</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a:t>
                      </a:r>
                      <a:r>
                        <a:rPr kumimoji="0" lang="en-US" sz="1600" b="0" i="0" u="none" strike="noStrike" kern="1200" cap="none" spc="0" normalizeH="0" baseline="0" noProof="0" dirty="0">
                          <a:ln>
                            <a:noFill/>
                          </a:ln>
                          <a:solidFill>
                            <a:srgbClr val="FF9349"/>
                          </a:solidFill>
                          <a:effectLst/>
                          <a:uLnTx/>
                          <a:uFillTx/>
                          <a:latin typeface="Lucida Console" panose="020B0609040504020204" pitchFamily="49" charset="0"/>
                          <a:ea typeface="+mn-ea"/>
                          <a:cs typeface="Segoe UI Light" panose="020B0502040204020203" pitchFamily="34" charset="0"/>
                        </a:rPr>
                        <a:t>"</a:t>
                      </a:r>
                      <a:r>
                        <a:rPr kumimoji="0" lang="en-US" sz="1600" b="0" i="0" u="none" strike="noStrike" kern="1200" cap="none" spc="0" normalizeH="0" baseline="0" noProof="0" dirty="0" err="1">
                          <a:ln>
                            <a:noFill/>
                          </a:ln>
                          <a:solidFill>
                            <a:srgbClr val="FF9349"/>
                          </a:solidFill>
                          <a:effectLst/>
                          <a:uLnTx/>
                          <a:uFillTx/>
                          <a:latin typeface="Lucida Console" panose="020B0609040504020204" pitchFamily="49" charset="0"/>
                          <a:ea typeface="+mn-ea"/>
                          <a:cs typeface="Segoe UI Light" panose="020B0502040204020203" pitchFamily="34" charset="0"/>
                        </a:rPr>
                        <a:t>MenuItem</a:t>
                      </a:r>
                      <a:r>
                        <a:rPr kumimoji="0" lang="en-US" sz="1600" b="0" i="0" u="none" strike="noStrike" kern="1200" cap="none" spc="0" normalizeH="0" baseline="0" noProof="0" dirty="0">
                          <a:ln>
                            <a:noFill/>
                          </a:ln>
                          <a:solidFill>
                            <a:srgbClr val="FF9349"/>
                          </a:solidFill>
                          <a:effectLst/>
                          <a:uLnTx/>
                          <a:uFillTx/>
                          <a:latin typeface="Lucida Console" panose="020B0609040504020204" pitchFamily="49" charset="0"/>
                          <a:ea typeface="+mn-ea"/>
                          <a:cs typeface="Segoe UI Light" panose="020B0502040204020203" pitchFamily="34" charset="0"/>
                        </a:rPr>
                        <a:t>"</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/&gt;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&lt;/</a:t>
                      </a:r>
                      <a:r>
                        <a:rPr kumimoji="0" lang="en-US" sz="1600" b="0" i="0" u="none" strike="noStrike" kern="1200" cap="none" spc="0" normalizeH="0" baseline="0" noProof="0" dirty="0">
                          <a:ln>
                            <a:noFill/>
                          </a:ln>
                          <a:solidFill>
                            <a:schemeClr val="accent1"/>
                          </a:solidFill>
                          <a:effectLst/>
                          <a:uLnTx/>
                          <a:uFillTx/>
                          <a:latin typeface="Lucida Console" panose="020B0609040504020204" pitchFamily="49" charset="0"/>
                          <a:ea typeface="+mn-ea"/>
                          <a:cs typeface="Segoe UI Light" panose="020B0502040204020203" pitchFamily="34" charset="0"/>
                        </a:rPr>
                        <a:t>Menu</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&gt; </a:t>
                      </a:r>
                    </a:p>
                  </a:txBody>
                  <a:tcPr marL="18288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rgbClr val="2F2F2F"/>
                    </a:solidFill>
                  </a:tcPr>
                </a:tc>
                <a:extLst>
                  <a:ext uri="{0D108BD9-81ED-4DB2-BD59-A6C34878D82A}">
                    <a16:rowId xmlns:a16="http://schemas.microsoft.com/office/drawing/2014/main" val="1067290322"/>
                  </a:ext>
                </a:extLst>
              </a:tr>
              <a:tr h="715793">
                <a:tc>
                  <a:txBody>
                    <a:bodyPr/>
                    <a:lstStyle/>
                    <a:p>
                      <a:pPr marL="0" algn="l" fontAlgn="b"/>
                      <a:r>
                        <a:rPr lang="en-AU" sz="1600" b="1" kern="1200" dirty="0" err="1">
                          <a:solidFill>
                            <a:schemeClr val="tx1">
                              <a:lumMod val="50000"/>
                            </a:schemeClr>
                          </a:solidFill>
                          <a:latin typeface="Segoe UI"/>
                          <a:ea typeface="+mn-ea"/>
                          <a:cs typeface="Segoe UI Light"/>
                        </a:rPr>
                        <a:t>DatePicker</a:t>
                      </a:r>
                      <a:endParaRPr lang="en-AU" sz="1600" b="1" kern="1200" dirty="0">
                        <a:solidFill>
                          <a:schemeClr val="tx1">
                            <a:lumMod val="50000"/>
                          </a:schemeClr>
                        </a:solidFill>
                        <a:latin typeface="Segoe UI"/>
                        <a:ea typeface="+mn-ea"/>
                        <a:cs typeface="Segoe UI Light"/>
                      </a:endParaRPr>
                    </a:p>
                  </a:txBody>
                  <a:tcPr marL="182880" marR="9524" marT="9524"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AU" sz="1600" b="0" kern="1200" dirty="0">
                          <a:solidFill>
                            <a:schemeClr val="tx1">
                              <a:lumMod val="50000"/>
                            </a:schemeClr>
                          </a:solidFill>
                          <a:latin typeface="Segoe UI"/>
                          <a:ea typeface="+mn-ea"/>
                          <a:cs typeface="Segoe UI Light"/>
                        </a:rPr>
                        <a:t>Allows to select a date out of a calendar control that displays when clicking the date icon</a:t>
                      </a:r>
                    </a:p>
                  </a:txBody>
                  <a:tcPr marL="9524" marR="9524" marT="952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algn="l" defTabSz="914400" rtl="0" eaLnBrk="1" latinLnBrk="0" hangingPunct="1"/>
                      <a:endParaRPr lang="en-US" sz="1600" kern="1200" dirty="0">
                        <a:gradFill>
                          <a:gsLst>
                            <a:gs pos="2917">
                              <a:schemeClr val="tx1"/>
                            </a:gs>
                            <a:gs pos="30000">
                              <a:schemeClr val="tx1"/>
                            </a:gs>
                          </a:gsLst>
                          <a:lin ang="5400000" scaled="0"/>
                        </a:gradFill>
                        <a:latin typeface="+mn-lt"/>
                        <a:ea typeface="+mn-ea"/>
                        <a:cs typeface="+mn-cs"/>
                      </a:endParaRPr>
                    </a:p>
                  </a:txBody>
                  <a:tcPr marL="182880" marR="1828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&lt;</a:t>
                      </a:r>
                      <a:r>
                        <a:rPr kumimoji="0" lang="en-US" sz="1600" b="0" i="0" u="none" strike="noStrike" kern="1200" cap="none" spc="0" normalizeH="0" baseline="0" noProof="0" dirty="0" err="1">
                          <a:ln>
                            <a:noFill/>
                          </a:ln>
                          <a:solidFill>
                            <a:schemeClr val="accent1"/>
                          </a:solidFill>
                          <a:effectLst/>
                          <a:uLnTx/>
                          <a:uFillTx/>
                          <a:latin typeface="Lucida Console" panose="020B0609040504020204" pitchFamily="49" charset="0"/>
                          <a:ea typeface="+mn-ea"/>
                          <a:cs typeface="Segoe UI Light" panose="020B0502040204020203" pitchFamily="34" charset="0"/>
                        </a:rPr>
                        <a:t>DatePicker</a:t>
                      </a:r>
                      <a:r>
                        <a:rPr kumimoji="0" lang="en-US" sz="1600" b="0" i="0" u="none" strike="noStrike" kern="1200" cap="none" spc="0" normalizeH="0" baseline="0" noProof="0" dirty="0">
                          <a:ln>
                            <a:noFill/>
                          </a:ln>
                          <a:solidFill>
                            <a:srgbClr val="A9A9A9"/>
                          </a:solidFill>
                          <a:effectLst/>
                          <a:uLnTx/>
                          <a:uFillTx/>
                          <a:latin typeface="Lucida Console" panose="020B0609040504020204" pitchFamily="49" charset="0"/>
                          <a:ea typeface="+mn-ea"/>
                          <a:cs typeface="Segoe UI Light" panose="020B0502040204020203" pitchFamily="34" charset="0"/>
                        </a:rPr>
                        <a:t>/&gt; </a:t>
                      </a:r>
                    </a:p>
                  </a:txBody>
                  <a:tcPr marL="18288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rgbClr val="2F2F2F"/>
                    </a:solidFill>
                  </a:tcPr>
                </a:tc>
                <a:extLst>
                  <a:ext uri="{0D108BD9-81ED-4DB2-BD59-A6C34878D82A}">
                    <a16:rowId xmlns:a16="http://schemas.microsoft.com/office/drawing/2014/main" val="4282282216"/>
                  </a:ext>
                </a:extLst>
              </a:tr>
            </a:tbl>
          </a:graphicData>
        </a:graphic>
      </p:graphicFrame>
      <p:pic>
        <p:nvPicPr>
          <p:cNvPr id="10" name="Picture 9">
            <a:extLst>
              <a:ext uri="{FF2B5EF4-FFF2-40B4-BE49-F238E27FC236}">
                <a16:creationId xmlns:a16="http://schemas.microsoft.com/office/drawing/2014/main" id="{6BA705CD-5E07-44D2-9271-B216B8EBC741}"/>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562600" y="1993859"/>
            <a:ext cx="1522847" cy="493324"/>
          </a:xfrm>
          <a:prstGeom prst="rect">
            <a:avLst/>
          </a:prstGeom>
        </p:spPr>
      </p:pic>
      <p:pic>
        <p:nvPicPr>
          <p:cNvPr id="11" name="Picture 10">
            <a:extLst>
              <a:ext uri="{FF2B5EF4-FFF2-40B4-BE49-F238E27FC236}">
                <a16:creationId xmlns:a16="http://schemas.microsoft.com/office/drawing/2014/main" id="{139E644A-1F65-4BCA-9209-FC179BBA6AED}"/>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562600" y="3199333"/>
            <a:ext cx="1522847" cy="405585"/>
          </a:xfrm>
          <a:prstGeom prst="rect">
            <a:avLst/>
          </a:prstGeom>
        </p:spPr>
      </p:pic>
      <p:pic>
        <p:nvPicPr>
          <p:cNvPr id="12" name="Picture 11">
            <a:extLst>
              <a:ext uri="{FF2B5EF4-FFF2-40B4-BE49-F238E27FC236}">
                <a16:creationId xmlns:a16="http://schemas.microsoft.com/office/drawing/2014/main" id="{9FAB9DE0-B6CB-4C88-897D-C166FC6F9FB3}"/>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562600" y="4151219"/>
            <a:ext cx="1522847" cy="493324"/>
          </a:xfrm>
          <a:prstGeom prst="rect">
            <a:avLst/>
          </a:prstGeom>
        </p:spPr>
      </p:pic>
      <p:pic>
        <p:nvPicPr>
          <p:cNvPr id="13" name="Picture 12">
            <a:extLst>
              <a:ext uri="{FF2B5EF4-FFF2-40B4-BE49-F238E27FC236}">
                <a16:creationId xmlns:a16="http://schemas.microsoft.com/office/drawing/2014/main" id="{59A89D49-CA2A-4812-9387-D89884DE1BDB}"/>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562600" y="4954919"/>
            <a:ext cx="1518964" cy="632063"/>
          </a:xfrm>
          <a:prstGeom prst="rect">
            <a:avLst/>
          </a:prstGeom>
        </p:spPr>
      </p:pic>
      <p:pic>
        <p:nvPicPr>
          <p:cNvPr id="14" name="Picture 13">
            <a:extLst>
              <a:ext uri="{FF2B5EF4-FFF2-40B4-BE49-F238E27FC236}">
                <a16:creationId xmlns:a16="http://schemas.microsoft.com/office/drawing/2014/main" id="{00458467-9AAF-4B75-A00B-B03FA9E8B7AA}"/>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5562600" y="5897358"/>
            <a:ext cx="1518964" cy="311451"/>
          </a:xfrm>
          <a:prstGeom prst="rect">
            <a:avLst/>
          </a:prstGeom>
        </p:spPr>
      </p:pic>
    </p:spTree>
    <p:custDataLst>
      <p:tags r:id="rId1"/>
    </p:custDataLst>
    <p:extLst>
      <p:ext uri="{BB962C8B-B14F-4D97-AF65-F5344CB8AC3E}">
        <p14:creationId xmlns:p14="http://schemas.microsoft.com/office/powerpoint/2010/main" val="2713139555"/>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64A22E-2B43-4FC6-AF08-0CDB3F9E9269}"/>
              </a:ext>
            </a:extLst>
          </p:cNvPr>
          <p:cNvSpPr>
            <a:spLocks noGrp="1"/>
          </p:cNvSpPr>
          <p:nvPr>
            <p:ph type="title"/>
          </p:nvPr>
        </p:nvSpPr>
        <p:spPr>
          <a:xfrm>
            <a:off x="367441" y="609600"/>
            <a:ext cx="4352926" cy="2493962"/>
          </a:xfrm>
        </p:spPr>
        <p:txBody>
          <a:bodyPr/>
          <a:lstStyle/>
          <a:p>
            <a:r>
              <a:rPr lang="en-US" dirty="0"/>
              <a:t>Demonstration</a:t>
            </a:r>
          </a:p>
        </p:txBody>
      </p:sp>
      <p:sp>
        <p:nvSpPr>
          <p:cNvPr id="6" name="Text Placeholder 5">
            <a:extLst>
              <a:ext uri="{FF2B5EF4-FFF2-40B4-BE49-F238E27FC236}">
                <a16:creationId xmlns:a16="http://schemas.microsoft.com/office/drawing/2014/main" id="{637E159C-9ACF-48AE-927A-D5FB13695C7F}"/>
              </a:ext>
            </a:extLst>
          </p:cNvPr>
          <p:cNvSpPr>
            <a:spLocks noGrp="1"/>
          </p:cNvSpPr>
          <p:nvPr>
            <p:ph type="body" sz="quarter" idx="10"/>
          </p:nvPr>
        </p:nvSpPr>
        <p:spPr>
          <a:xfrm>
            <a:off x="674099" y="2432845"/>
            <a:ext cx="4352925" cy="2643188"/>
          </a:xfrm>
        </p:spPr>
        <p:txBody>
          <a:bodyPr/>
          <a:lstStyle/>
          <a:p>
            <a:r>
              <a:rPr lang="en-US" dirty="0"/>
              <a:t>Gui Controls using </a:t>
            </a:r>
            <a:r>
              <a:rPr lang="en-US" b="1" dirty="0" err="1"/>
              <a:t>winui</a:t>
            </a:r>
            <a:r>
              <a:rPr lang="en-US" b="1" dirty="0"/>
              <a:t> 2 Gallery</a:t>
            </a:r>
            <a:br>
              <a:rPr lang="en-US" b="1" dirty="0"/>
            </a:br>
            <a:endParaRPr lang="en-US" b="1" dirty="0"/>
          </a:p>
          <a:p>
            <a:r>
              <a:rPr lang="en-US" dirty="0" err="1">
                <a:hlinkClick r:id="rId5"/>
              </a:rPr>
              <a:t>WebUI</a:t>
            </a:r>
            <a:r>
              <a:rPr lang="en-US" dirty="0">
                <a:hlinkClick r:id="rId5"/>
              </a:rPr>
              <a:t> 2 Download</a:t>
            </a:r>
            <a:br>
              <a:rPr lang="en-US" dirty="0"/>
            </a:br>
            <a:endParaRPr lang="en-US" dirty="0"/>
          </a:p>
          <a:p>
            <a:r>
              <a:rPr lang="en-US" dirty="0">
                <a:hlinkClick r:id="rId6"/>
              </a:rPr>
              <a:t>WPF </a:t>
            </a:r>
            <a:r>
              <a:rPr lang="en-US" dirty="0" err="1">
                <a:hlinkClick r:id="rId6"/>
              </a:rPr>
              <a:t>Galery</a:t>
            </a:r>
            <a:r>
              <a:rPr lang="en-US" dirty="0">
                <a:hlinkClick r:id="rId6"/>
              </a:rPr>
              <a:t> Preview</a:t>
            </a:r>
            <a:endParaRPr lang="en-US" dirty="0"/>
          </a:p>
          <a:p>
            <a:endParaRPr lang="en-US" dirty="0"/>
          </a:p>
          <a:p>
            <a:r>
              <a:rPr lang="en-US" dirty="0" err="1">
                <a:hlinkClick r:id="rId7"/>
              </a:rPr>
              <a:t>WinUI</a:t>
            </a:r>
            <a:r>
              <a:rPr lang="en-US" dirty="0">
                <a:hlinkClick r:id="rId7"/>
              </a:rPr>
              <a:t> Gallery GitHub Repository</a:t>
            </a:r>
            <a:endParaRPr lang="en-US" dirty="0"/>
          </a:p>
        </p:txBody>
      </p:sp>
      <p:pic>
        <p:nvPicPr>
          <p:cNvPr id="5" name="Demo 01" descr="A person standing in front of a screen.">
            <a:extLst>
              <a:ext uri="{FF2B5EF4-FFF2-40B4-BE49-F238E27FC236}">
                <a16:creationId xmlns:a16="http://schemas.microsoft.com/office/drawing/2014/main" id="{68538DB6-CF58-4192-94D0-5B13E6E40C3A}"/>
              </a:ext>
            </a:extLst>
          </p:cNvPr>
          <p:cNvPicPr>
            <a:picLocks noGrp="1" noChangeAspect="1"/>
          </p:cNvPicPr>
          <p:nvPr>
            <p:ph type="pic" sz="quarter" idx="15"/>
            <p:custDataLst>
              <p:tags r:id="rId2"/>
            </p:custDataLst>
          </p:nvPr>
        </p:nvPicPr>
        <p:blipFill>
          <a:blip r:embed="rId8" cstate="email">
            <a:extLst>
              <a:ext uri="{28A0092B-C50C-407E-A947-70E740481C1C}">
                <a14:useLocalDpi xmlns:a14="http://schemas.microsoft.com/office/drawing/2010/main"/>
              </a:ext>
            </a:extLst>
          </a:blip>
          <a:srcRect t="5543" b="5543"/>
          <a:stretch>
            <a:fillRect/>
          </a:stretch>
        </p:blipFill>
        <p:spPr>
          <a:prstGeom prst="rect">
            <a:avLst/>
          </a:prstGeom>
        </p:spPr>
      </p:pic>
    </p:spTree>
    <p:custDataLst>
      <p:tags r:id="rId1"/>
    </p:custDataLst>
    <p:extLst>
      <p:ext uri="{BB962C8B-B14F-4D97-AF65-F5344CB8AC3E}">
        <p14:creationId xmlns:p14="http://schemas.microsoft.com/office/powerpoint/2010/main" val="3561447839"/>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sp>
        <p:nvSpPr>
          <p:cNvPr id="15" name="Text Placeholder 14">
            <a:extLst>
              <a:ext uri="{FF2B5EF4-FFF2-40B4-BE49-F238E27FC236}">
                <a16:creationId xmlns:a16="http://schemas.microsoft.com/office/drawing/2014/main" id="{6DAA8F88-5BE5-4DEB-B8E1-CCA52313CEB8}"/>
              </a:ext>
            </a:extLst>
          </p:cNvPr>
          <p:cNvSpPr>
            <a:spLocks noGrp="1"/>
          </p:cNvSpPr>
          <p:nvPr>
            <p:ph type="body" sz="quarter" idx="10"/>
          </p:nvPr>
        </p:nvSpPr>
        <p:spPr/>
        <p:txBody>
          <a:bodyPr/>
          <a:lstStyle/>
          <a:p>
            <a:endParaRPr lang="en-US" dirty="0"/>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prstGeom prst="rect">
            <a:avLst/>
          </a:prstGeom>
        </p:spPr>
      </p:pic>
    </p:spTree>
    <p:custDataLst>
      <p:tags r:id="rId1"/>
    </p:custDataLst>
    <p:extLst>
      <p:ext uri="{BB962C8B-B14F-4D97-AF65-F5344CB8AC3E}">
        <p14:creationId xmlns:p14="http://schemas.microsoft.com/office/powerpoint/2010/main" val="3193363161"/>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C6F63-616D-478D-A91D-8B071350BF64}"/>
              </a:ext>
            </a:extLst>
          </p:cNvPr>
          <p:cNvSpPr>
            <a:spLocks noGrp="1"/>
          </p:cNvSpPr>
          <p:nvPr>
            <p:ph type="title"/>
            <p:custDataLst>
              <p:custData r:id="rId2"/>
            </p:custDataLst>
          </p:nvPr>
        </p:nvSpPr>
        <p:spPr>
          <a:prstGeom prst="rect">
            <a:avLst/>
          </a:prstGeom>
          <a:ln>
            <a:noFill/>
          </a:ln>
        </p:spPr>
        <p:txBody>
          <a:bodyPr wrap="square" anchor="t">
            <a:normAutofit/>
          </a:bodyPr>
          <a:lstStyle/>
          <a:p>
            <a:r>
              <a:rPr lang="en-US" dirty="0"/>
              <a:t>Your first GUI</a:t>
            </a:r>
          </a:p>
        </p:txBody>
      </p:sp>
      <p:pic>
        <p:nvPicPr>
          <p:cNvPr id="7" name="Picture 5">
            <a:extLst>
              <a:ext uri="{FF2B5EF4-FFF2-40B4-BE49-F238E27FC236}">
                <a16:creationId xmlns:a16="http://schemas.microsoft.com/office/drawing/2014/main" id="{33B9B48C-8C13-4A8C-AC57-774FD8F4E6A8}"/>
              </a:ext>
              <a:ext uri="{C183D7F6-B498-43B3-948B-1728B52AA6E4}">
                <adec:decorative xmlns:adec="http://schemas.microsoft.com/office/drawing/2017/decorative" val="1"/>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5333682" y="10"/>
            <a:ext cx="6858000" cy="6861514"/>
          </a:xfrm>
          <a:prstGeom prst="rect">
            <a:avLst/>
          </a:prstGeom>
          <a:noFill/>
        </p:spPr>
      </p:pic>
    </p:spTree>
    <p:custDataLst>
      <p:tags r:id="rId1"/>
    </p:custDataLst>
    <p:extLst>
      <p:ext uri="{BB962C8B-B14F-4D97-AF65-F5344CB8AC3E}">
        <p14:creationId xmlns:p14="http://schemas.microsoft.com/office/powerpoint/2010/main" val="1463064717"/>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EBDFCB-27D6-4164-8974-C60AAF2E72C4}"/>
              </a:ext>
            </a:extLst>
          </p:cNvPr>
          <p:cNvSpPr>
            <a:spLocks noGrp="1"/>
          </p:cNvSpPr>
          <p:nvPr>
            <p:ph type="title"/>
          </p:nvPr>
        </p:nvSpPr>
        <p:spPr/>
        <p:txBody>
          <a:bodyPr/>
          <a:lstStyle/>
          <a:p>
            <a:r>
              <a:rPr lang="en-US"/>
              <a:t>WPF / XAML GUI Workflow</a:t>
            </a:r>
            <a:endParaRPr lang="en-US" dirty="0"/>
          </a:p>
        </p:txBody>
      </p:sp>
      <p:graphicFrame>
        <p:nvGraphicFramePr>
          <p:cNvPr id="4" name="Diagram 3">
            <a:extLst>
              <a:ext uri="{FF2B5EF4-FFF2-40B4-BE49-F238E27FC236}">
                <a16:creationId xmlns:a16="http://schemas.microsoft.com/office/drawing/2014/main" id="{4588EEB5-609F-4C18-B29D-534E1ABBA92C}"/>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2458507027"/>
              </p:ext>
            </p:extLst>
          </p:nvPr>
        </p:nvGraphicFramePr>
        <p:xfrm>
          <a:off x="655638" y="1019174"/>
          <a:ext cx="10880723" cy="481965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2966509842"/>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884FB59-0EC8-40A9-B66F-489E409D30DD}"/>
              </a:ext>
            </a:extLst>
          </p:cNvPr>
          <p:cNvSpPr>
            <a:spLocks noGrp="1"/>
          </p:cNvSpPr>
          <p:nvPr>
            <p:ph type="title"/>
          </p:nvPr>
        </p:nvSpPr>
        <p:spPr>
          <a:prstGeom prst="rect">
            <a:avLst/>
          </a:prstGeom>
          <a:solidFill>
            <a:schemeClr val="bg1"/>
          </a:solidFill>
          <a:ln>
            <a:noFill/>
          </a:ln>
        </p:spPr>
        <p:txBody>
          <a:bodyPr wrap="square" anchor="t">
            <a:normAutofit/>
          </a:bodyPr>
          <a:lstStyle/>
          <a:p>
            <a:r>
              <a:rPr lang="en-US"/>
              <a:t>XAML GUI for PowerShell </a:t>
            </a:r>
            <a:endParaRPr lang="en-US" dirty="0"/>
          </a:p>
        </p:txBody>
      </p:sp>
      <p:graphicFrame>
        <p:nvGraphicFramePr>
          <p:cNvPr id="5" name="Text Placeholder 1">
            <a:extLst>
              <a:ext uri="{FF2B5EF4-FFF2-40B4-BE49-F238E27FC236}">
                <a16:creationId xmlns:a16="http://schemas.microsoft.com/office/drawing/2014/main" id="{215B02D2-68D8-4F9A-AAA8-74C67B8B4AD5}"/>
              </a:ext>
              <a:ext uri="{C183D7F6-B498-43B3-948B-1728B52AA6E4}">
                <adec:decorative xmlns:adec="http://schemas.microsoft.com/office/drawing/2017/decorative" val="1"/>
              </a:ext>
            </a:extLst>
          </p:cNvPr>
          <p:cNvGraphicFramePr>
            <a:graphicFrameLocks noGrp="1"/>
          </p:cNvGraphicFramePr>
          <p:nvPr>
            <p:ph sz="quarter" idx="13"/>
            <p:extLst>
              <p:ext uri="{D42A27DB-BD31-4B8C-83A1-F6EECF244321}">
                <p14:modId xmlns:p14="http://schemas.microsoft.com/office/powerpoint/2010/main" val="4275639253"/>
              </p:ext>
            </p:extLst>
          </p:nvPr>
        </p:nvGraphicFramePr>
        <p:xfrm>
          <a:off x="655638" y="1408113"/>
          <a:ext cx="10880725" cy="4819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434545505"/>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2CD33A1-B3EF-489F-AF08-78558064DC8B}"/>
              </a:ext>
            </a:extLst>
          </p:cNvPr>
          <p:cNvSpPr>
            <a:spLocks noGrp="1"/>
          </p:cNvSpPr>
          <p:nvPr>
            <p:ph type="title"/>
          </p:nvPr>
        </p:nvSpPr>
        <p:spPr/>
        <p:txBody>
          <a:bodyPr/>
          <a:lstStyle/>
          <a:p>
            <a:r>
              <a:rPr lang="en-US"/>
              <a:t>My First GUI - Sample</a:t>
            </a:r>
            <a:endParaRPr lang="en-US" dirty="0"/>
          </a:p>
        </p:txBody>
      </p:sp>
      <p:sp>
        <p:nvSpPr>
          <p:cNvPr id="4" name="Picture Placeholder 3">
            <a:extLst>
              <a:ext uri="{FF2B5EF4-FFF2-40B4-BE49-F238E27FC236}">
                <a16:creationId xmlns:a16="http://schemas.microsoft.com/office/drawing/2014/main" id="{4E0374A3-46AD-4B13-B171-019F2A23034B}"/>
              </a:ext>
            </a:extLst>
          </p:cNvPr>
          <p:cNvSpPr>
            <a:spLocks noGrp="1"/>
          </p:cNvSpPr>
          <p:nvPr>
            <p:ph type="pic" sz="quarter" idx="15"/>
          </p:nvPr>
        </p:nvSpPr>
        <p:spPr/>
        <p:txBody>
          <a:bodyPr/>
          <a:lstStyle/>
          <a:p>
            <a:endParaRPr lang="en-IL"/>
          </a:p>
        </p:txBody>
      </p:sp>
      <p:grpSp>
        <p:nvGrpSpPr>
          <p:cNvPr id="2" name="Group 1">
            <a:extLst>
              <a:ext uri="{FF2B5EF4-FFF2-40B4-BE49-F238E27FC236}">
                <a16:creationId xmlns:a16="http://schemas.microsoft.com/office/drawing/2014/main" id="{2E53EE28-6C52-49DC-8867-D6B81A09CACF}"/>
              </a:ext>
              <a:ext uri="{C183D7F6-B498-43B3-948B-1728B52AA6E4}">
                <adec:decorative xmlns:adec="http://schemas.microsoft.com/office/drawing/2017/decorative" val="1"/>
              </a:ext>
            </a:extLst>
          </p:cNvPr>
          <p:cNvGrpSpPr>
            <a:grpSpLocks noChangeAspect="1"/>
          </p:cNvGrpSpPr>
          <p:nvPr/>
        </p:nvGrpSpPr>
        <p:grpSpPr>
          <a:xfrm>
            <a:off x="5333683" y="0"/>
            <a:ext cx="6858000" cy="6858000"/>
            <a:chOff x="3661359" y="1066800"/>
            <a:chExt cx="5686169" cy="5686169"/>
          </a:xfrm>
        </p:grpSpPr>
        <p:pic>
          <p:nvPicPr>
            <p:cNvPr id="7" name="Picture 6">
              <a:extLst>
                <a:ext uri="{FF2B5EF4-FFF2-40B4-BE49-F238E27FC236}">
                  <a16:creationId xmlns:a16="http://schemas.microsoft.com/office/drawing/2014/main" id="{77CB274C-6A2B-4716-931B-8F9AF0715BA7}"/>
                </a:ext>
              </a:extLst>
            </p:cNvPr>
            <p:cNvPicPr>
              <a:picLocks noChangeAspect="1"/>
            </p:cNvPicPr>
            <p:nvPr/>
          </p:nvPicPr>
          <p:blipFill rotWithShape="1">
            <a:blip r:embed="rId4"/>
            <a:srcRect l="15522" r="4881"/>
            <a:stretch/>
          </p:blipFill>
          <p:spPr>
            <a:xfrm>
              <a:off x="3661359" y="1066800"/>
              <a:ext cx="5686169" cy="5686169"/>
            </a:xfrm>
            <a:prstGeom prst="rect">
              <a:avLst/>
            </a:prstGeom>
          </p:spPr>
        </p:pic>
        <p:sp>
          <p:nvSpPr>
            <p:cNvPr id="8" name="Rectangle 7">
              <a:extLst>
                <a:ext uri="{FF2B5EF4-FFF2-40B4-BE49-F238E27FC236}">
                  <a16:creationId xmlns:a16="http://schemas.microsoft.com/office/drawing/2014/main" id="{B489C69D-5BF2-4931-B76D-D94BCB748EEC}"/>
                </a:ext>
              </a:extLst>
            </p:cNvPr>
            <p:cNvSpPr/>
            <p:nvPr/>
          </p:nvSpPr>
          <p:spPr bwMode="auto">
            <a:xfrm>
              <a:off x="8229600" y="4724400"/>
              <a:ext cx="990600" cy="228600"/>
            </a:xfrm>
            <a:prstGeom prst="rect">
              <a:avLst/>
            </a:prstGeom>
            <a:noFill/>
            <a:ln w="38100" cap="flat" cmpd="sng" algn="ctr">
              <a:solidFill>
                <a:srgbClr val="FF4500"/>
              </a:solidFill>
              <a:prstDash val="solid"/>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Rectangle 8">
              <a:extLst>
                <a:ext uri="{FF2B5EF4-FFF2-40B4-BE49-F238E27FC236}">
                  <a16:creationId xmlns:a16="http://schemas.microsoft.com/office/drawing/2014/main" id="{D7E4C0F2-0C7B-4C35-9C6B-6EE280E78DF1}"/>
                </a:ext>
              </a:extLst>
            </p:cNvPr>
            <p:cNvSpPr/>
            <p:nvPr/>
          </p:nvSpPr>
          <p:spPr bwMode="auto">
            <a:xfrm>
              <a:off x="3962401" y="4526069"/>
              <a:ext cx="1447799" cy="207818"/>
            </a:xfrm>
            <a:prstGeom prst="rect">
              <a:avLst/>
            </a:prstGeom>
            <a:noFill/>
            <a:ln w="38100" cap="flat" cmpd="sng" algn="ctr">
              <a:solidFill>
                <a:srgbClr val="FF4500"/>
              </a:solidFill>
              <a:prstDash val="solid"/>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 name="Rectangle 9">
              <a:extLst>
                <a:ext uri="{FF2B5EF4-FFF2-40B4-BE49-F238E27FC236}">
                  <a16:creationId xmlns:a16="http://schemas.microsoft.com/office/drawing/2014/main" id="{2384ABBA-B504-4341-AC8A-A3BB85E5463F}"/>
                </a:ext>
              </a:extLst>
            </p:cNvPr>
            <p:cNvSpPr/>
            <p:nvPr/>
          </p:nvSpPr>
          <p:spPr bwMode="auto">
            <a:xfrm>
              <a:off x="4561609" y="6039678"/>
              <a:ext cx="1316181" cy="207818"/>
            </a:xfrm>
            <a:prstGeom prst="rect">
              <a:avLst/>
            </a:prstGeom>
            <a:noFill/>
            <a:ln w="38100" cap="flat" cmpd="sng" algn="ctr">
              <a:solidFill>
                <a:srgbClr val="FF4500"/>
              </a:solidFill>
              <a:prstDash val="solid"/>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Rectangle 10">
              <a:extLst>
                <a:ext uri="{FF2B5EF4-FFF2-40B4-BE49-F238E27FC236}">
                  <a16:creationId xmlns:a16="http://schemas.microsoft.com/office/drawing/2014/main" id="{AD9071F7-FE53-4E9A-B5F4-F999A8113845}"/>
                </a:ext>
              </a:extLst>
            </p:cNvPr>
            <p:cNvSpPr/>
            <p:nvPr/>
          </p:nvSpPr>
          <p:spPr bwMode="auto">
            <a:xfrm>
              <a:off x="4627419" y="6251220"/>
              <a:ext cx="1316181" cy="188925"/>
            </a:xfrm>
            <a:prstGeom prst="rect">
              <a:avLst/>
            </a:prstGeom>
            <a:noFill/>
            <a:ln w="38100" cap="flat" cmpd="sng" algn="ctr">
              <a:solidFill>
                <a:srgbClr val="FF4500"/>
              </a:solidFill>
              <a:prstDash val="solid"/>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pic>
        <p:nvPicPr>
          <p:cNvPr id="5" name="Picture 4">
            <a:extLst>
              <a:ext uri="{FF2B5EF4-FFF2-40B4-BE49-F238E27FC236}">
                <a16:creationId xmlns:a16="http://schemas.microsoft.com/office/drawing/2014/main" id="{38DD8B7F-8E38-54C3-3A9C-96B3D26C673E}"/>
              </a:ext>
            </a:extLst>
          </p:cNvPr>
          <p:cNvPicPr>
            <a:picLocks noChangeAspect="1"/>
          </p:cNvPicPr>
          <p:nvPr/>
        </p:nvPicPr>
        <p:blipFill>
          <a:blip r:embed="rId5"/>
          <a:stretch>
            <a:fillRect/>
          </a:stretch>
        </p:blipFill>
        <p:spPr>
          <a:xfrm>
            <a:off x="576265" y="5203286"/>
            <a:ext cx="1113219" cy="1264722"/>
          </a:xfrm>
          <a:prstGeom prst="rect">
            <a:avLst/>
          </a:prstGeom>
        </p:spPr>
      </p:pic>
    </p:spTree>
    <p:custDataLst>
      <p:tags r:id="rId1"/>
    </p:custDataLst>
    <p:extLst>
      <p:ext uri="{BB962C8B-B14F-4D97-AF65-F5344CB8AC3E}">
        <p14:creationId xmlns:p14="http://schemas.microsoft.com/office/powerpoint/2010/main" val="143350073"/>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0DB6A2D-390E-47D4-9003-4B0FBA264034}"/>
              </a:ext>
            </a:extLst>
          </p:cNvPr>
          <p:cNvSpPr>
            <a:spLocks noGrp="1"/>
          </p:cNvSpPr>
          <p:nvPr>
            <p:ph type="title"/>
          </p:nvPr>
        </p:nvSpPr>
        <p:spPr/>
        <p:txBody>
          <a:bodyPr/>
          <a:lstStyle/>
          <a:p>
            <a:r>
              <a:rPr lang="en-US"/>
              <a:t>Preparing the XAML Code for PowerShell</a:t>
            </a:r>
            <a:endParaRPr lang="en-US" dirty="0"/>
          </a:p>
        </p:txBody>
      </p:sp>
      <p:sp>
        <p:nvSpPr>
          <p:cNvPr id="14" name="Subtitle 13">
            <a:extLst>
              <a:ext uri="{FF2B5EF4-FFF2-40B4-BE49-F238E27FC236}">
                <a16:creationId xmlns:a16="http://schemas.microsoft.com/office/drawing/2014/main" id="{CEED8A9B-011A-40EF-B40A-79915314504A}"/>
              </a:ext>
            </a:extLst>
          </p:cNvPr>
          <p:cNvSpPr>
            <a:spLocks noGrp="1"/>
          </p:cNvSpPr>
          <p:nvPr>
            <p:ph type="subTitle" idx="1"/>
          </p:nvPr>
        </p:nvSpPr>
        <p:spPr/>
        <p:txBody>
          <a:bodyPr/>
          <a:lstStyle/>
          <a:p>
            <a:r>
              <a:rPr lang="en-US" dirty="0"/>
              <a:t>VS adds headers not supported by </a:t>
            </a:r>
            <a:r>
              <a:rPr lang="en-US" dirty="0" err="1"/>
              <a:t>Windows.Markup.XamlReader</a:t>
            </a:r>
            <a:endParaRPr lang="en-US" dirty="0"/>
          </a:p>
        </p:txBody>
      </p:sp>
      <p:sp>
        <p:nvSpPr>
          <p:cNvPr id="13" name="Code Box">
            <a:extLst>
              <a:ext uri="{FF2B5EF4-FFF2-40B4-BE49-F238E27FC236}">
                <a16:creationId xmlns:a16="http://schemas.microsoft.com/office/drawing/2014/main" id="{656CC01F-87E8-421C-9E91-56BFC84B030C}"/>
              </a:ext>
            </a:extLst>
          </p:cNvPr>
          <p:cNvSpPr/>
          <p:nvPr>
            <p:custDataLst>
              <p:tags r:id="rId2"/>
            </p:custDataLst>
          </p:nvPr>
        </p:nvSpPr>
        <p:spPr>
          <a:xfrm>
            <a:off x="655638" y="1408113"/>
            <a:ext cx="10880725" cy="4819652"/>
          </a:xfrm>
          <a:prstGeom prst="rect">
            <a:avLst/>
          </a:prstGeom>
          <a:solidFill>
            <a:srgbClr val="012456"/>
          </a:solidFill>
        </p:spPr>
        <p:txBody>
          <a:bodyPr wrap="square">
            <a:noAutofit/>
          </a:bodyPr>
          <a:lstStyle/>
          <a:p>
            <a:r>
              <a:rPr lang="en-US" sz="2000" dirty="0"/>
              <a:t> </a:t>
            </a:r>
            <a:r>
              <a:rPr lang="en-US" sz="2000" dirty="0">
                <a:solidFill>
                  <a:srgbClr val="98FB98"/>
                </a:solidFill>
                <a:latin typeface="Lucida Console" panose="020B0609040504020204" pitchFamily="49" charset="0"/>
              </a:rPr>
              <a:t>#Add WPF assemblies</a:t>
            </a:r>
            <a:endParaRPr lang="en-US" sz="2000" dirty="0">
              <a:solidFill>
                <a:srgbClr val="F5F5F5"/>
              </a:solidFill>
              <a:latin typeface="Lucida Console" panose="020B0609040504020204" pitchFamily="49" charset="0"/>
            </a:endParaRPr>
          </a:p>
          <a:p>
            <a:r>
              <a:rPr lang="en-US" sz="2000" dirty="0">
                <a:solidFill>
                  <a:srgbClr val="E0FFFF"/>
                </a:solidFill>
                <a:latin typeface="Lucida Console" panose="020B0609040504020204" pitchFamily="49" charset="0"/>
              </a:rPr>
              <a:t>Add-Type</a:t>
            </a:r>
            <a:r>
              <a:rPr lang="en-US" sz="2000" dirty="0">
                <a:solidFill>
                  <a:srgbClr val="F5F5F5"/>
                </a:solidFill>
                <a:latin typeface="Lucida Console" panose="020B0609040504020204" pitchFamily="49" charset="0"/>
              </a:rPr>
              <a:t> </a:t>
            </a:r>
            <a:r>
              <a:rPr lang="en-US" sz="2000" dirty="0">
                <a:solidFill>
                  <a:srgbClr val="FFE4B5"/>
                </a:solidFill>
                <a:latin typeface="Lucida Console" panose="020B0609040504020204" pitchFamily="49" charset="0"/>
              </a:rPr>
              <a:t>-</a:t>
            </a:r>
            <a:r>
              <a:rPr lang="en-US" sz="2000" dirty="0" err="1">
                <a:solidFill>
                  <a:srgbClr val="FFE4B5"/>
                </a:solidFill>
                <a:latin typeface="Lucida Console" panose="020B0609040504020204" pitchFamily="49" charset="0"/>
              </a:rPr>
              <a:t>AssemblyName</a:t>
            </a:r>
            <a:r>
              <a:rPr lang="en-US" sz="2000" dirty="0">
                <a:solidFill>
                  <a:srgbClr val="F5F5F5"/>
                </a:solidFill>
                <a:latin typeface="Lucida Console" panose="020B0609040504020204" pitchFamily="49" charset="0"/>
              </a:rPr>
              <a:t> </a:t>
            </a:r>
            <a:r>
              <a:rPr lang="en-US" sz="2000" dirty="0" err="1">
                <a:solidFill>
                  <a:srgbClr val="EE82EE"/>
                </a:solidFill>
                <a:latin typeface="Lucida Console" panose="020B0609040504020204" pitchFamily="49" charset="0"/>
              </a:rPr>
              <a:t>PresentationCore</a:t>
            </a:r>
            <a:r>
              <a:rPr lang="en-US" sz="2000" dirty="0" err="1">
                <a:solidFill>
                  <a:srgbClr val="D3D3D3"/>
                </a:solidFill>
                <a:latin typeface="Lucida Console" panose="020B0609040504020204" pitchFamily="49" charset="0"/>
              </a:rPr>
              <a:t>,</a:t>
            </a:r>
            <a:r>
              <a:rPr lang="en-US" sz="2000" dirty="0" err="1">
                <a:solidFill>
                  <a:srgbClr val="EE82EE"/>
                </a:solidFill>
                <a:latin typeface="Lucida Console" panose="020B0609040504020204" pitchFamily="49" charset="0"/>
              </a:rPr>
              <a:t>PresentationFramework</a:t>
            </a:r>
            <a:endParaRPr lang="en-US" sz="2000" dirty="0">
              <a:solidFill>
                <a:srgbClr val="F5F5F5"/>
              </a:solidFill>
              <a:latin typeface="Lucida Console" panose="020B0609040504020204" pitchFamily="49" charset="0"/>
            </a:endParaRPr>
          </a:p>
          <a:p>
            <a:endParaRPr lang="en-US" sz="2000" dirty="0">
              <a:solidFill>
                <a:srgbClr val="F5F5F5"/>
              </a:solidFill>
              <a:latin typeface="Lucida Console" panose="020B0609040504020204" pitchFamily="49" charset="0"/>
            </a:endParaRPr>
          </a:p>
          <a:p>
            <a:r>
              <a:rPr lang="en-US" sz="2000" dirty="0">
                <a:solidFill>
                  <a:srgbClr val="98FB98"/>
                </a:solidFill>
                <a:latin typeface="Lucida Console" panose="020B0609040504020204" pitchFamily="49" charset="0"/>
              </a:rPr>
              <a:t>#Cleanup XAML options</a:t>
            </a:r>
            <a:endParaRPr lang="en-US" sz="2000" dirty="0">
              <a:solidFill>
                <a:srgbClr val="F5F5F5"/>
              </a:solidFill>
              <a:latin typeface="Lucida Console" panose="020B0609040504020204" pitchFamily="49" charset="0"/>
            </a:endParaRPr>
          </a:p>
          <a:p>
            <a:r>
              <a:rPr lang="en-US" sz="2000" dirty="0">
                <a:solidFill>
                  <a:srgbClr val="FF4500"/>
                </a:solidFill>
                <a:latin typeface="Lucida Console" panose="020B0609040504020204" pitchFamily="49" charset="0"/>
              </a:rPr>
              <a:t>$XAML</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8FBC8F"/>
                </a:solidFill>
                <a:latin typeface="Lucida Console" panose="020B0609040504020204" pitchFamily="49" charset="0"/>
              </a:rPr>
              <a:t>XML</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a:t>
            </a:r>
            <a:r>
              <a:rPr lang="en-US" sz="2000" dirty="0">
                <a:solidFill>
                  <a:srgbClr val="E0FFFF"/>
                </a:solidFill>
                <a:latin typeface="Lucida Console" panose="020B0609040504020204" pitchFamily="49" charset="0"/>
              </a:rPr>
              <a:t>Get-Content</a:t>
            </a:r>
            <a:r>
              <a:rPr lang="en-US" sz="2000" dirty="0">
                <a:solidFill>
                  <a:srgbClr val="F5F5F5"/>
                </a:solidFill>
                <a:latin typeface="Lucida Console" panose="020B0609040504020204" pitchFamily="49" charset="0"/>
              </a:rPr>
              <a:t> </a:t>
            </a:r>
            <a:r>
              <a:rPr lang="en-US" sz="2000" dirty="0">
                <a:solidFill>
                  <a:srgbClr val="FFE4B5"/>
                </a:solidFill>
                <a:latin typeface="Lucida Console" panose="020B0609040504020204" pitchFamily="49" charset="0"/>
              </a:rPr>
              <a:t>-Path</a:t>
            </a:r>
            <a:r>
              <a:rPr lang="en-US" sz="2000" dirty="0">
                <a:solidFill>
                  <a:srgbClr val="F5F5F5"/>
                </a:solidFill>
                <a:latin typeface="Lucida Console" panose="020B0609040504020204" pitchFamily="49" charset="0"/>
              </a:rPr>
              <a:t> </a:t>
            </a:r>
            <a:r>
              <a:rPr lang="en-US" sz="2000" dirty="0">
                <a:solidFill>
                  <a:srgbClr val="DB7093"/>
                </a:solidFill>
                <a:latin typeface="Lucida Console" panose="020B0609040504020204" pitchFamily="49" charset="0"/>
              </a:rPr>
              <a:t>'$</a:t>
            </a:r>
            <a:r>
              <a:rPr lang="en-US" sz="2000" dirty="0" err="1">
                <a:solidFill>
                  <a:srgbClr val="DB7093"/>
                </a:solidFill>
                <a:latin typeface="Lucida Console" panose="020B0609040504020204" pitchFamily="49" charset="0"/>
              </a:rPr>
              <a:t>PSScriptRoot</a:t>
            </a:r>
            <a:r>
              <a:rPr lang="en-US" sz="2000" dirty="0">
                <a:solidFill>
                  <a:srgbClr val="DB7093"/>
                </a:solidFill>
                <a:latin typeface="Lucida Console" panose="020B0609040504020204" pitchFamily="49" charset="0"/>
              </a:rPr>
              <a:t>\</a:t>
            </a:r>
            <a:r>
              <a:rPr lang="en-US" sz="2000" dirty="0" err="1">
                <a:solidFill>
                  <a:srgbClr val="DB7093"/>
                </a:solidFill>
                <a:latin typeface="Lucida Console" panose="020B0609040504020204" pitchFamily="49" charset="0"/>
              </a:rPr>
              <a:t>MainWindow.xaml</a:t>
            </a:r>
            <a:r>
              <a:rPr lang="en-US" sz="2000" dirty="0">
                <a:solidFill>
                  <a:srgbClr val="DB709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FFE4B5"/>
                </a:solidFill>
                <a:latin typeface="Lucida Console" panose="020B0609040504020204" pitchFamily="49" charset="0"/>
              </a:rPr>
              <a:t>-Raw</a:t>
            </a:r>
            <a:r>
              <a:rPr lang="en-US" sz="2000" dirty="0">
                <a:solidFill>
                  <a:srgbClr val="F5F5F5"/>
                </a:solidFill>
                <a:latin typeface="Lucida Console" panose="020B0609040504020204" pitchFamily="49" charset="0"/>
              </a:rPr>
              <a:t>)</a:t>
            </a: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XAML</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Window</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RemoveAttribute</a:t>
            </a:r>
            <a:r>
              <a:rPr lang="en-US" sz="2000" dirty="0">
                <a:solidFill>
                  <a:srgbClr val="F5F5F5"/>
                </a:solidFill>
                <a:latin typeface="Lucida Console" panose="020B0609040504020204" pitchFamily="49" charset="0"/>
              </a:rPr>
              <a:t>(</a:t>
            </a:r>
            <a:r>
              <a:rPr lang="en-US" sz="2000" dirty="0">
                <a:solidFill>
                  <a:srgbClr val="DB7093"/>
                </a:solidFill>
                <a:latin typeface="Lucida Console" panose="020B0609040504020204" pitchFamily="49" charset="0"/>
              </a:rPr>
              <a:t>'</a:t>
            </a:r>
            <a:r>
              <a:rPr lang="en-US" sz="2000" dirty="0" err="1">
                <a:solidFill>
                  <a:srgbClr val="DB7093"/>
                </a:solidFill>
                <a:latin typeface="Lucida Console" panose="020B0609040504020204" pitchFamily="49" charset="0"/>
              </a:rPr>
              <a:t>x:Class</a:t>
            </a:r>
            <a:r>
              <a:rPr lang="en-US" sz="2000" dirty="0">
                <a:solidFill>
                  <a:srgbClr val="DB7093"/>
                </a:solidFill>
                <a:latin typeface="Lucida Console" panose="020B0609040504020204" pitchFamily="49" charset="0"/>
              </a:rPr>
              <a:t>'</a:t>
            </a:r>
            <a:r>
              <a:rPr lang="en-US" sz="2000" dirty="0">
                <a:solidFill>
                  <a:srgbClr val="F5F5F5"/>
                </a:solidFill>
                <a:latin typeface="Lucida Console" panose="020B0609040504020204" pitchFamily="49" charset="0"/>
              </a:rPr>
              <a:t>)</a:t>
            </a: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XAML</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Window</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RemoveAttribute</a:t>
            </a:r>
            <a:r>
              <a:rPr lang="en-US" sz="2000" dirty="0">
                <a:solidFill>
                  <a:srgbClr val="F5F5F5"/>
                </a:solidFill>
                <a:latin typeface="Lucida Console" panose="020B0609040504020204" pitchFamily="49" charset="0"/>
              </a:rPr>
              <a:t>(</a:t>
            </a:r>
            <a:r>
              <a:rPr lang="en-US" sz="2000" dirty="0">
                <a:solidFill>
                  <a:srgbClr val="DB7093"/>
                </a:solidFill>
                <a:latin typeface="Lucida Console" panose="020B0609040504020204" pitchFamily="49" charset="0"/>
              </a:rPr>
              <a:t>'</a:t>
            </a:r>
            <a:r>
              <a:rPr lang="en-US" sz="2000" dirty="0" err="1">
                <a:solidFill>
                  <a:srgbClr val="DB7093"/>
                </a:solidFill>
                <a:latin typeface="Lucida Console" panose="020B0609040504020204" pitchFamily="49" charset="0"/>
              </a:rPr>
              <a:t>xmlns:local</a:t>
            </a:r>
            <a:r>
              <a:rPr lang="en-US" sz="2000" dirty="0">
                <a:solidFill>
                  <a:srgbClr val="DB7093"/>
                </a:solidFill>
                <a:latin typeface="Lucida Console" panose="020B0609040504020204" pitchFamily="49" charset="0"/>
              </a:rPr>
              <a:t>'</a:t>
            </a:r>
            <a:r>
              <a:rPr lang="en-US" sz="2000" dirty="0">
                <a:solidFill>
                  <a:srgbClr val="F5F5F5"/>
                </a:solidFill>
                <a:latin typeface="Lucida Console" panose="020B0609040504020204" pitchFamily="49" charset="0"/>
              </a:rPr>
              <a:t>)</a:t>
            </a: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XAML</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Window</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RemoveAttribute</a:t>
            </a:r>
            <a:r>
              <a:rPr lang="en-US" sz="2000" dirty="0">
                <a:solidFill>
                  <a:srgbClr val="F5F5F5"/>
                </a:solidFill>
                <a:latin typeface="Lucida Console" panose="020B0609040504020204" pitchFamily="49" charset="0"/>
              </a:rPr>
              <a:t>(</a:t>
            </a:r>
            <a:r>
              <a:rPr lang="en-US" sz="2000" dirty="0">
                <a:solidFill>
                  <a:srgbClr val="DB7093"/>
                </a:solidFill>
                <a:latin typeface="Lucida Console" panose="020B0609040504020204" pitchFamily="49" charset="0"/>
              </a:rPr>
              <a:t>'</a:t>
            </a:r>
            <a:r>
              <a:rPr lang="en-US" sz="2000" dirty="0" err="1">
                <a:solidFill>
                  <a:srgbClr val="DB7093"/>
                </a:solidFill>
                <a:latin typeface="Lucida Console" panose="020B0609040504020204" pitchFamily="49" charset="0"/>
              </a:rPr>
              <a:t>xmlns:d</a:t>
            </a:r>
            <a:r>
              <a:rPr lang="en-US" sz="2000" dirty="0">
                <a:solidFill>
                  <a:srgbClr val="DB7093"/>
                </a:solidFill>
                <a:latin typeface="Lucida Console" panose="020B0609040504020204" pitchFamily="49" charset="0"/>
              </a:rPr>
              <a:t>'</a:t>
            </a:r>
            <a:r>
              <a:rPr lang="en-US" sz="2000" dirty="0">
                <a:solidFill>
                  <a:srgbClr val="F5F5F5"/>
                </a:solidFill>
                <a:latin typeface="Lucida Console" panose="020B0609040504020204" pitchFamily="49" charset="0"/>
              </a:rPr>
              <a:t>)</a:t>
            </a: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XAML</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Window</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RemoveAttribute</a:t>
            </a:r>
            <a:r>
              <a:rPr lang="en-US" sz="2000" dirty="0">
                <a:solidFill>
                  <a:srgbClr val="F5F5F5"/>
                </a:solidFill>
                <a:latin typeface="Lucida Console" panose="020B0609040504020204" pitchFamily="49" charset="0"/>
              </a:rPr>
              <a:t>(</a:t>
            </a:r>
            <a:r>
              <a:rPr lang="en-US" sz="2000" dirty="0">
                <a:solidFill>
                  <a:srgbClr val="DB7093"/>
                </a:solidFill>
                <a:latin typeface="Lucida Console" panose="020B0609040504020204" pitchFamily="49" charset="0"/>
              </a:rPr>
              <a:t>'</a:t>
            </a:r>
            <a:r>
              <a:rPr lang="en-US" sz="2000" dirty="0" err="1">
                <a:solidFill>
                  <a:srgbClr val="DB7093"/>
                </a:solidFill>
                <a:latin typeface="Lucida Console" panose="020B0609040504020204" pitchFamily="49" charset="0"/>
              </a:rPr>
              <a:t>xmlns:mc</a:t>
            </a:r>
            <a:r>
              <a:rPr lang="en-US" sz="2000" dirty="0">
                <a:solidFill>
                  <a:srgbClr val="DB7093"/>
                </a:solidFill>
                <a:latin typeface="Lucida Console" panose="020B0609040504020204" pitchFamily="49" charset="0"/>
              </a:rPr>
              <a:t>'</a:t>
            </a:r>
            <a:r>
              <a:rPr lang="en-US" sz="2000" dirty="0">
                <a:solidFill>
                  <a:srgbClr val="F5F5F5"/>
                </a:solidFill>
                <a:latin typeface="Lucida Console" panose="020B0609040504020204" pitchFamily="49" charset="0"/>
              </a:rPr>
              <a:t>)</a:t>
            </a: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XAML</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Window</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RemoveAttribute</a:t>
            </a:r>
            <a:r>
              <a:rPr lang="en-US" sz="2000" dirty="0">
                <a:solidFill>
                  <a:srgbClr val="F5F5F5"/>
                </a:solidFill>
                <a:latin typeface="Lucida Console" panose="020B0609040504020204" pitchFamily="49" charset="0"/>
              </a:rPr>
              <a:t>(</a:t>
            </a:r>
            <a:r>
              <a:rPr lang="en-US" sz="2000" dirty="0">
                <a:solidFill>
                  <a:srgbClr val="DB7093"/>
                </a:solidFill>
                <a:latin typeface="Lucida Console" panose="020B0609040504020204" pitchFamily="49" charset="0"/>
              </a:rPr>
              <a:t>'</a:t>
            </a:r>
            <a:r>
              <a:rPr lang="en-US" sz="2000" dirty="0" err="1">
                <a:solidFill>
                  <a:srgbClr val="DB7093"/>
                </a:solidFill>
                <a:latin typeface="Lucida Console" panose="020B0609040504020204" pitchFamily="49" charset="0"/>
              </a:rPr>
              <a:t>mc:Ignorable</a:t>
            </a:r>
            <a:r>
              <a:rPr lang="en-US" sz="2000" dirty="0">
                <a:solidFill>
                  <a:srgbClr val="DB7093"/>
                </a:solidFill>
                <a:latin typeface="Lucida Console" panose="020B0609040504020204" pitchFamily="49" charset="0"/>
              </a:rPr>
              <a:t>'</a:t>
            </a:r>
            <a:r>
              <a:rPr lang="en-US" sz="2000" dirty="0">
                <a:solidFill>
                  <a:srgbClr val="F5F5F5"/>
                </a:solidFill>
                <a:latin typeface="Lucida Console" panose="020B0609040504020204" pitchFamily="49" charset="0"/>
              </a:rPr>
              <a:t>)</a:t>
            </a:r>
          </a:p>
          <a:p>
            <a:endParaRPr lang="en-US" sz="2000" dirty="0">
              <a:solidFill>
                <a:srgbClr val="F5F5F5"/>
              </a:solidFill>
              <a:latin typeface="Lucida Console" panose="020B0609040504020204" pitchFamily="49" charset="0"/>
            </a:endParaRPr>
          </a:p>
          <a:p>
            <a:r>
              <a:rPr lang="en-US" sz="2000" dirty="0">
                <a:solidFill>
                  <a:srgbClr val="98FB98"/>
                </a:solidFill>
                <a:latin typeface="Lucida Console" panose="020B0609040504020204" pitchFamily="49" charset="0"/>
              </a:rPr>
              <a:t>#read XML as XAML</a:t>
            </a:r>
            <a:endParaRPr lang="en-US" sz="2000" dirty="0">
              <a:solidFill>
                <a:srgbClr val="F5F5F5"/>
              </a:solidFill>
              <a:latin typeface="Lucida Console" panose="020B0609040504020204" pitchFamily="49" charset="0"/>
            </a:endParaRP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XAMLreader</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E0FFFF"/>
                </a:solidFill>
                <a:latin typeface="Lucida Console" panose="020B0609040504020204" pitchFamily="49" charset="0"/>
              </a:rPr>
              <a:t>New-Object</a:t>
            </a:r>
            <a:r>
              <a:rPr lang="en-US" sz="2000" dirty="0">
                <a:solidFill>
                  <a:srgbClr val="F5F5F5"/>
                </a:solidFill>
                <a:latin typeface="Lucida Console" panose="020B0609040504020204" pitchFamily="49" charset="0"/>
              </a:rPr>
              <a:t> </a:t>
            </a:r>
            <a:r>
              <a:rPr lang="en-US" sz="2000" dirty="0" err="1">
                <a:solidFill>
                  <a:srgbClr val="EE82EE"/>
                </a:solidFill>
                <a:latin typeface="Lucida Console" panose="020B0609040504020204" pitchFamily="49" charset="0"/>
              </a:rPr>
              <a:t>System.Xml.XmlNodeReader</a:t>
            </a:r>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$XAML</a:t>
            </a:r>
            <a:endParaRPr lang="en-US" sz="2000" dirty="0">
              <a:solidFill>
                <a:srgbClr val="F5F5F5"/>
              </a:solidFill>
              <a:latin typeface="Lucida Console" panose="020B0609040504020204" pitchFamily="49" charset="0"/>
            </a:endParaRP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Rawform</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err="1">
                <a:solidFill>
                  <a:srgbClr val="8FBC8F"/>
                </a:solidFill>
                <a:latin typeface="Lucida Console" panose="020B0609040504020204" pitchFamily="49" charset="0"/>
              </a:rPr>
              <a:t>Windows.Markup.XamlReader</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Load(</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XAMLreader</a:t>
            </a:r>
            <a:r>
              <a:rPr lang="en-US" sz="2000" dirty="0">
                <a:solidFill>
                  <a:srgbClr val="F5F5F5"/>
                </a:solidFill>
                <a:latin typeface="Lucida Console" panose="020B0609040504020204" pitchFamily="49" charset="0"/>
              </a:rPr>
              <a:t>) </a:t>
            </a:r>
          </a:p>
        </p:txBody>
      </p:sp>
    </p:spTree>
    <p:custDataLst>
      <p:tags r:id="rId1"/>
    </p:custDataLst>
    <p:extLst>
      <p:ext uri="{BB962C8B-B14F-4D97-AF65-F5344CB8AC3E}">
        <p14:creationId xmlns:p14="http://schemas.microsoft.com/office/powerpoint/2010/main" val="669144298"/>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0DB6A2D-390E-47D4-9003-4B0FBA264034}"/>
              </a:ext>
            </a:extLst>
          </p:cNvPr>
          <p:cNvSpPr>
            <a:spLocks noGrp="1"/>
          </p:cNvSpPr>
          <p:nvPr>
            <p:ph type="title"/>
          </p:nvPr>
        </p:nvSpPr>
        <p:spPr/>
        <p:txBody>
          <a:bodyPr/>
          <a:lstStyle/>
          <a:p>
            <a:r>
              <a:rPr lang="en-US" dirty="0"/>
              <a:t>Converting GUI Form to Hash Table</a:t>
            </a:r>
          </a:p>
        </p:txBody>
      </p:sp>
      <p:sp>
        <p:nvSpPr>
          <p:cNvPr id="4" name="Subtitle 3">
            <a:extLst>
              <a:ext uri="{FF2B5EF4-FFF2-40B4-BE49-F238E27FC236}">
                <a16:creationId xmlns:a16="http://schemas.microsoft.com/office/drawing/2014/main" id="{2E94831B-B774-4261-9EA0-8C098A7C7222}"/>
              </a:ext>
            </a:extLst>
          </p:cNvPr>
          <p:cNvSpPr>
            <a:spLocks noGrp="1"/>
          </p:cNvSpPr>
          <p:nvPr>
            <p:ph type="subTitle" idx="1"/>
          </p:nvPr>
        </p:nvSpPr>
        <p:spPr/>
        <p:txBody>
          <a:bodyPr/>
          <a:lstStyle/>
          <a:p>
            <a:r>
              <a:rPr lang="en-US" dirty="0"/>
              <a:t>Single hash table provides easy processing of PS code in code behind GUI </a:t>
            </a:r>
          </a:p>
        </p:txBody>
      </p:sp>
      <p:sp>
        <p:nvSpPr>
          <p:cNvPr id="7" name="Code Box">
            <a:extLst>
              <a:ext uri="{FF2B5EF4-FFF2-40B4-BE49-F238E27FC236}">
                <a16:creationId xmlns:a16="http://schemas.microsoft.com/office/drawing/2014/main" id="{91CCF221-F767-49B9-9CD9-076467D04D53}"/>
              </a:ext>
            </a:extLst>
          </p:cNvPr>
          <p:cNvSpPr/>
          <p:nvPr>
            <p:custDataLst>
              <p:tags r:id="rId2"/>
            </p:custDataLst>
          </p:nvPr>
        </p:nvSpPr>
        <p:spPr>
          <a:xfrm>
            <a:off x="655638" y="1408113"/>
            <a:ext cx="10880725" cy="4819650"/>
          </a:xfrm>
          <a:prstGeom prst="rect">
            <a:avLst/>
          </a:prstGeom>
          <a:solidFill>
            <a:srgbClr val="012456"/>
          </a:solidFill>
        </p:spPr>
        <p:txBody>
          <a:bodyPr wrap="square">
            <a:noAutofit/>
          </a:bodyPr>
          <a:lstStyle/>
          <a:p>
            <a:r>
              <a:rPr lang="en-US" sz="2000" dirty="0">
                <a:solidFill>
                  <a:srgbClr val="98FB98"/>
                </a:solidFill>
                <a:latin typeface="Lucida Console" panose="020B0609040504020204" pitchFamily="49" charset="0"/>
              </a:rPr>
              <a:t>#add XML namespace manager</a:t>
            </a:r>
            <a:endParaRPr lang="en-US" sz="2000" dirty="0">
              <a:solidFill>
                <a:srgbClr val="F5F5F5"/>
              </a:solidFill>
              <a:latin typeface="Lucida Console" panose="020B0609040504020204" pitchFamily="49" charset="0"/>
            </a:endParaRP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XmlNamespaceManager</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err="1">
                <a:solidFill>
                  <a:srgbClr val="8FBC8F"/>
                </a:solidFill>
                <a:latin typeface="Lucida Console" panose="020B0609040504020204" pitchFamily="49" charset="0"/>
              </a:rPr>
              <a:t>System.Xml.XmlNamespaceManager</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New(</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XAML</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NameTable</a:t>
            </a:r>
            <a:r>
              <a:rPr lang="en-US" sz="2000" dirty="0">
                <a:solidFill>
                  <a:srgbClr val="F5F5F5"/>
                </a:solidFill>
                <a:latin typeface="Lucida Console" panose="020B0609040504020204" pitchFamily="49" charset="0"/>
              </a:rPr>
              <a:t>)</a:t>
            </a: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XmlNamespaceManager</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AddNamespace</a:t>
            </a:r>
            <a:r>
              <a:rPr lang="en-US" sz="2000" dirty="0">
                <a:solidFill>
                  <a:srgbClr val="F5F5F5"/>
                </a:solidFill>
                <a:latin typeface="Lucida Console" panose="020B0609040504020204" pitchFamily="49" charset="0"/>
              </a:rPr>
              <a:t>(</a:t>
            </a:r>
            <a:r>
              <a:rPr lang="en-US" sz="2000" dirty="0">
                <a:solidFill>
                  <a:srgbClr val="DB7093"/>
                </a:solidFill>
                <a:latin typeface="Lucida Console" panose="020B0609040504020204" pitchFamily="49" charset="0"/>
              </a:rPr>
              <a:t>'</a:t>
            </a:r>
            <a:r>
              <a:rPr lang="en-US" sz="2000" dirty="0" err="1">
                <a:solidFill>
                  <a:srgbClr val="DB7093"/>
                </a:solidFill>
                <a:latin typeface="Lucida Console" panose="020B0609040504020204" pitchFamily="49" charset="0"/>
              </a:rPr>
              <a:t>x'</a:t>
            </a:r>
            <a:r>
              <a:rPr lang="en-US" sz="2000" dirty="0" err="1">
                <a:solidFill>
                  <a:srgbClr val="D3D3D3"/>
                </a:solidFill>
                <a:latin typeface="Lucida Console" panose="020B0609040504020204" pitchFamily="49" charset="0"/>
              </a:rPr>
              <a:t>,</a:t>
            </a:r>
            <a:r>
              <a:rPr lang="en-US" sz="2000" dirty="0" err="1">
                <a:solidFill>
                  <a:srgbClr val="DB7093"/>
                </a:solidFill>
                <a:latin typeface="Lucida Console" panose="020B0609040504020204" pitchFamily="49" charset="0"/>
              </a:rPr>
              <a:t>'http</a:t>
            </a:r>
            <a:r>
              <a:rPr lang="en-US" sz="2000" dirty="0">
                <a:solidFill>
                  <a:srgbClr val="DB7093"/>
                </a:solidFill>
                <a:latin typeface="Lucida Console" panose="020B0609040504020204" pitchFamily="49" charset="0"/>
              </a:rPr>
              <a:t>://schemas.microsoft.com/</a:t>
            </a:r>
            <a:r>
              <a:rPr lang="en-US" sz="2000" dirty="0" err="1">
                <a:solidFill>
                  <a:srgbClr val="DB7093"/>
                </a:solidFill>
                <a:latin typeface="Lucida Console" panose="020B0609040504020204" pitchFamily="49" charset="0"/>
              </a:rPr>
              <a:t>winfx</a:t>
            </a:r>
            <a:r>
              <a:rPr lang="en-US" sz="2000" dirty="0">
                <a:solidFill>
                  <a:srgbClr val="DB7093"/>
                </a:solidFill>
                <a:latin typeface="Lucida Console" panose="020B0609040504020204" pitchFamily="49" charset="0"/>
              </a:rPr>
              <a:t>/2006/</a:t>
            </a:r>
            <a:r>
              <a:rPr lang="en-US" sz="2000" dirty="0" err="1">
                <a:solidFill>
                  <a:srgbClr val="DB7093"/>
                </a:solidFill>
                <a:latin typeface="Lucida Console" panose="020B0609040504020204" pitchFamily="49" charset="0"/>
              </a:rPr>
              <a:t>xaml</a:t>
            </a:r>
            <a:r>
              <a:rPr lang="en-US" sz="2000" dirty="0">
                <a:solidFill>
                  <a:srgbClr val="DB7093"/>
                </a:solidFill>
                <a:latin typeface="Lucida Console" panose="020B0609040504020204" pitchFamily="49" charset="0"/>
              </a:rPr>
              <a:t>'</a:t>
            </a:r>
            <a:r>
              <a:rPr lang="en-US" sz="2000" dirty="0">
                <a:solidFill>
                  <a:srgbClr val="F5F5F5"/>
                </a:solidFill>
                <a:latin typeface="Lucida Console" panose="020B0609040504020204" pitchFamily="49" charset="0"/>
              </a:rPr>
              <a:t>)</a:t>
            </a:r>
          </a:p>
          <a:p>
            <a:endParaRPr lang="en-US" sz="2000" dirty="0">
              <a:solidFill>
                <a:srgbClr val="F5F5F5"/>
              </a:solidFill>
              <a:latin typeface="Lucida Console" panose="020B0609040504020204" pitchFamily="49" charset="0"/>
            </a:endParaRPr>
          </a:p>
          <a:p>
            <a:r>
              <a:rPr lang="en-US" sz="2000" dirty="0">
                <a:solidFill>
                  <a:srgbClr val="98FB98"/>
                </a:solidFill>
                <a:latin typeface="Lucida Console" panose="020B0609040504020204" pitchFamily="49" charset="0"/>
              </a:rPr>
              <a:t>#Create hash table containing a representation of all controls</a:t>
            </a:r>
            <a:endParaRPr lang="en-US" sz="2000" dirty="0">
              <a:solidFill>
                <a:srgbClr val="F5F5F5"/>
              </a:solidFill>
              <a:latin typeface="Lucida Console" panose="020B0609040504020204" pitchFamily="49" charset="0"/>
            </a:endParaRPr>
          </a:p>
          <a:p>
            <a:r>
              <a:rPr lang="en-US" sz="2000" dirty="0">
                <a:solidFill>
                  <a:srgbClr val="FF4500"/>
                </a:solidFill>
                <a:latin typeface="Lucida Console" panose="020B0609040504020204" pitchFamily="49" charset="0"/>
              </a:rPr>
              <a:t>$GUI</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namedNodes</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XAML</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SelectNodes</a:t>
            </a:r>
            <a:r>
              <a:rPr lang="en-US" sz="2000" dirty="0">
                <a:solidFill>
                  <a:srgbClr val="F5F5F5"/>
                </a:solidFill>
                <a:latin typeface="Lucida Console" panose="020B0609040504020204" pitchFamily="49" charset="0"/>
              </a:rPr>
              <a:t>(</a:t>
            </a:r>
            <a:r>
              <a:rPr lang="en-US" sz="2000" dirty="0">
                <a:solidFill>
                  <a:srgbClr val="DB7093"/>
                </a:solidFill>
                <a:latin typeface="Lucida Console" panose="020B0609040504020204" pitchFamily="49" charset="0"/>
              </a:rPr>
              <a:t>"//*[@</a:t>
            </a:r>
            <a:r>
              <a:rPr lang="en-US" sz="2000" dirty="0" err="1">
                <a:solidFill>
                  <a:srgbClr val="DB7093"/>
                </a:solidFill>
                <a:latin typeface="Lucida Console" panose="020B0609040504020204" pitchFamily="49" charset="0"/>
              </a:rPr>
              <a:t>x:Name</a:t>
            </a:r>
            <a:r>
              <a:rPr lang="en-US" sz="2000" dirty="0">
                <a:solidFill>
                  <a:srgbClr val="DB7093"/>
                </a:solidFill>
                <a:latin typeface="Lucida Console" panose="020B0609040504020204" pitchFamily="49" charset="0"/>
              </a:rPr>
              <a:t>]"</a:t>
            </a:r>
            <a:r>
              <a:rPr lang="en-US" sz="2000" dirty="0">
                <a:solidFill>
                  <a:srgbClr val="D3D3D3"/>
                </a:solidFill>
                <a:latin typeface="Lucida Console" panose="020B0609040504020204" pitchFamily="49" charset="0"/>
              </a:rPr>
              <a:t>,</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XmlNamespaceManager</a:t>
            </a:r>
            <a:r>
              <a:rPr lang="en-US" sz="2000" dirty="0">
                <a:solidFill>
                  <a:srgbClr val="F5F5F5"/>
                </a:solidFill>
                <a:latin typeface="Lucida Console" panose="020B0609040504020204" pitchFamily="49" charset="0"/>
              </a:rPr>
              <a:t>)</a:t>
            </a: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namedNodes</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err="1">
                <a:solidFill>
                  <a:srgbClr val="E0FFFF"/>
                </a:solidFill>
                <a:latin typeface="Lucida Console" panose="020B0609040504020204" pitchFamily="49" charset="0"/>
              </a:rPr>
              <a:t>ForEach</a:t>
            </a:r>
            <a:r>
              <a:rPr lang="en-US" sz="2000" dirty="0">
                <a:solidFill>
                  <a:srgbClr val="E0FFFF"/>
                </a:solidFill>
                <a:latin typeface="Lucida Console" panose="020B0609040504020204" pitchFamily="49" charset="0"/>
              </a:rPr>
              <a:t>-Object</a:t>
            </a:r>
            <a:r>
              <a:rPr lang="en-US" sz="2000" dirty="0">
                <a:solidFill>
                  <a:srgbClr val="F5F5F5"/>
                </a:solidFill>
                <a:latin typeface="Lucida Console" panose="020B0609040504020204" pitchFamily="49" charset="0"/>
              </a:rPr>
              <a:t> </a:t>
            </a:r>
            <a:r>
              <a:rPr lang="en-US" sz="2000" dirty="0">
                <a:solidFill>
                  <a:srgbClr val="FFE4B5"/>
                </a:solidFill>
                <a:latin typeface="Lucida Console" panose="020B0609040504020204" pitchFamily="49" charset="0"/>
              </a:rPr>
              <a:t>-Process</a:t>
            </a:r>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GUI</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Add</a:t>
            </a:r>
            <a:r>
              <a:rPr lang="en-US" sz="2000" dirty="0">
                <a:solidFill>
                  <a:srgbClr val="F5F5F5"/>
                </a:solidFill>
                <a:latin typeface="Lucida Console" panose="020B0609040504020204" pitchFamily="49" charset="0"/>
              </a:rPr>
              <a:t>(</a:t>
            </a:r>
            <a:r>
              <a:rPr lang="en-US" sz="2000" dirty="0">
                <a:solidFill>
                  <a:srgbClr val="FF4500"/>
                </a:solidFill>
                <a:latin typeface="Lucida Console" panose="020B0609040504020204" pitchFamily="49" charset="0"/>
              </a:rPr>
              <a:t>$_</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Name</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Rawform</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FindName</a:t>
            </a:r>
            <a:r>
              <a:rPr lang="en-US" sz="2000" dirty="0">
                <a:solidFill>
                  <a:srgbClr val="F5F5F5"/>
                </a:solidFill>
                <a:latin typeface="Lucida Console" panose="020B0609040504020204" pitchFamily="49" charset="0"/>
              </a:rPr>
              <a:t>(</a:t>
            </a:r>
            <a:r>
              <a:rPr lang="en-US" sz="2000" dirty="0">
                <a:solidFill>
                  <a:srgbClr val="FF4500"/>
                </a:solidFill>
                <a:latin typeface="Lucida Console" panose="020B0609040504020204" pitchFamily="49" charset="0"/>
              </a:rPr>
              <a:t>$_</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Name))}</a:t>
            </a:r>
          </a:p>
          <a:p>
            <a:endParaRPr lang="en-US" sz="2000" dirty="0">
              <a:solidFill>
                <a:srgbClr val="F5F5F5"/>
              </a:solidFill>
              <a:latin typeface="Lucida Console" panose="020B0609040504020204" pitchFamily="49" charset="0"/>
            </a:endParaRPr>
          </a:p>
          <a:p>
            <a:r>
              <a:rPr lang="en-US" sz="2000" dirty="0">
                <a:solidFill>
                  <a:srgbClr val="98FB98"/>
                </a:solidFill>
                <a:latin typeface="Lucida Console" panose="020B0609040504020204" pitchFamily="49" charset="0"/>
              </a:rPr>
              <a:t>#Show GUI</a:t>
            </a:r>
            <a:endParaRPr lang="en-US" sz="2000" dirty="0">
              <a:solidFill>
                <a:srgbClr val="F5F5F5"/>
              </a:solidFill>
              <a:latin typeface="Lucida Console" panose="020B0609040504020204" pitchFamily="49" charset="0"/>
            </a:endParaRP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Rawform</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ShowDialog</a:t>
            </a:r>
            <a:r>
              <a:rPr lang="en-US" sz="2000" dirty="0">
                <a:solidFill>
                  <a:srgbClr val="F5F5F5"/>
                </a:solidFill>
                <a:latin typeface="Lucida Console" panose="020B0609040504020204" pitchFamily="49" charset="0"/>
              </a:rPr>
              <a:t>() </a:t>
            </a:r>
          </a:p>
        </p:txBody>
      </p:sp>
    </p:spTree>
    <p:custDataLst>
      <p:tags r:id="rId1"/>
    </p:custDataLst>
    <p:extLst>
      <p:ext uri="{BB962C8B-B14F-4D97-AF65-F5344CB8AC3E}">
        <p14:creationId xmlns:p14="http://schemas.microsoft.com/office/powerpoint/2010/main" val="922116737"/>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64A22E-2B43-4FC6-AF08-0CDB3F9E9269}"/>
              </a:ext>
            </a:extLst>
          </p:cNvPr>
          <p:cNvSpPr>
            <a:spLocks noGrp="1"/>
          </p:cNvSpPr>
          <p:nvPr>
            <p:ph type="title"/>
          </p:nvPr>
        </p:nvSpPr>
        <p:spPr>
          <a:xfrm>
            <a:off x="367441" y="609600"/>
            <a:ext cx="4352926" cy="2493962"/>
          </a:xfrm>
        </p:spPr>
        <p:txBody>
          <a:bodyPr/>
          <a:lstStyle/>
          <a:p>
            <a:r>
              <a:rPr lang="en-US" dirty="0"/>
              <a:t>Demonstration</a:t>
            </a:r>
          </a:p>
        </p:txBody>
      </p:sp>
      <p:sp>
        <p:nvSpPr>
          <p:cNvPr id="6" name="Text Placeholder 5">
            <a:extLst>
              <a:ext uri="{FF2B5EF4-FFF2-40B4-BE49-F238E27FC236}">
                <a16:creationId xmlns:a16="http://schemas.microsoft.com/office/drawing/2014/main" id="{637E159C-9ACF-48AE-927A-D5FB13695C7F}"/>
              </a:ext>
            </a:extLst>
          </p:cNvPr>
          <p:cNvSpPr>
            <a:spLocks noGrp="1"/>
          </p:cNvSpPr>
          <p:nvPr>
            <p:ph type="body" sz="quarter" idx="10"/>
          </p:nvPr>
        </p:nvSpPr>
        <p:spPr>
          <a:xfrm>
            <a:off x="762000" y="2854722"/>
            <a:ext cx="3821701" cy="1148555"/>
          </a:xfrm>
        </p:spPr>
        <p:txBody>
          <a:bodyPr/>
          <a:lstStyle/>
          <a:p>
            <a:r>
              <a:rPr lang="en-US" dirty="0"/>
              <a:t>One Hash to Rule Them All: PowerShell GUI Control Management</a:t>
            </a:r>
          </a:p>
        </p:txBody>
      </p:sp>
      <p:pic>
        <p:nvPicPr>
          <p:cNvPr id="5" name="Demo 01" descr="A person standing in front of a screen.">
            <a:extLst>
              <a:ext uri="{FF2B5EF4-FFF2-40B4-BE49-F238E27FC236}">
                <a16:creationId xmlns:a16="http://schemas.microsoft.com/office/drawing/2014/main" id="{68538DB6-CF58-4192-94D0-5B13E6E40C3A}"/>
              </a:ext>
            </a:extLst>
          </p:cNvPr>
          <p:cNvPicPr>
            <a:picLocks noGrp="1" noChangeAspect="1"/>
          </p:cNvPicPr>
          <p:nvPr>
            <p:ph type="pic" sz="quarter" idx="15"/>
            <p:custDataLst>
              <p:tags r:id="rId2"/>
            </p:custDataLst>
          </p:nvPr>
        </p:nvPicPr>
        <p:blipFill>
          <a:blip r:embed="rId5" cstate="email">
            <a:extLst>
              <a:ext uri="{28A0092B-C50C-407E-A947-70E740481C1C}">
                <a14:useLocalDpi xmlns:a14="http://schemas.microsoft.com/office/drawing/2010/main"/>
              </a:ext>
            </a:extLst>
          </a:blip>
          <a:srcRect t="5543" b="5543"/>
          <a:stretch>
            <a:fillRect/>
          </a:stretch>
        </p:blipFill>
        <p:spPr>
          <a:prstGeom prst="rect">
            <a:avLst/>
          </a:prstGeom>
        </p:spPr>
      </p:pic>
    </p:spTree>
    <p:custDataLst>
      <p:tags r:id="rId1"/>
    </p:custDataLst>
    <p:extLst>
      <p:ext uri="{BB962C8B-B14F-4D97-AF65-F5344CB8AC3E}">
        <p14:creationId xmlns:p14="http://schemas.microsoft.com/office/powerpoint/2010/main" val="1539696889"/>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sp>
        <p:nvSpPr>
          <p:cNvPr id="15" name="Text Placeholder 14">
            <a:extLst>
              <a:ext uri="{FF2B5EF4-FFF2-40B4-BE49-F238E27FC236}">
                <a16:creationId xmlns:a16="http://schemas.microsoft.com/office/drawing/2014/main" id="{6DAA8F88-5BE5-4DEB-B8E1-CCA52313CEB8}"/>
              </a:ext>
            </a:extLst>
          </p:cNvPr>
          <p:cNvSpPr>
            <a:spLocks noGrp="1"/>
          </p:cNvSpPr>
          <p:nvPr>
            <p:ph type="body" sz="quarter" idx="10"/>
          </p:nvPr>
        </p:nvSpPr>
        <p:spPr/>
        <p:txBody>
          <a:bodyPr/>
          <a:lstStyle/>
          <a:p>
            <a:endParaRPr lang="en-US" dirty="0"/>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prstGeom prst="rect">
            <a:avLst/>
          </a:prstGeom>
        </p:spPr>
      </p:pic>
    </p:spTree>
    <p:custDataLst>
      <p:tags r:id="rId1"/>
    </p:custDataLst>
    <p:extLst>
      <p:ext uri="{BB962C8B-B14F-4D97-AF65-F5344CB8AC3E}">
        <p14:creationId xmlns:p14="http://schemas.microsoft.com/office/powerpoint/2010/main" val="4119655572"/>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F4CB322-106D-4597-AD6E-DC7D761D1942}"/>
              </a:ext>
            </a:extLst>
          </p:cNvPr>
          <p:cNvSpPr>
            <a:spLocks noGrp="1"/>
          </p:cNvSpPr>
          <p:nvPr>
            <p:ph type="title"/>
          </p:nvPr>
        </p:nvSpPr>
        <p:spPr/>
        <p:txBody>
          <a:bodyPr/>
          <a:lstStyle/>
          <a:p>
            <a:r>
              <a:rPr lang="en-US" dirty="0"/>
              <a:t>Code Behind a Form</a:t>
            </a:r>
          </a:p>
        </p:txBody>
      </p:sp>
      <p:sp>
        <p:nvSpPr>
          <p:cNvPr id="10" name="Picture Placeholder 9">
            <a:extLst>
              <a:ext uri="{FF2B5EF4-FFF2-40B4-BE49-F238E27FC236}">
                <a16:creationId xmlns:a16="http://schemas.microsoft.com/office/drawing/2014/main" id="{BD3DB74B-603E-4FE1-BD4C-D85A62A70527}"/>
              </a:ext>
              <a:ext uri="{C183D7F6-B498-43B3-948B-1728B52AA6E4}">
                <adec:decorative xmlns:adec="http://schemas.microsoft.com/office/drawing/2017/decorative" val="1"/>
              </a:ext>
            </a:extLst>
          </p:cNvPr>
          <p:cNvSpPr>
            <a:spLocks noGrp="1"/>
          </p:cNvSpPr>
          <p:nvPr>
            <p:ph type="pic" sz="quarter" idx="15"/>
          </p:nvPr>
        </p:nvSpPr>
        <p:spPr/>
        <p:txBody>
          <a:bodyPr/>
          <a:lstStyle/>
          <a:p>
            <a:endParaRPr lang="en-IL"/>
          </a:p>
        </p:txBody>
      </p:sp>
      <p:pic>
        <p:nvPicPr>
          <p:cNvPr id="8" name="Picture 5">
            <a:extLst>
              <a:ext uri="{FF2B5EF4-FFF2-40B4-BE49-F238E27FC236}">
                <a16:creationId xmlns:a16="http://schemas.microsoft.com/office/drawing/2014/main" id="{2A2DF49E-00C9-4A44-BD49-929AE40FFE99}"/>
              </a:ext>
              <a:ext uri="{C183D7F6-B498-43B3-948B-1728B52AA6E4}">
                <adec:decorative xmlns:adec="http://schemas.microsoft.com/office/drawing/2017/decorative" val="1"/>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5333682" y="10"/>
            <a:ext cx="6858000" cy="6861514"/>
          </a:xfrm>
          <a:prstGeom prst="rect">
            <a:avLst/>
          </a:prstGeom>
          <a:noFill/>
        </p:spPr>
      </p:pic>
    </p:spTree>
    <p:custDataLst>
      <p:tags r:id="rId1"/>
    </p:custDataLst>
    <p:extLst>
      <p:ext uri="{BB962C8B-B14F-4D97-AF65-F5344CB8AC3E}">
        <p14:creationId xmlns:p14="http://schemas.microsoft.com/office/powerpoint/2010/main" val="4048261989"/>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CA85F2-81D0-4D35-8C18-1165AA45D3E0}"/>
              </a:ext>
            </a:extLst>
          </p:cNvPr>
          <p:cNvSpPr>
            <a:spLocks noGrp="1"/>
          </p:cNvSpPr>
          <p:nvPr>
            <p:ph type="title"/>
          </p:nvPr>
        </p:nvSpPr>
        <p:spPr>
          <a:prstGeom prst="rect">
            <a:avLst/>
          </a:prstGeom>
          <a:solidFill>
            <a:schemeClr val="bg1"/>
          </a:solidFill>
          <a:ln>
            <a:noFill/>
          </a:ln>
        </p:spPr>
        <p:txBody>
          <a:bodyPr wrap="square" anchor="t">
            <a:normAutofit/>
          </a:bodyPr>
          <a:lstStyle/>
          <a:p>
            <a:r>
              <a:rPr lang="en-US"/>
              <a:t>PowerShell as an Engine For WPF</a:t>
            </a:r>
            <a:endParaRPr lang="en-US" dirty="0"/>
          </a:p>
        </p:txBody>
      </p:sp>
      <p:sp>
        <p:nvSpPr>
          <p:cNvPr id="3" name="Rectangle 2" descr="Single gear">
            <a:extLst>
              <a:ext uri="{FF2B5EF4-FFF2-40B4-BE49-F238E27FC236}">
                <a16:creationId xmlns:a16="http://schemas.microsoft.com/office/drawing/2014/main" id="{1A5E366F-36C5-4376-84A9-D49DD96073F0}"/>
              </a:ext>
            </a:extLst>
          </p:cNvPr>
          <p:cNvSpPr/>
          <p:nvPr/>
        </p:nvSpPr>
        <p:spPr>
          <a:xfrm>
            <a:off x="2951157" y="1408114"/>
            <a:ext cx="667406" cy="667406"/>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6" name="Freeform: Shape 5">
            <a:extLst>
              <a:ext uri="{FF2B5EF4-FFF2-40B4-BE49-F238E27FC236}">
                <a16:creationId xmlns:a16="http://schemas.microsoft.com/office/drawing/2014/main" id="{42FC9820-8CAF-42EC-874C-91B34E9BE970}"/>
              </a:ext>
            </a:extLst>
          </p:cNvPr>
          <p:cNvSpPr/>
          <p:nvPr/>
        </p:nvSpPr>
        <p:spPr>
          <a:xfrm>
            <a:off x="2331423" y="2194283"/>
            <a:ext cx="1906875" cy="715078"/>
          </a:xfrm>
          <a:custGeom>
            <a:avLst/>
            <a:gdLst>
              <a:gd name="connsiteX0" fmla="*/ 0 w 1906875"/>
              <a:gd name="connsiteY0" fmla="*/ 0 h 715078"/>
              <a:gd name="connsiteX1" fmla="*/ 1906875 w 1906875"/>
              <a:gd name="connsiteY1" fmla="*/ 0 h 715078"/>
              <a:gd name="connsiteX2" fmla="*/ 1906875 w 1906875"/>
              <a:gd name="connsiteY2" fmla="*/ 715078 h 715078"/>
              <a:gd name="connsiteX3" fmla="*/ 0 w 1906875"/>
              <a:gd name="connsiteY3" fmla="*/ 715078 h 715078"/>
              <a:gd name="connsiteX4" fmla="*/ 0 w 1906875"/>
              <a:gd name="connsiteY4" fmla="*/ 0 h 715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875" h="715078">
                <a:moveTo>
                  <a:pt x="0" y="0"/>
                </a:moveTo>
                <a:lnTo>
                  <a:pt x="1906875" y="0"/>
                </a:lnTo>
                <a:lnTo>
                  <a:pt x="1906875" y="715078"/>
                </a:lnTo>
                <a:lnTo>
                  <a:pt x="0" y="71507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2000" kern="1200" dirty="0"/>
              <a:t>PowerShell can be used as the engine behind the form</a:t>
            </a:r>
          </a:p>
        </p:txBody>
      </p:sp>
      <p:sp>
        <p:nvSpPr>
          <p:cNvPr id="9" name="Rectangle 8" descr="Quotes">
            <a:extLst>
              <a:ext uri="{FF2B5EF4-FFF2-40B4-BE49-F238E27FC236}">
                <a16:creationId xmlns:a16="http://schemas.microsoft.com/office/drawing/2014/main" id="{84B155E1-0A1E-43A8-BB1C-DCBF52EF8F03}"/>
              </a:ext>
            </a:extLst>
          </p:cNvPr>
          <p:cNvSpPr/>
          <p:nvPr/>
        </p:nvSpPr>
        <p:spPr>
          <a:xfrm>
            <a:off x="4238296" y="3948639"/>
            <a:ext cx="667406" cy="667406"/>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0" name="Freeform: Shape 9">
            <a:extLst>
              <a:ext uri="{FF2B5EF4-FFF2-40B4-BE49-F238E27FC236}">
                <a16:creationId xmlns:a16="http://schemas.microsoft.com/office/drawing/2014/main" id="{CDA680AC-9973-4492-AE8A-D2CA7FC82C04}"/>
              </a:ext>
            </a:extLst>
          </p:cNvPr>
          <p:cNvSpPr/>
          <p:nvPr/>
        </p:nvSpPr>
        <p:spPr>
          <a:xfrm>
            <a:off x="3618563" y="4734808"/>
            <a:ext cx="1906875" cy="715078"/>
          </a:xfrm>
          <a:custGeom>
            <a:avLst/>
            <a:gdLst>
              <a:gd name="connsiteX0" fmla="*/ 0 w 1906875"/>
              <a:gd name="connsiteY0" fmla="*/ 0 h 715078"/>
              <a:gd name="connsiteX1" fmla="*/ 1906875 w 1906875"/>
              <a:gd name="connsiteY1" fmla="*/ 0 h 715078"/>
              <a:gd name="connsiteX2" fmla="*/ 1906875 w 1906875"/>
              <a:gd name="connsiteY2" fmla="*/ 715078 h 715078"/>
              <a:gd name="connsiteX3" fmla="*/ 0 w 1906875"/>
              <a:gd name="connsiteY3" fmla="*/ 715078 h 715078"/>
              <a:gd name="connsiteX4" fmla="*/ 0 w 1906875"/>
              <a:gd name="connsiteY4" fmla="*/ 0 h 715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875" h="715078">
                <a:moveTo>
                  <a:pt x="0" y="0"/>
                </a:moveTo>
                <a:lnTo>
                  <a:pt x="1906875" y="0"/>
                </a:lnTo>
                <a:lnTo>
                  <a:pt x="1906875" y="715078"/>
                </a:lnTo>
                <a:lnTo>
                  <a:pt x="0" y="71507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2000" kern="1200" dirty="0"/>
              <a:t>All form code should be written before you display the form</a:t>
            </a:r>
          </a:p>
        </p:txBody>
      </p:sp>
      <p:sp>
        <p:nvSpPr>
          <p:cNvPr id="13" name="Rectangle 12" descr="Check List">
            <a:extLst>
              <a:ext uri="{FF2B5EF4-FFF2-40B4-BE49-F238E27FC236}">
                <a16:creationId xmlns:a16="http://schemas.microsoft.com/office/drawing/2014/main" id="{B837A312-E0FE-4B30-840B-955F40C2948E}"/>
              </a:ext>
            </a:extLst>
          </p:cNvPr>
          <p:cNvSpPr/>
          <p:nvPr/>
        </p:nvSpPr>
        <p:spPr>
          <a:xfrm>
            <a:off x="1381734" y="3938231"/>
            <a:ext cx="667406" cy="667406"/>
          </a:xfrm>
          <a:prstGeom prst="rect">
            <a:avLst/>
          </a:prstGeom>
          <a: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5" name="Freeform: Shape 14">
            <a:extLst>
              <a:ext uri="{FF2B5EF4-FFF2-40B4-BE49-F238E27FC236}">
                <a16:creationId xmlns:a16="http://schemas.microsoft.com/office/drawing/2014/main" id="{6A6ECA61-EFC4-46AA-822E-8B2FBC8C32DA}"/>
              </a:ext>
            </a:extLst>
          </p:cNvPr>
          <p:cNvSpPr/>
          <p:nvPr/>
        </p:nvSpPr>
        <p:spPr>
          <a:xfrm>
            <a:off x="762000" y="4724400"/>
            <a:ext cx="1906875" cy="715078"/>
          </a:xfrm>
          <a:custGeom>
            <a:avLst/>
            <a:gdLst>
              <a:gd name="connsiteX0" fmla="*/ 0 w 1906875"/>
              <a:gd name="connsiteY0" fmla="*/ 0 h 715078"/>
              <a:gd name="connsiteX1" fmla="*/ 1906875 w 1906875"/>
              <a:gd name="connsiteY1" fmla="*/ 0 h 715078"/>
              <a:gd name="connsiteX2" fmla="*/ 1906875 w 1906875"/>
              <a:gd name="connsiteY2" fmla="*/ 715078 h 715078"/>
              <a:gd name="connsiteX3" fmla="*/ 0 w 1906875"/>
              <a:gd name="connsiteY3" fmla="*/ 715078 h 715078"/>
              <a:gd name="connsiteX4" fmla="*/ 0 w 1906875"/>
              <a:gd name="connsiteY4" fmla="*/ 0 h 715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875" h="715078">
                <a:moveTo>
                  <a:pt x="0" y="0"/>
                </a:moveTo>
                <a:lnTo>
                  <a:pt x="1906875" y="0"/>
                </a:lnTo>
                <a:lnTo>
                  <a:pt x="1906875" y="715078"/>
                </a:lnTo>
                <a:lnTo>
                  <a:pt x="0" y="71507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2000" kern="1200" dirty="0"/>
              <a:t>Well documented MSDN for all controls</a:t>
            </a:r>
          </a:p>
        </p:txBody>
      </p:sp>
      <p:sp>
        <p:nvSpPr>
          <p:cNvPr id="17" name="Rectangle 16" descr="Group Brainstorm">
            <a:extLst>
              <a:ext uri="{FF2B5EF4-FFF2-40B4-BE49-F238E27FC236}">
                <a16:creationId xmlns:a16="http://schemas.microsoft.com/office/drawing/2014/main" id="{D6C83F93-A47C-4398-80AB-3E6771172DD6}"/>
              </a:ext>
            </a:extLst>
          </p:cNvPr>
          <p:cNvSpPr/>
          <p:nvPr/>
        </p:nvSpPr>
        <p:spPr>
          <a:xfrm>
            <a:off x="9448800" y="838808"/>
            <a:ext cx="667406" cy="667406"/>
          </a:xfrm>
          <a:prstGeom prst="rect">
            <a:avLst/>
          </a:prstGeom>
          <a:blipFill dpi="0" rotWithShape="1">
            <a:blip r:embed="rId11">
              <a:alphaModFix/>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dirty="0">
              <a:solidFill>
                <a:schemeClr val="dk1"/>
              </a:solidFill>
            </a:endParaRPr>
          </a:p>
        </p:txBody>
      </p:sp>
      <p:sp>
        <p:nvSpPr>
          <p:cNvPr id="18" name="Freeform: Shape 17">
            <a:extLst>
              <a:ext uri="{FF2B5EF4-FFF2-40B4-BE49-F238E27FC236}">
                <a16:creationId xmlns:a16="http://schemas.microsoft.com/office/drawing/2014/main" id="{28E1779A-3786-4CF1-8F1A-5292BB53CEB9}"/>
              </a:ext>
            </a:extLst>
          </p:cNvPr>
          <p:cNvSpPr/>
          <p:nvPr/>
        </p:nvSpPr>
        <p:spPr>
          <a:xfrm>
            <a:off x="8855342" y="1624975"/>
            <a:ext cx="1906875" cy="715078"/>
          </a:xfrm>
          <a:custGeom>
            <a:avLst/>
            <a:gdLst>
              <a:gd name="connsiteX0" fmla="*/ 0 w 1906875"/>
              <a:gd name="connsiteY0" fmla="*/ 0 h 715078"/>
              <a:gd name="connsiteX1" fmla="*/ 1906875 w 1906875"/>
              <a:gd name="connsiteY1" fmla="*/ 0 h 715078"/>
              <a:gd name="connsiteX2" fmla="*/ 1906875 w 1906875"/>
              <a:gd name="connsiteY2" fmla="*/ 715078 h 715078"/>
              <a:gd name="connsiteX3" fmla="*/ 0 w 1906875"/>
              <a:gd name="connsiteY3" fmla="*/ 715078 h 715078"/>
              <a:gd name="connsiteX4" fmla="*/ 0 w 1906875"/>
              <a:gd name="connsiteY4" fmla="*/ 0 h 715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875" h="715078">
                <a:moveTo>
                  <a:pt x="0" y="0"/>
                </a:moveTo>
                <a:lnTo>
                  <a:pt x="1906875" y="0"/>
                </a:lnTo>
                <a:lnTo>
                  <a:pt x="1906875" y="715078"/>
                </a:lnTo>
                <a:lnTo>
                  <a:pt x="0" y="71507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2000" kern="1200" dirty="0">
                <a:solidFill>
                  <a:schemeClr val="dk1"/>
                </a:solidFill>
              </a:rPr>
              <a:t>Advantage:</a:t>
            </a:r>
          </a:p>
        </p:txBody>
      </p:sp>
      <p:sp>
        <p:nvSpPr>
          <p:cNvPr id="19" name="Freeform: Shape 18">
            <a:extLst>
              <a:ext uri="{FF2B5EF4-FFF2-40B4-BE49-F238E27FC236}">
                <a16:creationId xmlns:a16="http://schemas.microsoft.com/office/drawing/2014/main" id="{C5CCF3FA-C902-441C-86FD-F435DBC71F61}"/>
              </a:ext>
            </a:extLst>
          </p:cNvPr>
          <p:cNvSpPr>
            <a:spLocks/>
          </p:cNvSpPr>
          <p:nvPr>
            <p:custDataLst>
              <p:tags r:id="rId2"/>
            </p:custDataLst>
          </p:nvPr>
        </p:nvSpPr>
        <p:spPr>
          <a:xfrm>
            <a:off x="8307798" y="2333217"/>
            <a:ext cx="3001963" cy="1205401"/>
          </a:xfrm>
          <a:custGeom>
            <a:avLst/>
            <a:gdLst>
              <a:gd name="connsiteX0" fmla="*/ 0 w 1906875"/>
              <a:gd name="connsiteY0" fmla="*/ 0 h 1205402"/>
              <a:gd name="connsiteX1" fmla="*/ 1906875 w 1906875"/>
              <a:gd name="connsiteY1" fmla="*/ 0 h 1205402"/>
              <a:gd name="connsiteX2" fmla="*/ 1906875 w 1906875"/>
              <a:gd name="connsiteY2" fmla="*/ 1205402 h 1205402"/>
              <a:gd name="connsiteX3" fmla="*/ 0 w 1906875"/>
              <a:gd name="connsiteY3" fmla="*/ 1205402 h 1205402"/>
              <a:gd name="connsiteX4" fmla="*/ 0 w 1906875"/>
              <a:gd name="connsiteY4" fmla="*/ 0 h 1205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875" h="1205402">
                <a:moveTo>
                  <a:pt x="0" y="0"/>
                </a:moveTo>
                <a:lnTo>
                  <a:pt x="1906875" y="0"/>
                </a:lnTo>
                <a:lnTo>
                  <a:pt x="1906875" y="1205402"/>
                </a:lnTo>
                <a:lnTo>
                  <a:pt x="0" y="120540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lvl1pPr marL="310896" indent="-310896" algn="l" defTabSz="932688" rtl="0" eaLnBrk="1" latinLnBrk="0" hangingPunct="1">
              <a:buClr>
                <a:schemeClr val="tx1"/>
              </a:buClr>
              <a:buSzPct val="90000"/>
              <a:buFont typeface="Wingdings" panose="05000000000000000000" pitchFamily="2" charset="2"/>
              <a:buChar char=""/>
            </a:lvl1pPr>
            <a:lvl2pPr marL="621792" indent="-310896" algn="l" defTabSz="932688" rtl="0" eaLnBrk="1" latinLnBrk="0" hangingPunct="1">
              <a:buClr>
                <a:schemeClr val="tx1"/>
              </a:buClr>
              <a:buSzPct val="90000"/>
              <a:buFont typeface="Wingdings" panose="05000000000000000000" pitchFamily="2" charset="2"/>
              <a:buChar char=""/>
            </a:lvl2pPr>
            <a:lvl3pPr marL="932688" indent="-310896" algn="l" defTabSz="932688" rtl="0" eaLnBrk="1" latinLnBrk="0" hangingPunct="1">
              <a:buClr>
                <a:schemeClr val="tx1"/>
              </a:buClr>
              <a:buSzPct val="90000"/>
              <a:buFont typeface="Wingdings" panose="05000000000000000000" pitchFamily="2" charset="2"/>
              <a:buChar char=""/>
            </a:lvl3pPr>
            <a:lvl4pPr marL="1243584" indent="-310896" algn="l" defTabSz="932688" rtl="0" eaLnBrk="1" latinLnBrk="0" hangingPunct="1">
              <a:buClr>
                <a:schemeClr val="tx1"/>
              </a:buClr>
              <a:buSzPct val="90000"/>
              <a:buFont typeface="Wingdings" panose="05000000000000000000" pitchFamily="2" charset="2"/>
              <a:buChar char=""/>
            </a:lvl4pPr>
            <a:lvl5pPr marL="1554480" indent="-329184" algn="l" defTabSz="932688" rtl="0" eaLnBrk="1" latinLnBrk="0" hangingPunct="1">
              <a:buClr>
                <a:schemeClr val="tx1"/>
              </a:buClr>
              <a:buSzPct val="90000"/>
              <a:buFont typeface="Wingdings" panose="05000000000000000000" pitchFamily="2" charset="2"/>
              <a:buChar char=""/>
            </a:lvl5pPr>
            <a:lvl6pPr marL="310896" indent="-310896" algn="l" defTabSz="932688" rtl="0" eaLnBrk="1" latinLnBrk="0" hangingPunct="1">
              <a:buSzPct val="100000"/>
              <a:buFont typeface="+mj-lt"/>
              <a:buAutoNum type="arabicPeriod"/>
            </a:lvl6pPr>
            <a:lvl7pPr marL="621792" indent="-310896" algn="l" defTabSz="932688" rtl="0" eaLnBrk="1" latinLnBrk="0" hangingPunct="1">
              <a:buSzPct val="90000"/>
              <a:buFont typeface="+mj-lt"/>
              <a:buAutoNum type="alphaLcPeriod"/>
            </a:lvl7pPr>
          </a:lstStyle>
          <a:p>
            <a:pPr marL="171450" indent="-171450" algn="ctr" defTabSz="488950">
              <a:spcBef>
                <a:spcPct val="0"/>
              </a:spcBef>
              <a:spcAft>
                <a:spcPct val="35000"/>
              </a:spcAft>
              <a:buFont typeface="Arial" panose="020B0604020202020204" pitchFamily="34" charset="0"/>
              <a:buChar char="•"/>
            </a:pPr>
            <a:r>
              <a:rPr lang="en-US" sz="1700" dirty="0">
                <a:solidFill>
                  <a:schemeClr val="dk1"/>
                </a:solidFill>
              </a:rPr>
              <a:t>No need to learn other language to Power great visual forms</a:t>
            </a:r>
          </a:p>
        </p:txBody>
      </p:sp>
      <p:sp>
        <p:nvSpPr>
          <p:cNvPr id="20" name="Rectangle 19" descr="Disconnected">
            <a:extLst>
              <a:ext uri="{FF2B5EF4-FFF2-40B4-BE49-F238E27FC236}">
                <a16:creationId xmlns:a16="http://schemas.microsoft.com/office/drawing/2014/main" id="{4AD79F9A-7174-4BD7-89AB-97B471FCDF9A}"/>
              </a:ext>
            </a:extLst>
          </p:cNvPr>
          <p:cNvSpPr/>
          <p:nvPr/>
        </p:nvSpPr>
        <p:spPr>
          <a:xfrm>
            <a:off x="9549278" y="3434255"/>
            <a:ext cx="667406" cy="667406"/>
          </a:xfrm>
          <a:prstGeom prst="rect">
            <a:avLst/>
          </a:prstGeom>
          <a: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solidFill>
                <a:schemeClr val="dk1"/>
              </a:solidFill>
            </a:endParaRPr>
          </a:p>
        </p:txBody>
      </p:sp>
      <p:sp>
        <p:nvSpPr>
          <p:cNvPr id="21" name="Freeform: Shape 20">
            <a:extLst>
              <a:ext uri="{FF2B5EF4-FFF2-40B4-BE49-F238E27FC236}">
                <a16:creationId xmlns:a16="http://schemas.microsoft.com/office/drawing/2014/main" id="{2490C363-0C61-4D32-995D-66AC279E297D}"/>
              </a:ext>
            </a:extLst>
          </p:cNvPr>
          <p:cNvSpPr>
            <a:spLocks/>
          </p:cNvSpPr>
          <p:nvPr/>
        </p:nvSpPr>
        <p:spPr>
          <a:xfrm>
            <a:off x="8929544" y="4220422"/>
            <a:ext cx="1906874" cy="715079"/>
          </a:xfrm>
          <a:custGeom>
            <a:avLst/>
            <a:gdLst>
              <a:gd name="connsiteX0" fmla="*/ 0 w 1906875"/>
              <a:gd name="connsiteY0" fmla="*/ 0 h 715078"/>
              <a:gd name="connsiteX1" fmla="*/ 1906875 w 1906875"/>
              <a:gd name="connsiteY1" fmla="*/ 0 h 715078"/>
              <a:gd name="connsiteX2" fmla="*/ 1906875 w 1906875"/>
              <a:gd name="connsiteY2" fmla="*/ 715078 h 715078"/>
              <a:gd name="connsiteX3" fmla="*/ 0 w 1906875"/>
              <a:gd name="connsiteY3" fmla="*/ 715078 h 715078"/>
              <a:gd name="connsiteX4" fmla="*/ 0 w 1906875"/>
              <a:gd name="connsiteY4" fmla="*/ 0 h 715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875" h="715078">
                <a:moveTo>
                  <a:pt x="0" y="0"/>
                </a:moveTo>
                <a:lnTo>
                  <a:pt x="1906875" y="0"/>
                </a:lnTo>
                <a:lnTo>
                  <a:pt x="1906875" y="715078"/>
                </a:lnTo>
                <a:lnTo>
                  <a:pt x="0" y="71507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2000" kern="1200" dirty="0">
                <a:solidFill>
                  <a:schemeClr val="dk1"/>
                </a:solidFill>
              </a:rPr>
              <a:t>Disadvantage:</a:t>
            </a:r>
          </a:p>
        </p:txBody>
      </p:sp>
      <p:sp>
        <p:nvSpPr>
          <p:cNvPr id="22" name="Freeform: Shape 21">
            <a:extLst>
              <a:ext uri="{FF2B5EF4-FFF2-40B4-BE49-F238E27FC236}">
                <a16:creationId xmlns:a16="http://schemas.microsoft.com/office/drawing/2014/main" id="{45E39833-027B-4291-824D-3FC8E83A0399}"/>
              </a:ext>
            </a:extLst>
          </p:cNvPr>
          <p:cNvSpPr/>
          <p:nvPr/>
        </p:nvSpPr>
        <p:spPr>
          <a:xfrm>
            <a:off x="7620000" y="4928662"/>
            <a:ext cx="4419600" cy="1205402"/>
          </a:xfrm>
          <a:custGeom>
            <a:avLst/>
            <a:gdLst>
              <a:gd name="connsiteX0" fmla="*/ 0 w 1906875"/>
              <a:gd name="connsiteY0" fmla="*/ 0 h 1205402"/>
              <a:gd name="connsiteX1" fmla="*/ 1906875 w 1906875"/>
              <a:gd name="connsiteY1" fmla="*/ 0 h 1205402"/>
              <a:gd name="connsiteX2" fmla="*/ 1906875 w 1906875"/>
              <a:gd name="connsiteY2" fmla="*/ 1205402 h 1205402"/>
              <a:gd name="connsiteX3" fmla="*/ 0 w 1906875"/>
              <a:gd name="connsiteY3" fmla="*/ 1205402 h 1205402"/>
              <a:gd name="connsiteX4" fmla="*/ 0 w 1906875"/>
              <a:gd name="connsiteY4" fmla="*/ 0 h 1205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875" h="1205402">
                <a:moveTo>
                  <a:pt x="0" y="0"/>
                </a:moveTo>
                <a:lnTo>
                  <a:pt x="1906875" y="0"/>
                </a:lnTo>
                <a:lnTo>
                  <a:pt x="1906875" y="1205402"/>
                </a:lnTo>
                <a:lnTo>
                  <a:pt x="0" y="120540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171450" lvl="0" indent="-171450" algn="ctr" defTabSz="488950">
              <a:lnSpc>
                <a:spcPct val="100000"/>
              </a:lnSpc>
              <a:spcBef>
                <a:spcPct val="0"/>
              </a:spcBef>
              <a:spcAft>
                <a:spcPct val="35000"/>
              </a:spcAft>
              <a:buFont typeface="Arial" panose="020B0604020202020204" pitchFamily="34" charset="0"/>
              <a:buChar char="•"/>
            </a:pPr>
            <a:r>
              <a:rPr lang="en-US" kern="1200" dirty="0">
                <a:solidFill>
                  <a:schemeClr val="dk1"/>
                </a:solidFill>
              </a:rPr>
              <a:t>No debugger available (Shell access lockout while form is visible)</a:t>
            </a:r>
          </a:p>
          <a:p>
            <a:pPr marL="171450" lvl="0" indent="-171450" algn="ctr" defTabSz="488950">
              <a:lnSpc>
                <a:spcPct val="100000"/>
              </a:lnSpc>
              <a:spcBef>
                <a:spcPct val="0"/>
              </a:spcBef>
              <a:spcAft>
                <a:spcPct val="35000"/>
              </a:spcAft>
              <a:buFont typeface="Arial" panose="020B0604020202020204" pitchFamily="34" charset="0"/>
              <a:buChar char="•"/>
            </a:pPr>
            <a:r>
              <a:rPr lang="en-US" kern="1200" dirty="0">
                <a:solidFill>
                  <a:schemeClr val="dk1"/>
                </a:solidFill>
              </a:rPr>
              <a:t>PowerShell has no native form refresh as an asynchronous task</a:t>
            </a:r>
          </a:p>
        </p:txBody>
      </p:sp>
    </p:spTree>
    <p:custDataLst>
      <p:tags r:id="rId1"/>
    </p:custDataLst>
    <p:extLst>
      <p:ext uri="{BB962C8B-B14F-4D97-AF65-F5344CB8AC3E}">
        <p14:creationId xmlns:p14="http://schemas.microsoft.com/office/powerpoint/2010/main" val="319018724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p:bldP spid="19" grpId="0"/>
      <p:bldP spid="20" grpId="0" animBg="1"/>
      <p:bldP spid="21" grpId="0"/>
      <p:bldP spid="2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743E29-3932-4EB8-86D4-F83F46D63AC3}"/>
              </a:ext>
            </a:extLst>
          </p:cNvPr>
          <p:cNvSpPr>
            <a:spLocks noGrp="1"/>
          </p:cNvSpPr>
          <p:nvPr>
            <p:ph type="title"/>
          </p:nvPr>
        </p:nvSpPr>
        <p:spPr/>
        <p:txBody>
          <a:bodyPr/>
          <a:lstStyle/>
          <a:p>
            <a:r>
              <a:rPr lang="en-US"/>
              <a:t>Control Properties</a:t>
            </a:r>
            <a:endParaRPr lang="en-US" dirty="0"/>
          </a:p>
        </p:txBody>
      </p:sp>
      <p:sp>
        <p:nvSpPr>
          <p:cNvPr id="10" name="Subtitle 9">
            <a:extLst>
              <a:ext uri="{FF2B5EF4-FFF2-40B4-BE49-F238E27FC236}">
                <a16:creationId xmlns:a16="http://schemas.microsoft.com/office/drawing/2014/main" id="{4EFA7A2A-540F-43F4-9048-0EACD352C437}"/>
              </a:ext>
            </a:extLst>
          </p:cNvPr>
          <p:cNvSpPr>
            <a:spLocks noGrp="1"/>
          </p:cNvSpPr>
          <p:nvPr>
            <p:ph type="subTitle" idx="1"/>
          </p:nvPr>
        </p:nvSpPr>
        <p:spPr/>
        <p:txBody>
          <a:bodyPr/>
          <a:lstStyle/>
          <a:p>
            <a:r>
              <a:rPr lang="en-US" dirty="0"/>
              <a:t>Controls have Properties you can change / update</a:t>
            </a:r>
          </a:p>
        </p:txBody>
      </p:sp>
      <p:sp>
        <p:nvSpPr>
          <p:cNvPr id="7" name="Content Placeholder 6">
            <a:extLst>
              <a:ext uri="{FF2B5EF4-FFF2-40B4-BE49-F238E27FC236}">
                <a16:creationId xmlns:a16="http://schemas.microsoft.com/office/drawing/2014/main" id="{9303A972-FED5-45E8-854F-91FC6AC8682A}"/>
              </a:ext>
            </a:extLst>
          </p:cNvPr>
          <p:cNvSpPr>
            <a:spLocks noGrp="1"/>
          </p:cNvSpPr>
          <p:nvPr>
            <p:ph sz="quarter" idx="13"/>
          </p:nvPr>
        </p:nvSpPr>
        <p:spPr/>
        <p:txBody>
          <a:bodyPr/>
          <a:lstStyle/>
          <a:p>
            <a:r>
              <a:rPr lang="en-US" dirty="0"/>
              <a:t>Use </a:t>
            </a:r>
            <a:r>
              <a:rPr lang="en-US" b="1" dirty="0"/>
              <a:t>Get-member</a:t>
            </a:r>
            <a:r>
              <a:rPr lang="en-US" dirty="0"/>
              <a:t> to view Property types</a:t>
            </a:r>
          </a:p>
        </p:txBody>
      </p:sp>
      <p:sp>
        <p:nvSpPr>
          <p:cNvPr id="6" name="Code Box">
            <a:extLst>
              <a:ext uri="{FF2B5EF4-FFF2-40B4-BE49-F238E27FC236}">
                <a16:creationId xmlns:a16="http://schemas.microsoft.com/office/drawing/2014/main" id="{2A0549CE-2EE0-4B10-9C62-1F5857D11F46}"/>
              </a:ext>
            </a:extLst>
          </p:cNvPr>
          <p:cNvSpPr/>
          <p:nvPr>
            <p:custDataLst>
              <p:tags r:id="rId2"/>
            </p:custDataLst>
          </p:nvPr>
        </p:nvSpPr>
        <p:spPr>
          <a:xfrm>
            <a:off x="655638" y="1905001"/>
            <a:ext cx="10880725" cy="4322764"/>
          </a:xfrm>
          <a:prstGeom prst="rect">
            <a:avLst/>
          </a:prstGeom>
          <a:solidFill>
            <a:srgbClr val="012456"/>
          </a:solidFill>
        </p:spPr>
        <p:txBody>
          <a:bodyPr wrap="square">
            <a:noAutofit/>
          </a:bodyPr>
          <a:lstStyle/>
          <a:p>
            <a:r>
              <a:rPr lang="en-US" sz="1900" dirty="0">
                <a:solidFill>
                  <a:srgbClr val="F5F5F5"/>
                </a:solidFill>
                <a:latin typeface="Lucida Console" panose="020B0609040504020204" pitchFamily="49" charset="0"/>
              </a:rPr>
              <a:t>PS C:\&gt; </a:t>
            </a:r>
            <a:r>
              <a:rPr lang="en-US" sz="1900" dirty="0">
                <a:solidFill>
                  <a:srgbClr val="FF4500"/>
                </a:solidFill>
                <a:latin typeface="Lucida Console" panose="020B0609040504020204" pitchFamily="49" charset="0"/>
              </a:rPr>
              <a:t>$</a:t>
            </a:r>
            <a:r>
              <a:rPr lang="en-US" sz="1900" dirty="0" err="1">
                <a:solidFill>
                  <a:srgbClr val="FF4500"/>
                </a:solidFill>
                <a:latin typeface="Lucida Console" panose="020B0609040504020204" pitchFamily="49" charset="0"/>
              </a:rPr>
              <a:t>Gui</a:t>
            </a:r>
            <a:r>
              <a:rPr lang="en-US" sz="1900" dirty="0" err="1">
                <a:solidFill>
                  <a:srgbClr val="D3D3D3"/>
                </a:solidFill>
                <a:latin typeface="Lucida Console" panose="020B0609040504020204" pitchFamily="49" charset="0"/>
              </a:rPr>
              <a:t>.</a:t>
            </a:r>
            <a:r>
              <a:rPr lang="en-US" sz="1900" dirty="0" err="1">
                <a:solidFill>
                  <a:srgbClr val="F5F5F5"/>
                </a:solidFill>
                <a:latin typeface="Lucida Console" panose="020B0609040504020204" pitchFamily="49" charset="0"/>
              </a:rPr>
              <a:t>Inputtext</a:t>
            </a:r>
            <a:r>
              <a:rPr lang="en-US" sz="1900" dirty="0" err="1">
                <a:solidFill>
                  <a:srgbClr val="D3D3D3"/>
                </a:solidFill>
                <a:latin typeface="Lucida Console" panose="020B0609040504020204" pitchFamily="49" charset="0"/>
              </a:rPr>
              <a:t>.</a:t>
            </a:r>
            <a:r>
              <a:rPr lang="en-US" sz="1900" dirty="0" err="1">
                <a:solidFill>
                  <a:srgbClr val="F5F5F5"/>
                </a:solidFill>
                <a:latin typeface="Lucida Console" panose="020B0609040504020204" pitchFamily="49" charset="0"/>
              </a:rPr>
              <a:t>gettype</a:t>
            </a:r>
            <a:r>
              <a:rPr lang="en-US" sz="1900" dirty="0">
                <a:solidFill>
                  <a:srgbClr val="F5F5F5"/>
                </a:solidFill>
                <a:latin typeface="Lucida Console" panose="020B0609040504020204" pitchFamily="49" charset="0"/>
              </a:rPr>
              <a:t>().</a:t>
            </a:r>
            <a:r>
              <a:rPr lang="en-US" sz="1900" dirty="0" err="1">
                <a:solidFill>
                  <a:srgbClr val="F5F5F5"/>
                </a:solidFill>
                <a:latin typeface="Lucida Console" panose="020B0609040504020204" pitchFamily="49" charset="0"/>
              </a:rPr>
              <a:t>fullname</a:t>
            </a:r>
            <a:endParaRPr lang="en-US" sz="1900" dirty="0">
              <a:solidFill>
                <a:srgbClr val="F5F5F5"/>
              </a:solidFill>
              <a:latin typeface="Lucida Console" panose="020B0609040504020204" pitchFamily="49" charset="0"/>
            </a:endParaRPr>
          </a:p>
          <a:p>
            <a:r>
              <a:rPr lang="en-US" sz="1900" dirty="0">
                <a:solidFill>
                  <a:srgbClr val="F5F5F5"/>
                </a:solidFill>
                <a:latin typeface="Lucida Console" panose="020B0609040504020204" pitchFamily="49" charset="0"/>
              </a:rPr>
              <a:t>&gt; </a:t>
            </a:r>
            <a:r>
              <a:rPr lang="en-US" sz="1900" dirty="0" err="1">
                <a:solidFill>
                  <a:srgbClr val="F5F5F5"/>
                </a:solidFill>
                <a:latin typeface="Lucida Console" panose="020B0609040504020204" pitchFamily="49" charset="0"/>
              </a:rPr>
              <a:t>System.Windows.Controls.textBox</a:t>
            </a:r>
            <a:endParaRPr lang="en-US" sz="1900" dirty="0">
              <a:solidFill>
                <a:srgbClr val="F5F5F5"/>
              </a:solidFill>
              <a:latin typeface="Lucida Console" panose="020B0609040504020204" pitchFamily="49" charset="0"/>
            </a:endParaRPr>
          </a:p>
          <a:p>
            <a:endParaRPr lang="en-US" sz="1900" dirty="0">
              <a:solidFill>
                <a:srgbClr val="F5F5F5"/>
              </a:solidFill>
              <a:latin typeface="Lucida Console" panose="020B0609040504020204" pitchFamily="49" charset="0"/>
            </a:endParaRPr>
          </a:p>
          <a:p>
            <a:r>
              <a:rPr lang="en-US" sz="1900" dirty="0">
                <a:solidFill>
                  <a:srgbClr val="F5F5F5"/>
                </a:solidFill>
                <a:latin typeface="Lucida Console" panose="020B0609040504020204" pitchFamily="49" charset="0"/>
              </a:rPr>
              <a:t>PS C:\&gt; </a:t>
            </a:r>
            <a:r>
              <a:rPr lang="en-US" sz="1900" dirty="0">
                <a:solidFill>
                  <a:srgbClr val="FF4500"/>
                </a:solidFill>
                <a:latin typeface="Lucida Console" panose="020B0609040504020204" pitchFamily="49" charset="0"/>
              </a:rPr>
              <a:t>$</a:t>
            </a:r>
            <a:r>
              <a:rPr lang="en-US" sz="1900" dirty="0" err="1">
                <a:solidFill>
                  <a:srgbClr val="FF4500"/>
                </a:solidFill>
                <a:latin typeface="Lucida Console" panose="020B0609040504020204" pitchFamily="49" charset="0"/>
              </a:rPr>
              <a:t>Gui</a:t>
            </a:r>
            <a:r>
              <a:rPr lang="en-US" sz="1900" dirty="0" err="1">
                <a:solidFill>
                  <a:srgbClr val="D3D3D3"/>
                </a:solidFill>
                <a:latin typeface="Lucida Console" panose="020B0609040504020204" pitchFamily="49" charset="0"/>
              </a:rPr>
              <a:t>.</a:t>
            </a:r>
            <a:r>
              <a:rPr lang="en-US" sz="1900" dirty="0" err="1">
                <a:solidFill>
                  <a:srgbClr val="F5F5F5"/>
                </a:solidFill>
                <a:latin typeface="Lucida Console" panose="020B0609040504020204" pitchFamily="49" charset="0"/>
              </a:rPr>
              <a:t>Inputtext</a:t>
            </a:r>
            <a:r>
              <a:rPr lang="en-US" sz="1900" dirty="0">
                <a:solidFill>
                  <a:srgbClr val="F5F5F5"/>
                </a:solidFill>
                <a:latin typeface="Lucida Console" panose="020B0609040504020204" pitchFamily="49" charset="0"/>
              </a:rPr>
              <a:t> </a:t>
            </a:r>
            <a:r>
              <a:rPr lang="en-US" sz="1900" dirty="0">
                <a:solidFill>
                  <a:srgbClr val="D3D3D3"/>
                </a:solidFill>
                <a:latin typeface="Lucida Console" panose="020B0609040504020204" pitchFamily="49" charset="0"/>
              </a:rPr>
              <a:t>|</a:t>
            </a:r>
            <a:r>
              <a:rPr lang="en-US" sz="1900" dirty="0">
                <a:solidFill>
                  <a:srgbClr val="F5F5F5"/>
                </a:solidFill>
                <a:latin typeface="Lucida Console" panose="020B0609040504020204" pitchFamily="49" charset="0"/>
              </a:rPr>
              <a:t> </a:t>
            </a:r>
            <a:r>
              <a:rPr lang="en-US" sz="1900" dirty="0">
                <a:solidFill>
                  <a:srgbClr val="E0FFFF"/>
                </a:solidFill>
                <a:latin typeface="Lucida Console" panose="020B0609040504020204" pitchFamily="49" charset="0"/>
              </a:rPr>
              <a:t>Get-Member</a:t>
            </a:r>
            <a:r>
              <a:rPr lang="en-US" sz="1900" dirty="0">
                <a:solidFill>
                  <a:srgbClr val="F5F5F5"/>
                </a:solidFill>
                <a:latin typeface="Lucida Console" panose="020B0609040504020204" pitchFamily="49" charset="0"/>
              </a:rPr>
              <a:t> </a:t>
            </a:r>
            <a:r>
              <a:rPr lang="en-US" sz="1900" dirty="0">
                <a:solidFill>
                  <a:srgbClr val="FFE4B5"/>
                </a:solidFill>
                <a:latin typeface="Lucida Console" panose="020B0609040504020204" pitchFamily="49" charset="0"/>
              </a:rPr>
              <a:t>-Type</a:t>
            </a:r>
            <a:r>
              <a:rPr lang="en-US" sz="1900" dirty="0">
                <a:solidFill>
                  <a:srgbClr val="F5F5F5"/>
                </a:solidFill>
                <a:latin typeface="Lucida Console" panose="020B0609040504020204" pitchFamily="49" charset="0"/>
              </a:rPr>
              <a:t> </a:t>
            </a:r>
            <a:r>
              <a:rPr lang="en-US" sz="1900" dirty="0">
                <a:solidFill>
                  <a:srgbClr val="EE82EE"/>
                </a:solidFill>
                <a:latin typeface="Lucida Console" panose="020B0609040504020204" pitchFamily="49" charset="0"/>
              </a:rPr>
              <a:t>Property</a:t>
            </a:r>
            <a:r>
              <a:rPr lang="en-US" sz="1900" dirty="0">
                <a:solidFill>
                  <a:srgbClr val="F5F5F5"/>
                </a:solidFill>
                <a:latin typeface="Lucida Console" panose="020B0609040504020204" pitchFamily="49" charset="0"/>
              </a:rPr>
              <a:t> </a:t>
            </a:r>
            <a:r>
              <a:rPr lang="en-US" sz="1900" dirty="0">
                <a:solidFill>
                  <a:srgbClr val="FFE4B5"/>
                </a:solidFill>
                <a:latin typeface="Lucida Console" panose="020B0609040504020204" pitchFamily="49" charset="0"/>
              </a:rPr>
              <a:t>-name</a:t>
            </a:r>
            <a:r>
              <a:rPr lang="en-US" sz="1900" dirty="0">
                <a:solidFill>
                  <a:srgbClr val="F5F5F5"/>
                </a:solidFill>
                <a:latin typeface="Lucida Console" panose="020B0609040504020204" pitchFamily="49" charset="0"/>
              </a:rPr>
              <a:t> </a:t>
            </a:r>
            <a:r>
              <a:rPr lang="en-US" sz="1900" dirty="0">
                <a:solidFill>
                  <a:srgbClr val="EE82EE"/>
                </a:solidFill>
                <a:latin typeface="Lucida Console" panose="020B0609040504020204" pitchFamily="49" charset="0"/>
              </a:rPr>
              <a:t>*Text* </a:t>
            </a:r>
          </a:p>
          <a:p>
            <a:r>
              <a:rPr lang="en-US" sz="1900" dirty="0">
                <a:solidFill>
                  <a:srgbClr val="F5F5F5"/>
                </a:solidFill>
                <a:latin typeface="Lucida Console" panose="020B0609040504020204" pitchFamily="49" charset="0"/>
              </a:rPr>
              <a:t>&gt; Name               </a:t>
            </a:r>
            <a:r>
              <a:rPr lang="en-US" sz="1900" dirty="0" err="1">
                <a:solidFill>
                  <a:srgbClr val="F5F5F5"/>
                </a:solidFill>
                <a:latin typeface="Lucida Console" panose="020B0609040504020204" pitchFamily="49" charset="0"/>
              </a:rPr>
              <a:t>MemberType</a:t>
            </a:r>
            <a:r>
              <a:rPr lang="en-US" sz="1900" dirty="0">
                <a:solidFill>
                  <a:srgbClr val="F5F5F5"/>
                </a:solidFill>
                <a:latin typeface="Lucida Console" panose="020B0609040504020204" pitchFamily="49" charset="0"/>
              </a:rPr>
              <a:t> Definition</a:t>
            </a:r>
          </a:p>
          <a:p>
            <a:r>
              <a:rPr lang="en-US" sz="1900" dirty="0">
                <a:solidFill>
                  <a:srgbClr val="F5F5F5"/>
                </a:solidFill>
                <a:latin typeface="Lucida Console" panose="020B0609040504020204" pitchFamily="49" charset="0"/>
              </a:rPr>
              <a:t>&gt; ----               ---------- ----------</a:t>
            </a:r>
          </a:p>
          <a:p>
            <a:r>
              <a:rPr lang="en-US" sz="1900" dirty="0">
                <a:solidFill>
                  <a:srgbClr val="F5F5F5"/>
                </a:solidFill>
                <a:latin typeface="Lucida Console" panose="020B0609040504020204" pitchFamily="49" charset="0"/>
              </a:rPr>
              <a:t>&gt; </a:t>
            </a:r>
            <a:r>
              <a:rPr lang="en-US" sz="1900" dirty="0" err="1">
                <a:solidFill>
                  <a:srgbClr val="F5F5F5"/>
                </a:solidFill>
                <a:latin typeface="Lucida Console" panose="020B0609040504020204" pitchFamily="49" charset="0"/>
              </a:rPr>
              <a:t>ContextMenu</a:t>
            </a:r>
            <a:r>
              <a:rPr lang="en-US" sz="1900" dirty="0">
                <a:solidFill>
                  <a:srgbClr val="F5F5F5"/>
                </a:solidFill>
                <a:latin typeface="Lucida Console" panose="020B0609040504020204" pitchFamily="49" charset="0"/>
              </a:rPr>
              <a:t>        Property   </a:t>
            </a:r>
            <a:r>
              <a:rPr lang="en-US" sz="1900" dirty="0" err="1">
                <a:solidFill>
                  <a:srgbClr val="F5F5F5"/>
                </a:solidFill>
                <a:latin typeface="Lucida Console" panose="020B0609040504020204" pitchFamily="49" charset="0"/>
              </a:rPr>
              <a:t>System.Windows.Controls.ContextMenu</a:t>
            </a:r>
            <a:r>
              <a:rPr lang="en-US" sz="1900" dirty="0">
                <a:solidFill>
                  <a:srgbClr val="F5F5F5"/>
                </a:solidFill>
                <a:latin typeface="Lucida Console" panose="020B0609040504020204" pitchFamily="49" charset="0"/>
              </a:rPr>
              <a:t> ...</a:t>
            </a:r>
          </a:p>
          <a:p>
            <a:r>
              <a:rPr lang="en-US" sz="1900" dirty="0">
                <a:solidFill>
                  <a:srgbClr val="F5F5F5"/>
                </a:solidFill>
                <a:latin typeface="Lucida Console" panose="020B0609040504020204" pitchFamily="49" charset="0"/>
              </a:rPr>
              <a:t>&gt; </a:t>
            </a:r>
            <a:r>
              <a:rPr lang="en-US" sz="1900" dirty="0" err="1">
                <a:solidFill>
                  <a:srgbClr val="F5F5F5"/>
                </a:solidFill>
                <a:latin typeface="Lucida Console" panose="020B0609040504020204" pitchFamily="49" charset="0"/>
              </a:rPr>
              <a:t>DataContext</a:t>
            </a:r>
            <a:r>
              <a:rPr lang="en-US" sz="1900" dirty="0">
                <a:solidFill>
                  <a:srgbClr val="F5F5F5"/>
                </a:solidFill>
                <a:latin typeface="Lucida Console" panose="020B0609040504020204" pitchFamily="49" charset="0"/>
              </a:rPr>
              <a:t>        Property   </a:t>
            </a:r>
            <a:r>
              <a:rPr lang="en-US" sz="1900" dirty="0" err="1">
                <a:solidFill>
                  <a:srgbClr val="F5F5F5"/>
                </a:solidFill>
                <a:latin typeface="Lucida Console" panose="020B0609040504020204" pitchFamily="49" charset="0"/>
              </a:rPr>
              <a:t>System.Object</a:t>
            </a:r>
            <a:r>
              <a:rPr lang="en-US" sz="1900" dirty="0">
                <a:solidFill>
                  <a:srgbClr val="F5F5F5"/>
                </a:solidFill>
                <a:latin typeface="Lucida Console" panose="020B0609040504020204" pitchFamily="49" charset="0"/>
              </a:rPr>
              <a:t> </a:t>
            </a:r>
            <a:r>
              <a:rPr lang="en-US" sz="1900" dirty="0" err="1">
                <a:solidFill>
                  <a:srgbClr val="F5F5F5"/>
                </a:solidFill>
                <a:latin typeface="Lucida Console" panose="020B0609040504020204" pitchFamily="49" charset="0"/>
              </a:rPr>
              <a:t>DataContext</a:t>
            </a:r>
            <a:r>
              <a:rPr lang="en-US" sz="1900" dirty="0">
                <a:solidFill>
                  <a:srgbClr val="F5F5F5"/>
                </a:solidFill>
                <a:latin typeface="Lucida Console" panose="020B0609040504020204" pitchFamily="49" charset="0"/>
              </a:rPr>
              <a:t> {</a:t>
            </a:r>
            <a:r>
              <a:rPr lang="en-US" sz="1900" dirty="0" err="1">
                <a:solidFill>
                  <a:srgbClr val="F5F5F5"/>
                </a:solidFill>
                <a:latin typeface="Lucida Console" panose="020B0609040504020204" pitchFamily="49" charset="0"/>
              </a:rPr>
              <a:t>get;set</a:t>
            </a:r>
            <a:r>
              <a:rPr lang="en-US" sz="1900" dirty="0">
                <a:solidFill>
                  <a:srgbClr val="F5F5F5"/>
                </a:solidFill>
                <a:latin typeface="Lucida Console" panose="020B0609040504020204" pitchFamily="49" charset="0"/>
              </a:rPr>
              <a:t>;}</a:t>
            </a:r>
          </a:p>
          <a:p>
            <a:r>
              <a:rPr lang="en-US" sz="1900" dirty="0">
                <a:solidFill>
                  <a:srgbClr val="F5F5F5"/>
                </a:solidFill>
                <a:latin typeface="Lucida Console" panose="020B0609040504020204" pitchFamily="49" charset="0"/>
              </a:rPr>
              <a:t>&gt; </a:t>
            </a:r>
            <a:r>
              <a:rPr lang="en-US" sz="1900" dirty="0" err="1">
                <a:solidFill>
                  <a:srgbClr val="F5F5F5"/>
                </a:solidFill>
                <a:latin typeface="Lucida Console" panose="020B0609040504020204" pitchFamily="49" charset="0"/>
              </a:rPr>
              <a:t>SelectedText</a:t>
            </a:r>
            <a:r>
              <a:rPr lang="en-US" sz="1900" dirty="0">
                <a:solidFill>
                  <a:srgbClr val="F5F5F5"/>
                </a:solidFill>
                <a:latin typeface="Lucida Console" panose="020B0609040504020204" pitchFamily="49" charset="0"/>
              </a:rPr>
              <a:t>       Property   string </a:t>
            </a:r>
            <a:r>
              <a:rPr lang="en-US" sz="1900" dirty="0" err="1">
                <a:solidFill>
                  <a:srgbClr val="F5F5F5"/>
                </a:solidFill>
                <a:latin typeface="Lucida Console" panose="020B0609040504020204" pitchFamily="49" charset="0"/>
              </a:rPr>
              <a:t>SelectedText</a:t>
            </a:r>
            <a:r>
              <a:rPr lang="en-US" sz="1900" dirty="0">
                <a:solidFill>
                  <a:srgbClr val="F5F5F5"/>
                </a:solidFill>
                <a:latin typeface="Lucida Console" panose="020B0609040504020204" pitchFamily="49" charset="0"/>
              </a:rPr>
              <a:t> {</a:t>
            </a:r>
            <a:r>
              <a:rPr lang="en-US" sz="1900" dirty="0" err="1">
                <a:solidFill>
                  <a:srgbClr val="F5F5F5"/>
                </a:solidFill>
                <a:latin typeface="Lucida Console" panose="020B0609040504020204" pitchFamily="49" charset="0"/>
              </a:rPr>
              <a:t>get;set</a:t>
            </a:r>
            <a:r>
              <a:rPr lang="en-US" sz="1900" dirty="0">
                <a:solidFill>
                  <a:srgbClr val="F5F5F5"/>
                </a:solidFill>
                <a:latin typeface="Lucida Console" panose="020B0609040504020204" pitchFamily="49" charset="0"/>
              </a:rPr>
              <a:t>;}</a:t>
            </a:r>
          </a:p>
          <a:p>
            <a:r>
              <a:rPr lang="en-US" sz="1900" dirty="0">
                <a:solidFill>
                  <a:srgbClr val="F5F5F5"/>
                </a:solidFill>
                <a:latin typeface="Lucida Console" panose="020B0609040504020204" pitchFamily="49" charset="0"/>
              </a:rPr>
              <a:t>&gt; </a:t>
            </a:r>
            <a:r>
              <a:rPr lang="en-US" sz="1900" dirty="0" err="1">
                <a:solidFill>
                  <a:srgbClr val="F5F5F5"/>
                </a:solidFill>
                <a:latin typeface="Lucida Console" panose="020B0609040504020204" pitchFamily="49" charset="0"/>
              </a:rPr>
              <a:t>SelectionTextBrush</a:t>
            </a:r>
            <a:r>
              <a:rPr lang="en-US" sz="1900" dirty="0">
                <a:solidFill>
                  <a:srgbClr val="F5F5F5"/>
                </a:solidFill>
                <a:latin typeface="Lucida Console" panose="020B0609040504020204" pitchFamily="49" charset="0"/>
              </a:rPr>
              <a:t> Property   </a:t>
            </a:r>
            <a:r>
              <a:rPr lang="en-US" sz="1900" dirty="0" err="1">
                <a:solidFill>
                  <a:srgbClr val="F5F5F5"/>
                </a:solidFill>
                <a:latin typeface="Lucida Console" panose="020B0609040504020204" pitchFamily="49" charset="0"/>
              </a:rPr>
              <a:t>System.Windows.Media.Brush</a:t>
            </a:r>
            <a:r>
              <a:rPr lang="en-US" sz="1900" dirty="0">
                <a:solidFill>
                  <a:srgbClr val="F5F5F5"/>
                </a:solidFill>
                <a:latin typeface="Lucida Console" panose="020B0609040504020204" pitchFamily="49" charset="0"/>
              </a:rPr>
              <a:t> Selection...</a:t>
            </a:r>
          </a:p>
          <a:p>
            <a:r>
              <a:rPr lang="en-US" sz="1900" dirty="0">
                <a:solidFill>
                  <a:srgbClr val="F5F5F5"/>
                </a:solidFill>
                <a:latin typeface="Lucida Console" panose="020B0609040504020204" pitchFamily="49" charset="0"/>
              </a:rPr>
              <a:t>&gt; Text               Property   string Text {</a:t>
            </a:r>
            <a:r>
              <a:rPr lang="en-US" sz="1900" dirty="0" err="1">
                <a:solidFill>
                  <a:srgbClr val="F5F5F5"/>
                </a:solidFill>
                <a:latin typeface="Lucida Console" panose="020B0609040504020204" pitchFamily="49" charset="0"/>
              </a:rPr>
              <a:t>get;set</a:t>
            </a:r>
            <a:r>
              <a:rPr lang="en-US" sz="1900" dirty="0">
                <a:solidFill>
                  <a:srgbClr val="F5F5F5"/>
                </a:solidFill>
                <a:latin typeface="Lucida Console" panose="020B0609040504020204" pitchFamily="49" charset="0"/>
              </a:rPr>
              <a:t>;}</a:t>
            </a:r>
          </a:p>
          <a:p>
            <a:r>
              <a:rPr lang="en-US" sz="1900" dirty="0">
                <a:solidFill>
                  <a:srgbClr val="F5F5F5"/>
                </a:solidFill>
                <a:latin typeface="Lucida Console" panose="020B0609040504020204" pitchFamily="49" charset="0"/>
              </a:rPr>
              <a:t>&gt; </a:t>
            </a:r>
            <a:r>
              <a:rPr lang="en-US" sz="1900" dirty="0" err="1">
                <a:solidFill>
                  <a:srgbClr val="F5F5F5"/>
                </a:solidFill>
                <a:latin typeface="Lucida Console" panose="020B0609040504020204" pitchFamily="49" charset="0"/>
              </a:rPr>
              <a:t>TextAlignment</a:t>
            </a:r>
            <a:r>
              <a:rPr lang="en-US" sz="1900" dirty="0">
                <a:solidFill>
                  <a:srgbClr val="F5F5F5"/>
                </a:solidFill>
                <a:latin typeface="Lucida Console" panose="020B0609040504020204" pitchFamily="49" charset="0"/>
              </a:rPr>
              <a:t>      Property   </a:t>
            </a:r>
            <a:r>
              <a:rPr lang="en-US" sz="1900" dirty="0" err="1">
                <a:solidFill>
                  <a:srgbClr val="F5F5F5"/>
                </a:solidFill>
                <a:latin typeface="Lucida Console" panose="020B0609040504020204" pitchFamily="49" charset="0"/>
              </a:rPr>
              <a:t>System.Windows.TextAlignment</a:t>
            </a:r>
            <a:r>
              <a:rPr lang="en-US" sz="1900" dirty="0">
                <a:solidFill>
                  <a:srgbClr val="F5F5F5"/>
                </a:solidFill>
                <a:latin typeface="Lucida Console" panose="020B0609040504020204" pitchFamily="49" charset="0"/>
              </a:rPr>
              <a:t> </a:t>
            </a:r>
            <a:r>
              <a:rPr lang="en-US" sz="1900" dirty="0" err="1">
                <a:solidFill>
                  <a:srgbClr val="F5F5F5"/>
                </a:solidFill>
                <a:latin typeface="Lucida Console" panose="020B0609040504020204" pitchFamily="49" charset="0"/>
              </a:rPr>
              <a:t>TextAli</a:t>
            </a:r>
            <a:r>
              <a:rPr lang="en-US" sz="1900" dirty="0">
                <a:solidFill>
                  <a:srgbClr val="F5F5F5"/>
                </a:solidFill>
                <a:latin typeface="Lucida Console" panose="020B0609040504020204" pitchFamily="49" charset="0"/>
              </a:rPr>
              <a:t>...</a:t>
            </a:r>
          </a:p>
          <a:p>
            <a:r>
              <a:rPr lang="en-US" sz="1900" dirty="0">
                <a:solidFill>
                  <a:srgbClr val="F5F5F5"/>
                </a:solidFill>
                <a:latin typeface="Lucida Console" panose="020B0609040504020204" pitchFamily="49" charset="0"/>
              </a:rPr>
              <a:t>&gt; </a:t>
            </a:r>
            <a:r>
              <a:rPr lang="en-US" sz="1900" dirty="0" err="1">
                <a:solidFill>
                  <a:srgbClr val="F5F5F5"/>
                </a:solidFill>
                <a:latin typeface="Lucida Console" panose="020B0609040504020204" pitchFamily="49" charset="0"/>
              </a:rPr>
              <a:t>TextDecorations</a:t>
            </a:r>
            <a:r>
              <a:rPr lang="en-US" sz="1900" dirty="0">
                <a:solidFill>
                  <a:srgbClr val="F5F5F5"/>
                </a:solidFill>
                <a:latin typeface="Lucida Console" panose="020B0609040504020204" pitchFamily="49" charset="0"/>
              </a:rPr>
              <a:t>    Property   </a:t>
            </a:r>
            <a:r>
              <a:rPr lang="en-US" sz="1900" dirty="0" err="1">
                <a:solidFill>
                  <a:srgbClr val="F5F5F5"/>
                </a:solidFill>
                <a:latin typeface="Lucida Console" panose="020B0609040504020204" pitchFamily="49" charset="0"/>
              </a:rPr>
              <a:t>System.Windows.TextDecorationCollect</a:t>
            </a:r>
            <a:r>
              <a:rPr lang="en-US" sz="1900" dirty="0">
                <a:solidFill>
                  <a:srgbClr val="F5F5F5"/>
                </a:solidFill>
                <a:latin typeface="Lucida Console" panose="020B0609040504020204" pitchFamily="49" charset="0"/>
              </a:rPr>
              <a:t>...</a:t>
            </a:r>
          </a:p>
          <a:p>
            <a:r>
              <a:rPr lang="en-US" sz="1900" dirty="0">
                <a:solidFill>
                  <a:srgbClr val="F5F5F5"/>
                </a:solidFill>
                <a:latin typeface="Lucida Console" panose="020B0609040504020204" pitchFamily="49" charset="0"/>
              </a:rPr>
              <a:t>&gt; </a:t>
            </a:r>
            <a:r>
              <a:rPr lang="en-US" sz="1900" dirty="0" err="1">
                <a:solidFill>
                  <a:srgbClr val="F5F5F5"/>
                </a:solidFill>
                <a:latin typeface="Lucida Console" panose="020B0609040504020204" pitchFamily="49" charset="0"/>
              </a:rPr>
              <a:t>TextWrapping</a:t>
            </a:r>
            <a:r>
              <a:rPr lang="en-US" sz="1900" dirty="0">
                <a:solidFill>
                  <a:srgbClr val="F5F5F5"/>
                </a:solidFill>
                <a:latin typeface="Lucida Console" panose="020B0609040504020204" pitchFamily="49" charset="0"/>
              </a:rPr>
              <a:t>       Property   </a:t>
            </a:r>
            <a:r>
              <a:rPr lang="en-US" sz="1900" dirty="0" err="1">
                <a:solidFill>
                  <a:srgbClr val="F5F5F5"/>
                </a:solidFill>
                <a:latin typeface="Lucida Console" panose="020B0609040504020204" pitchFamily="49" charset="0"/>
              </a:rPr>
              <a:t>System.Windows.TextWrapping</a:t>
            </a:r>
            <a:r>
              <a:rPr lang="en-US" sz="1900" dirty="0">
                <a:solidFill>
                  <a:srgbClr val="F5F5F5"/>
                </a:solidFill>
                <a:latin typeface="Lucida Console" panose="020B0609040504020204" pitchFamily="49" charset="0"/>
              </a:rPr>
              <a:t> </a:t>
            </a:r>
            <a:r>
              <a:rPr lang="en-US" sz="1900" dirty="0" err="1">
                <a:solidFill>
                  <a:srgbClr val="F5F5F5"/>
                </a:solidFill>
                <a:latin typeface="Lucida Console" panose="020B0609040504020204" pitchFamily="49" charset="0"/>
              </a:rPr>
              <a:t>TextWrap</a:t>
            </a:r>
            <a:r>
              <a:rPr lang="en-US" sz="1900" dirty="0">
                <a:solidFill>
                  <a:srgbClr val="F5F5F5"/>
                </a:solidFill>
                <a:latin typeface="Lucida Console" panose="020B0609040504020204" pitchFamily="49" charset="0"/>
              </a:rPr>
              <a:t>... </a:t>
            </a:r>
          </a:p>
        </p:txBody>
      </p:sp>
      <p:pic>
        <p:nvPicPr>
          <p:cNvPr id="4" name="Picture 3">
            <a:extLst>
              <a:ext uri="{FF2B5EF4-FFF2-40B4-BE49-F238E27FC236}">
                <a16:creationId xmlns:a16="http://schemas.microsoft.com/office/drawing/2014/main" id="{943B7F83-C71C-3841-00C4-E72366F62B90}"/>
              </a:ext>
            </a:extLst>
          </p:cNvPr>
          <p:cNvPicPr>
            <a:picLocks noChangeAspect="1"/>
          </p:cNvPicPr>
          <p:nvPr/>
        </p:nvPicPr>
        <p:blipFill>
          <a:blip r:embed="rId5"/>
          <a:stretch>
            <a:fillRect/>
          </a:stretch>
        </p:blipFill>
        <p:spPr>
          <a:xfrm>
            <a:off x="10421937" y="307340"/>
            <a:ext cx="1114425" cy="1257300"/>
          </a:xfrm>
          <a:prstGeom prst="rect">
            <a:avLst/>
          </a:prstGeom>
        </p:spPr>
      </p:pic>
    </p:spTree>
    <p:custDataLst>
      <p:tags r:id="rId1"/>
    </p:custDataLst>
    <p:extLst>
      <p:ext uri="{BB962C8B-B14F-4D97-AF65-F5344CB8AC3E}">
        <p14:creationId xmlns:p14="http://schemas.microsoft.com/office/powerpoint/2010/main" val="2033449873"/>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A4036C7-79DB-4182-9EC7-6CDB43C83CDE}"/>
              </a:ext>
            </a:extLst>
          </p:cNvPr>
          <p:cNvSpPr>
            <a:spLocks noGrp="1"/>
          </p:cNvSpPr>
          <p:nvPr>
            <p:ph type="title"/>
          </p:nvPr>
        </p:nvSpPr>
        <p:spPr/>
        <p:txBody>
          <a:bodyPr/>
          <a:lstStyle/>
          <a:p>
            <a:r>
              <a:rPr lang="en-US"/>
              <a:t>Programming Control Properties</a:t>
            </a:r>
            <a:endParaRPr lang="en-US" dirty="0"/>
          </a:p>
        </p:txBody>
      </p:sp>
      <p:sp>
        <p:nvSpPr>
          <p:cNvPr id="4" name="Subtitle 3">
            <a:extLst>
              <a:ext uri="{FF2B5EF4-FFF2-40B4-BE49-F238E27FC236}">
                <a16:creationId xmlns:a16="http://schemas.microsoft.com/office/drawing/2014/main" id="{1EF2D4DB-93BE-433A-8B00-2424E408820C}"/>
              </a:ext>
            </a:extLst>
          </p:cNvPr>
          <p:cNvSpPr>
            <a:spLocks noGrp="1"/>
          </p:cNvSpPr>
          <p:nvPr>
            <p:ph type="subTitle" idx="1"/>
          </p:nvPr>
        </p:nvSpPr>
        <p:spPr/>
        <p:txBody>
          <a:bodyPr/>
          <a:lstStyle/>
          <a:p>
            <a:r>
              <a:rPr lang="en-US" dirty="0"/>
              <a:t>Define properties before the form loads</a:t>
            </a:r>
          </a:p>
        </p:txBody>
      </p:sp>
      <p:sp>
        <p:nvSpPr>
          <p:cNvPr id="8" name="Content Placeholder 7">
            <a:extLst>
              <a:ext uri="{FF2B5EF4-FFF2-40B4-BE49-F238E27FC236}">
                <a16:creationId xmlns:a16="http://schemas.microsoft.com/office/drawing/2014/main" id="{35E4F327-7886-4CDA-9356-C8AE720EB88A}"/>
              </a:ext>
            </a:extLst>
          </p:cNvPr>
          <p:cNvSpPr>
            <a:spLocks noGrp="1"/>
          </p:cNvSpPr>
          <p:nvPr>
            <p:ph sz="quarter" idx="13"/>
          </p:nvPr>
        </p:nvSpPr>
        <p:spPr/>
        <p:txBody>
          <a:bodyPr/>
          <a:lstStyle/>
          <a:p>
            <a:r>
              <a:rPr lang="en-US" dirty="0"/>
              <a:t>Changing properties without form refresh wont show</a:t>
            </a:r>
          </a:p>
          <a:p>
            <a:r>
              <a:rPr lang="en-US" dirty="0"/>
              <a:t>Most events will trigger form refresh</a:t>
            </a:r>
          </a:p>
          <a:p>
            <a:endParaRPr lang="en-US" dirty="0"/>
          </a:p>
        </p:txBody>
      </p:sp>
      <p:sp>
        <p:nvSpPr>
          <p:cNvPr id="7" name="Code Box">
            <a:extLst>
              <a:ext uri="{FF2B5EF4-FFF2-40B4-BE49-F238E27FC236}">
                <a16:creationId xmlns:a16="http://schemas.microsoft.com/office/drawing/2014/main" id="{E9080E79-A422-49A2-A5EB-E1D1FF4B5A92}"/>
              </a:ext>
            </a:extLst>
          </p:cNvPr>
          <p:cNvSpPr/>
          <p:nvPr>
            <p:custDataLst>
              <p:tags r:id="rId2"/>
            </p:custDataLst>
          </p:nvPr>
        </p:nvSpPr>
        <p:spPr>
          <a:xfrm>
            <a:off x="655638" y="2285999"/>
            <a:ext cx="10880725" cy="3941765"/>
          </a:xfrm>
          <a:prstGeom prst="rect">
            <a:avLst/>
          </a:prstGeom>
          <a:solidFill>
            <a:srgbClr val="012456"/>
          </a:solidFill>
        </p:spPr>
        <p:txBody>
          <a:bodyPr wrap="square">
            <a:noAutofit/>
          </a:bodyPr>
          <a:lstStyle/>
          <a:p>
            <a:endParaRPr lang="en-US" dirty="0">
              <a:solidFill>
                <a:srgbClr val="FF4500"/>
              </a:solidFill>
              <a:latin typeface="Lucida Console" panose="020B0609040504020204" pitchFamily="49" charset="0"/>
            </a:endParaRPr>
          </a:p>
          <a:p>
            <a:r>
              <a:rPr lang="en-US" dirty="0">
                <a:solidFill>
                  <a:srgbClr val="F5F5F5"/>
                </a:solidFill>
                <a:latin typeface="Lucida Console" panose="020B0609040504020204" pitchFamily="49" charset="0"/>
              </a:rPr>
              <a:t>PS C:\&gt; </a:t>
            </a:r>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GUI</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Inputtext</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Text</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DB7093"/>
                </a:solidFill>
                <a:latin typeface="Lucida Console" panose="020B0609040504020204" pitchFamily="49" charset="0"/>
              </a:rPr>
              <a:t>"c:\temp"</a:t>
            </a:r>
            <a:endParaRPr lang="en-US" dirty="0">
              <a:solidFill>
                <a:srgbClr val="F5F5F5"/>
              </a:solidFill>
              <a:latin typeface="Lucida Console" panose="020B0609040504020204" pitchFamily="49" charset="0"/>
            </a:endParaRPr>
          </a:p>
          <a:p>
            <a:endParaRPr lang="en-US" dirty="0">
              <a:solidFill>
                <a:srgbClr val="FFE4C4"/>
              </a:solidFill>
              <a:latin typeface="Lucida Console" panose="020B0609040504020204" pitchFamily="49" charset="0"/>
            </a:endParaRPr>
          </a:p>
          <a:p>
            <a:endParaRPr lang="en-US" dirty="0">
              <a:solidFill>
                <a:srgbClr val="FFE4C4"/>
              </a:solidFill>
              <a:latin typeface="Lucida Console" panose="020B0609040504020204" pitchFamily="49" charset="0"/>
            </a:endParaRPr>
          </a:p>
          <a:p>
            <a:r>
              <a:rPr lang="en-US" dirty="0">
                <a:solidFill>
                  <a:srgbClr val="F5F5F5"/>
                </a:solidFill>
                <a:latin typeface="Lucida Console" panose="020B0609040504020204" pitchFamily="49" charset="0"/>
              </a:rPr>
              <a:t>PS C:\&gt; </a:t>
            </a:r>
            <a:r>
              <a:rPr lang="en-US" dirty="0">
                <a:solidFill>
                  <a:srgbClr val="FFE4C4"/>
                </a:solidFill>
                <a:latin typeface="Lucida Console" panose="020B0609040504020204" pitchFamily="49" charset="0"/>
              </a:rPr>
              <a:t>1</a:t>
            </a:r>
            <a:r>
              <a:rPr lang="en-US" dirty="0">
                <a:solidFill>
                  <a:srgbClr val="D3D3D3"/>
                </a:solidFill>
                <a:latin typeface="Lucida Console" panose="020B0609040504020204" pitchFamily="49" charset="0"/>
              </a:rPr>
              <a:t>..</a:t>
            </a:r>
            <a:r>
              <a:rPr lang="en-US" dirty="0">
                <a:solidFill>
                  <a:srgbClr val="FFE4C4"/>
                </a:solidFill>
                <a:latin typeface="Lucida Console" panose="020B0609040504020204" pitchFamily="49" charset="0"/>
              </a:rPr>
              <a:t>10</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E0FFFF"/>
                </a:solidFill>
                <a:latin typeface="Lucida Console" panose="020B0609040504020204" pitchFamily="49" charset="0"/>
              </a:rPr>
              <a:t>%</a:t>
            </a:r>
            <a:r>
              <a:rPr lang="en-US" dirty="0">
                <a:solidFill>
                  <a:srgbClr val="F5F5F5"/>
                </a:solidFill>
                <a:latin typeface="Lucida Console" panose="020B0609040504020204" pitchFamily="49" charset="0"/>
              </a:rPr>
              <a:t>{</a:t>
            </a:r>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gui</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Itemlist</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Items</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add</a:t>
            </a:r>
            <a:r>
              <a:rPr lang="en-US" dirty="0">
                <a:solidFill>
                  <a:srgbClr val="F5F5F5"/>
                </a:solidFill>
                <a:latin typeface="Lucida Console" panose="020B0609040504020204" pitchFamily="49" charset="0"/>
              </a:rPr>
              <a:t>(</a:t>
            </a:r>
            <a:r>
              <a:rPr lang="en-US" dirty="0">
                <a:solidFill>
                  <a:srgbClr val="FF4500"/>
                </a:solidFill>
                <a:latin typeface="Lucida Console" panose="020B0609040504020204" pitchFamily="49" charset="0"/>
              </a:rPr>
              <a:t>$_</a:t>
            </a:r>
            <a:r>
              <a:rPr lang="en-US" dirty="0">
                <a:solidFill>
                  <a:srgbClr val="F5F5F5"/>
                </a:solidFill>
                <a:latin typeface="Lucida Console" panose="020B0609040504020204" pitchFamily="49" charset="0"/>
              </a:rPr>
              <a:t>)}</a:t>
            </a:r>
          </a:p>
          <a:p>
            <a:endParaRPr lang="en-US" dirty="0">
              <a:solidFill>
                <a:srgbClr val="DB7093"/>
              </a:solidFill>
              <a:latin typeface="Lucida Console" panose="020B0609040504020204" pitchFamily="49" charset="0"/>
            </a:endParaRPr>
          </a:p>
          <a:p>
            <a:endParaRPr lang="en-US" dirty="0">
              <a:solidFill>
                <a:srgbClr val="FF4500"/>
              </a:solidFill>
              <a:latin typeface="Lucida Console" panose="020B0609040504020204" pitchFamily="49" charset="0"/>
            </a:endParaRPr>
          </a:p>
          <a:p>
            <a:r>
              <a:rPr lang="en-US" dirty="0">
                <a:solidFill>
                  <a:srgbClr val="F5F5F5"/>
                </a:solidFill>
                <a:latin typeface="Lucida Console" panose="020B0609040504020204" pitchFamily="49" charset="0"/>
              </a:rPr>
              <a:t>PS C:\&gt; </a:t>
            </a:r>
            <a:r>
              <a:rPr lang="en-US" dirty="0">
                <a:solidFill>
                  <a:srgbClr val="FF4500"/>
                </a:solidFill>
                <a:latin typeface="Lucida Console" panose="020B0609040504020204" pitchFamily="49" charset="0"/>
              </a:rPr>
              <a:t>$1</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DB7093"/>
                </a:solidFill>
                <a:latin typeface="Lucida Console" panose="020B0609040504020204" pitchFamily="49" charset="0"/>
              </a:rPr>
              <a:t>"Object120"</a:t>
            </a:r>
            <a:r>
              <a:rPr lang="en-US" dirty="0">
                <a:solidFill>
                  <a:srgbClr val="D3D3D3"/>
                </a:solidFill>
                <a:latin typeface="Lucida Console" panose="020B0609040504020204" pitchFamily="49" charset="0"/>
              </a:rPr>
              <a:t>,</a:t>
            </a:r>
            <a:r>
              <a:rPr lang="en-US" dirty="0">
                <a:solidFill>
                  <a:srgbClr val="DB7093"/>
                </a:solidFill>
                <a:latin typeface="Lucida Console" panose="020B0609040504020204" pitchFamily="49" charset="0"/>
              </a:rPr>
              <a:t>"Object268"</a:t>
            </a:r>
            <a:r>
              <a:rPr lang="en-US" dirty="0">
                <a:solidFill>
                  <a:srgbClr val="D3D3D3"/>
                </a:solidFill>
                <a:latin typeface="Lucida Console" panose="020B0609040504020204" pitchFamily="49" charset="0"/>
              </a:rPr>
              <a:t>,</a:t>
            </a:r>
            <a:r>
              <a:rPr lang="en-US" dirty="0">
                <a:solidFill>
                  <a:srgbClr val="DB7093"/>
                </a:solidFill>
                <a:latin typeface="Lucida Console" panose="020B0609040504020204" pitchFamily="49" charset="0"/>
              </a:rPr>
              <a:t>"Object704“</a:t>
            </a:r>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PS C:\&gt; </a:t>
            </a:r>
            <a:r>
              <a:rPr lang="en-US" dirty="0">
                <a:solidFill>
                  <a:srgbClr val="FF4500"/>
                </a:solidFill>
                <a:latin typeface="Lucida Console" panose="020B0609040504020204" pitchFamily="49" charset="0"/>
              </a:rPr>
              <a:t>$1</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E0FFFF"/>
                </a:solidFill>
                <a:latin typeface="Lucida Console" panose="020B0609040504020204" pitchFamily="49" charset="0"/>
              </a:rPr>
              <a:t>%</a:t>
            </a:r>
            <a:r>
              <a:rPr lang="en-US" dirty="0">
                <a:solidFill>
                  <a:srgbClr val="F5F5F5"/>
                </a:solidFill>
                <a:latin typeface="Lucida Console" panose="020B0609040504020204" pitchFamily="49" charset="0"/>
              </a:rPr>
              <a:t>{</a:t>
            </a:r>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gui</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Detaileditemlist</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Items</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add</a:t>
            </a:r>
            <a:r>
              <a:rPr lang="en-US" dirty="0">
                <a:solidFill>
                  <a:srgbClr val="F5F5F5"/>
                </a:solidFill>
                <a:latin typeface="Lucida Console" panose="020B0609040504020204" pitchFamily="49" charset="0"/>
              </a:rPr>
              <a:t>(</a:t>
            </a:r>
            <a:r>
              <a:rPr lang="en-US" dirty="0">
                <a:solidFill>
                  <a:srgbClr val="FF4500"/>
                </a:solidFill>
                <a:latin typeface="Lucida Console" panose="020B0609040504020204" pitchFamily="49" charset="0"/>
              </a:rPr>
              <a:t>$_</a:t>
            </a:r>
            <a:r>
              <a:rPr lang="en-US" dirty="0">
                <a:solidFill>
                  <a:srgbClr val="F5F5F5"/>
                </a:solidFill>
                <a:latin typeface="Lucida Console" panose="020B0609040504020204" pitchFamily="49" charset="0"/>
              </a:rPr>
              <a:t>)}</a:t>
            </a:r>
          </a:p>
          <a:p>
            <a:endParaRPr lang="en-US" sz="2000" dirty="0"/>
          </a:p>
        </p:txBody>
      </p:sp>
      <p:pic>
        <p:nvPicPr>
          <p:cNvPr id="6" name="Picture 5" descr="Screenshot WPFElements">
            <a:extLst>
              <a:ext uri="{FF2B5EF4-FFF2-40B4-BE49-F238E27FC236}">
                <a16:creationId xmlns:a16="http://schemas.microsoft.com/office/drawing/2014/main" id="{335163B4-FA99-4FE7-9223-F28BE9B56C76}"/>
              </a:ext>
              <a:ext uri="{C183D7F6-B498-43B3-948B-1728B52AA6E4}">
                <adec:decorative xmlns:adec="http://schemas.microsoft.com/office/drawing/2017/decorative" val="0"/>
              </a:ext>
            </a:extLst>
          </p:cNvPr>
          <p:cNvPicPr>
            <a:picLocks noChangeAspect="1"/>
          </p:cNvPicPr>
          <p:nvPr/>
        </p:nvPicPr>
        <p:blipFill>
          <a:blip r:embed="rId5"/>
          <a:stretch>
            <a:fillRect/>
          </a:stretch>
        </p:blipFill>
        <p:spPr>
          <a:xfrm>
            <a:off x="7919810" y="2971800"/>
            <a:ext cx="3616553" cy="3255964"/>
          </a:xfrm>
          <a:prstGeom prst="rect">
            <a:avLst/>
          </a:prstGeom>
        </p:spPr>
      </p:pic>
    </p:spTree>
    <p:custDataLst>
      <p:tags r:id="rId1"/>
    </p:custDataLst>
    <p:extLst>
      <p:ext uri="{BB962C8B-B14F-4D97-AF65-F5344CB8AC3E}">
        <p14:creationId xmlns:p14="http://schemas.microsoft.com/office/powerpoint/2010/main" val="1677061110"/>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743E29-3932-4EB8-86D4-F83F46D63AC3}"/>
              </a:ext>
            </a:extLst>
          </p:cNvPr>
          <p:cNvSpPr>
            <a:spLocks noGrp="1"/>
          </p:cNvSpPr>
          <p:nvPr>
            <p:ph type="title"/>
          </p:nvPr>
        </p:nvSpPr>
        <p:spPr/>
        <p:txBody>
          <a:bodyPr/>
          <a:lstStyle/>
          <a:p>
            <a:r>
              <a:rPr lang="en-US"/>
              <a:t>Event Driven Actions</a:t>
            </a:r>
            <a:endParaRPr lang="en-US" dirty="0"/>
          </a:p>
        </p:txBody>
      </p:sp>
      <p:sp>
        <p:nvSpPr>
          <p:cNvPr id="4" name="Subtitle 3">
            <a:extLst>
              <a:ext uri="{FF2B5EF4-FFF2-40B4-BE49-F238E27FC236}">
                <a16:creationId xmlns:a16="http://schemas.microsoft.com/office/drawing/2014/main" id="{CBD81F26-2276-497F-AAFD-EE55B523C6E5}"/>
              </a:ext>
            </a:extLst>
          </p:cNvPr>
          <p:cNvSpPr>
            <a:spLocks noGrp="1"/>
          </p:cNvSpPr>
          <p:nvPr>
            <p:ph type="subTitle" idx="1"/>
          </p:nvPr>
        </p:nvSpPr>
        <p:spPr/>
        <p:txBody>
          <a:bodyPr/>
          <a:lstStyle/>
          <a:p>
            <a:r>
              <a:rPr lang="en-US" dirty="0"/>
              <a:t>Controls have events that can be used as triggers for code</a:t>
            </a:r>
          </a:p>
        </p:txBody>
      </p:sp>
      <p:sp>
        <p:nvSpPr>
          <p:cNvPr id="7" name="Content Placeholder 6">
            <a:extLst>
              <a:ext uri="{FF2B5EF4-FFF2-40B4-BE49-F238E27FC236}">
                <a16:creationId xmlns:a16="http://schemas.microsoft.com/office/drawing/2014/main" id="{134E65C9-AF03-479E-B5E5-ED8B1131B833}"/>
              </a:ext>
            </a:extLst>
          </p:cNvPr>
          <p:cNvSpPr>
            <a:spLocks noGrp="1"/>
          </p:cNvSpPr>
          <p:nvPr>
            <p:ph sz="quarter" idx="13"/>
          </p:nvPr>
        </p:nvSpPr>
        <p:spPr/>
        <p:txBody>
          <a:bodyPr/>
          <a:lstStyle/>
          <a:p>
            <a:r>
              <a:rPr lang="en-US" dirty="0"/>
              <a:t>Use </a:t>
            </a:r>
            <a:r>
              <a:rPr lang="en-US" b="1" dirty="0"/>
              <a:t>Get-Member</a:t>
            </a:r>
            <a:r>
              <a:rPr lang="en-US" dirty="0"/>
              <a:t> to view event types</a:t>
            </a:r>
          </a:p>
        </p:txBody>
      </p:sp>
      <p:sp>
        <p:nvSpPr>
          <p:cNvPr id="6" name="Code Box">
            <a:extLst>
              <a:ext uri="{FF2B5EF4-FFF2-40B4-BE49-F238E27FC236}">
                <a16:creationId xmlns:a16="http://schemas.microsoft.com/office/drawing/2014/main" id="{E2E88259-CA46-41FC-B28D-0073B95A8492}"/>
              </a:ext>
            </a:extLst>
          </p:cNvPr>
          <p:cNvSpPr>
            <a:spLocks/>
          </p:cNvSpPr>
          <p:nvPr>
            <p:custDataLst>
              <p:tags r:id="rId2"/>
            </p:custDataLst>
          </p:nvPr>
        </p:nvSpPr>
        <p:spPr>
          <a:xfrm>
            <a:off x="655638" y="1904997"/>
            <a:ext cx="10880725" cy="4322764"/>
          </a:xfrm>
          <a:prstGeom prst="rect">
            <a:avLst/>
          </a:prstGeom>
          <a:solidFill>
            <a:srgbClr val="012456"/>
          </a:solidFill>
        </p:spPr>
        <p:txBody>
          <a:bodyPr wrap="square">
            <a:noAutofit/>
          </a:bodyPr>
          <a:lstStyle/>
          <a:p>
            <a:r>
              <a:rPr lang="en-US" dirty="0">
                <a:solidFill>
                  <a:srgbClr val="F5F5F5"/>
                </a:solidFill>
                <a:latin typeface="Lucida Console" panose="020B0609040504020204" pitchFamily="49" charset="0"/>
              </a:rPr>
              <a:t>PS C:\&gt; </a:t>
            </a:r>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Gui</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Get_childitem</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gettype</a:t>
            </a:r>
            <a:r>
              <a:rPr lang="en-US" dirty="0">
                <a:solidFill>
                  <a:srgbClr val="F5F5F5"/>
                </a:solidFill>
                <a:latin typeface="Lucida Console" panose="020B0609040504020204" pitchFamily="49" charset="0"/>
              </a:rPr>
              <a:t>().</a:t>
            </a:r>
            <a:r>
              <a:rPr lang="en-US" dirty="0" err="1">
                <a:solidFill>
                  <a:srgbClr val="F5F5F5"/>
                </a:solidFill>
                <a:latin typeface="Lucida Console" panose="020B0609040504020204" pitchFamily="49" charset="0"/>
              </a:rPr>
              <a:t>fullname</a:t>
            </a:r>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&gt; </a:t>
            </a:r>
            <a:r>
              <a:rPr lang="en-US" dirty="0" err="1">
                <a:solidFill>
                  <a:srgbClr val="F5F5F5"/>
                </a:solidFill>
                <a:latin typeface="Lucida Console" panose="020B0609040504020204" pitchFamily="49" charset="0"/>
              </a:rPr>
              <a:t>System.Windows.Controls.Button</a:t>
            </a:r>
            <a:r>
              <a:rPr lang="en-US" dirty="0">
                <a:solidFill>
                  <a:srgbClr val="F5F5F5"/>
                </a:solidFill>
                <a:latin typeface="Lucida Console" panose="020B0609040504020204" pitchFamily="49" charset="0"/>
              </a:rPr>
              <a:t> </a:t>
            </a:r>
          </a:p>
          <a:p>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PS C:\&gt; (</a:t>
            </a:r>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Gui</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Get_childitem</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E0FFFF"/>
                </a:solidFill>
                <a:latin typeface="Lucida Console" panose="020B0609040504020204" pitchFamily="49" charset="0"/>
              </a:rPr>
              <a:t>Get-Member</a:t>
            </a:r>
            <a:r>
              <a:rPr lang="en-US" dirty="0">
                <a:solidFill>
                  <a:srgbClr val="F5F5F5"/>
                </a:solidFill>
                <a:latin typeface="Lucida Console" panose="020B0609040504020204" pitchFamily="49" charset="0"/>
              </a:rPr>
              <a:t> </a:t>
            </a:r>
            <a:r>
              <a:rPr lang="en-US" dirty="0">
                <a:solidFill>
                  <a:srgbClr val="FFE4B5"/>
                </a:solidFill>
                <a:latin typeface="Lucida Console" panose="020B0609040504020204" pitchFamily="49" charset="0"/>
              </a:rPr>
              <a:t>-Type</a:t>
            </a:r>
            <a:r>
              <a:rPr lang="en-US" dirty="0">
                <a:solidFill>
                  <a:srgbClr val="F5F5F5"/>
                </a:solidFill>
                <a:latin typeface="Lucida Console" panose="020B0609040504020204" pitchFamily="49" charset="0"/>
              </a:rPr>
              <a:t> </a:t>
            </a:r>
            <a:r>
              <a:rPr lang="en-US" dirty="0">
                <a:solidFill>
                  <a:srgbClr val="EE82EE"/>
                </a:solidFill>
                <a:latin typeface="Lucida Console" panose="020B0609040504020204" pitchFamily="49" charset="0"/>
              </a:rPr>
              <a:t>event</a:t>
            </a:r>
            <a:r>
              <a:rPr lang="en-US" dirty="0">
                <a:solidFill>
                  <a:srgbClr val="F5F5F5"/>
                </a:solidFill>
                <a:latin typeface="Lucida Console" panose="020B0609040504020204" pitchFamily="49" charset="0"/>
              </a:rPr>
              <a:t>)</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count</a:t>
            </a:r>
          </a:p>
          <a:p>
            <a:r>
              <a:rPr lang="en-US" dirty="0">
                <a:solidFill>
                  <a:srgbClr val="F5F5F5"/>
                </a:solidFill>
                <a:latin typeface="Lucida Console" panose="020B0609040504020204" pitchFamily="49" charset="0"/>
              </a:rPr>
              <a:t>&gt; 111 </a:t>
            </a:r>
          </a:p>
          <a:p>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PS C:\&gt; </a:t>
            </a:r>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Gui</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Get_childitem</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E0FFFF"/>
                </a:solidFill>
                <a:latin typeface="Lucida Console" panose="020B0609040504020204" pitchFamily="49" charset="0"/>
              </a:rPr>
              <a:t>Get-Member</a:t>
            </a:r>
            <a:r>
              <a:rPr lang="en-US" dirty="0">
                <a:solidFill>
                  <a:srgbClr val="F5F5F5"/>
                </a:solidFill>
                <a:latin typeface="Lucida Console" panose="020B0609040504020204" pitchFamily="49" charset="0"/>
              </a:rPr>
              <a:t> </a:t>
            </a:r>
            <a:r>
              <a:rPr lang="en-US" dirty="0">
                <a:solidFill>
                  <a:srgbClr val="FFE4B5"/>
                </a:solidFill>
                <a:latin typeface="Lucida Console" panose="020B0609040504020204" pitchFamily="49" charset="0"/>
              </a:rPr>
              <a:t>-Type</a:t>
            </a:r>
            <a:r>
              <a:rPr lang="en-US" dirty="0">
                <a:solidFill>
                  <a:srgbClr val="F5F5F5"/>
                </a:solidFill>
                <a:latin typeface="Lucida Console" panose="020B0609040504020204" pitchFamily="49" charset="0"/>
              </a:rPr>
              <a:t> </a:t>
            </a:r>
            <a:r>
              <a:rPr lang="en-US" dirty="0">
                <a:solidFill>
                  <a:srgbClr val="EE82EE"/>
                </a:solidFill>
                <a:latin typeface="Lucida Console" panose="020B0609040504020204" pitchFamily="49" charset="0"/>
              </a:rPr>
              <a:t>event</a:t>
            </a:r>
            <a:r>
              <a:rPr lang="en-US" dirty="0">
                <a:solidFill>
                  <a:srgbClr val="F5F5F5"/>
                </a:solidFill>
                <a:latin typeface="Lucida Console" panose="020B0609040504020204" pitchFamily="49" charset="0"/>
              </a:rPr>
              <a:t> </a:t>
            </a:r>
            <a:r>
              <a:rPr lang="en-US" dirty="0">
                <a:solidFill>
                  <a:srgbClr val="FFE4B5"/>
                </a:solidFill>
                <a:latin typeface="Lucida Console" panose="020B0609040504020204" pitchFamily="49" charset="0"/>
              </a:rPr>
              <a:t>-name</a:t>
            </a:r>
            <a:r>
              <a:rPr lang="en-US" dirty="0">
                <a:solidFill>
                  <a:srgbClr val="F5F5F5"/>
                </a:solidFill>
                <a:latin typeface="Lucida Console" panose="020B0609040504020204" pitchFamily="49" charset="0"/>
              </a:rPr>
              <a:t> </a:t>
            </a:r>
            <a:r>
              <a:rPr lang="en-US" dirty="0">
                <a:solidFill>
                  <a:srgbClr val="EE82EE"/>
                </a:solidFill>
                <a:latin typeface="Lucida Console" panose="020B0609040504020204" pitchFamily="49" charset="0"/>
              </a:rPr>
              <a:t>*click* </a:t>
            </a:r>
          </a:p>
          <a:p>
            <a:endParaRPr lang="en-US" dirty="0">
              <a:latin typeface="Lucida Console" panose="020B0609040504020204" pitchFamily="49" charset="0"/>
            </a:endParaRPr>
          </a:p>
          <a:p>
            <a:r>
              <a:rPr lang="en-US" dirty="0">
                <a:solidFill>
                  <a:srgbClr val="F5F5F5"/>
                </a:solidFill>
                <a:latin typeface="Lucida Console" panose="020B0609040504020204" pitchFamily="49" charset="0"/>
              </a:rPr>
              <a:t>&gt; Name                    </a:t>
            </a:r>
            <a:r>
              <a:rPr lang="en-US" dirty="0" err="1">
                <a:solidFill>
                  <a:srgbClr val="F5F5F5"/>
                </a:solidFill>
                <a:latin typeface="Lucida Console" panose="020B0609040504020204" pitchFamily="49" charset="0"/>
              </a:rPr>
              <a:t>MemberType</a:t>
            </a:r>
            <a:r>
              <a:rPr lang="en-US" dirty="0">
                <a:solidFill>
                  <a:srgbClr val="F5F5F5"/>
                </a:solidFill>
                <a:latin typeface="Lucida Console" panose="020B0609040504020204" pitchFamily="49" charset="0"/>
              </a:rPr>
              <a:t> Definition</a:t>
            </a:r>
          </a:p>
          <a:p>
            <a:r>
              <a:rPr lang="en-US" dirty="0">
                <a:solidFill>
                  <a:srgbClr val="F5F5F5"/>
                </a:solidFill>
                <a:latin typeface="Lucida Console" panose="020B0609040504020204" pitchFamily="49" charset="0"/>
              </a:rPr>
              <a:t>&gt; ----                    ---------- ----------</a:t>
            </a:r>
          </a:p>
          <a:p>
            <a:r>
              <a:rPr lang="en-US" dirty="0">
                <a:solidFill>
                  <a:srgbClr val="F5F5F5"/>
                </a:solidFill>
                <a:latin typeface="Lucida Console" panose="020B0609040504020204" pitchFamily="49" charset="0"/>
              </a:rPr>
              <a:t>&gt; Click                   Event      </a:t>
            </a:r>
            <a:r>
              <a:rPr lang="en-US" dirty="0" err="1">
                <a:solidFill>
                  <a:srgbClr val="F5F5F5"/>
                </a:solidFill>
                <a:latin typeface="Lucida Console" panose="020B0609040504020204" pitchFamily="49" charset="0"/>
              </a:rPr>
              <a:t>System.Windows.RoutedEventHan</a:t>
            </a:r>
            <a:r>
              <a:rPr lang="en-US" dirty="0">
                <a:solidFill>
                  <a:srgbClr val="F5F5F5"/>
                </a:solidFill>
                <a:latin typeface="Lucida Console" panose="020B0609040504020204" pitchFamily="49" charset="0"/>
              </a:rPr>
              <a:t>...</a:t>
            </a:r>
          </a:p>
          <a:p>
            <a:r>
              <a:rPr lang="en-US" dirty="0">
                <a:solidFill>
                  <a:srgbClr val="F5F5F5"/>
                </a:solidFill>
                <a:latin typeface="Lucida Console" panose="020B0609040504020204" pitchFamily="49" charset="0"/>
              </a:rPr>
              <a:t>&gt; </a:t>
            </a:r>
            <a:r>
              <a:rPr lang="en-US" dirty="0" err="1">
                <a:solidFill>
                  <a:srgbClr val="F5F5F5"/>
                </a:solidFill>
                <a:latin typeface="Lucida Console" panose="020B0609040504020204" pitchFamily="49" charset="0"/>
              </a:rPr>
              <a:t>MouseDoubleClick</a:t>
            </a:r>
            <a:r>
              <a:rPr lang="en-US" dirty="0">
                <a:solidFill>
                  <a:srgbClr val="F5F5F5"/>
                </a:solidFill>
                <a:latin typeface="Lucida Console" panose="020B0609040504020204" pitchFamily="49" charset="0"/>
              </a:rPr>
              <a:t>        Event      </a:t>
            </a:r>
            <a:r>
              <a:rPr lang="en-US" dirty="0" err="1">
                <a:solidFill>
                  <a:srgbClr val="F5F5F5"/>
                </a:solidFill>
                <a:latin typeface="Lucida Console" panose="020B0609040504020204" pitchFamily="49" charset="0"/>
              </a:rPr>
              <a:t>System.Windows.Input.MouseBut</a:t>
            </a:r>
            <a:r>
              <a:rPr lang="en-US" dirty="0">
                <a:solidFill>
                  <a:srgbClr val="F5F5F5"/>
                </a:solidFill>
                <a:latin typeface="Lucida Console" panose="020B0609040504020204" pitchFamily="49" charset="0"/>
              </a:rPr>
              <a:t>...</a:t>
            </a:r>
          </a:p>
          <a:p>
            <a:r>
              <a:rPr lang="en-US" dirty="0">
                <a:solidFill>
                  <a:srgbClr val="F5F5F5"/>
                </a:solidFill>
                <a:latin typeface="Lucida Console" panose="020B0609040504020204" pitchFamily="49" charset="0"/>
              </a:rPr>
              <a:t>&gt; </a:t>
            </a:r>
            <a:r>
              <a:rPr lang="en-US" dirty="0" err="1">
                <a:solidFill>
                  <a:srgbClr val="F5F5F5"/>
                </a:solidFill>
                <a:latin typeface="Lucida Console" panose="020B0609040504020204" pitchFamily="49" charset="0"/>
              </a:rPr>
              <a:t>PreviewMouseDoubleClick</a:t>
            </a:r>
            <a:r>
              <a:rPr lang="en-US" dirty="0">
                <a:solidFill>
                  <a:srgbClr val="F5F5F5"/>
                </a:solidFill>
                <a:latin typeface="Lucida Console" panose="020B0609040504020204" pitchFamily="49" charset="0"/>
              </a:rPr>
              <a:t> Event      </a:t>
            </a:r>
            <a:r>
              <a:rPr lang="en-US" dirty="0" err="1">
                <a:solidFill>
                  <a:srgbClr val="F5F5F5"/>
                </a:solidFill>
                <a:latin typeface="Lucida Console" panose="020B0609040504020204" pitchFamily="49" charset="0"/>
              </a:rPr>
              <a:t>System.Windows.Input.MouseBut</a:t>
            </a:r>
            <a:r>
              <a:rPr lang="en-US" dirty="0">
                <a:solidFill>
                  <a:srgbClr val="F5F5F5"/>
                </a:solidFill>
                <a:latin typeface="Lucida Console" panose="020B0609040504020204" pitchFamily="49" charset="0"/>
              </a:rPr>
              <a:t>...</a:t>
            </a:r>
          </a:p>
        </p:txBody>
      </p:sp>
      <p:pic>
        <p:nvPicPr>
          <p:cNvPr id="2" name="Picture 1">
            <a:extLst>
              <a:ext uri="{FF2B5EF4-FFF2-40B4-BE49-F238E27FC236}">
                <a16:creationId xmlns:a16="http://schemas.microsoft.com/office/drawing/2014/main" id="{76007BF3-A006-A0C7-597D-AB5EBA8E0BC4}"/>
              </a:ext>
            </a:extLst>
          </p:cNvPr>
          <p:cNvPicPr>
            <a:picLocks noChangeAspect="1"/>
          </p:cNvPicPr>
          <p:nvPr/>
        </p:nvPicPr>
        <p:blipFill>
          <a:blip r:embed="rId5"/>
          <a:stretch>
            <a:fillRect/>
          </a:stretch>
        </p:blipFill>
        <p:spPr>
          <a:xfrm>
            <a:off x="10423143" y="462549"/>
            <a:ext cx="1113219" cy="1264722"/>
          </a:xfrm>
          <a:prstGeom prst="rect">
            <a:avLst/>
          </a:prstGeom>
        </p:spPr>
      </p:pic>
    </p:spTree>
    <p:custDataLst>
      <p:tags r:id="rId1"/>
    </p:custDataLst>
    <p:extLst>
      <p:ext uri="{BB962C8B-B14F-4D97-AF65-F5344CB8AC3E}">
        <p14:creationId xmlns:p14="http://schemas.microsoft.com/office/powerpoint/2010/main" val="761153844"/>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A4036C7-79DB-4182-9EC7-6CDB43C83CDE}"/>
              </a:ext>
            </a:extLst>
          </p:cNvPr>
          <p:cNvSpPr>
            <a:spLocks noGrp="1"/>
          </p:cNvSpPr>
          <p:nvPr>
            <p:ph type="title"/>
          </p:nvPr>
        </p:nvSpPr>
        <p:spPr/>
        <p:txBody>
          <a:bodyPr/>
          <a:lstStyle/>
          <a:p>
            <a:r>
              <a:rPr lang="en-US"/>
              <a:t>Programming Events</a:t>
            </a:r>
            <a:endParaRPr lang="en-US" dirty="0"/>
          </a:p>
        </p:txBody>
      </p:sp>
      <p:sp>
        <p:nvSpPr>
          <p:cNvPr id="4" name="Subtitle 3">
            <a:extLst>
              <a:ext uri="{FF2B5EF4-FFF2-40B4-BE49-F238E27FC236}">
                <a16:creationId xmlns:a16="http://schemas.microsoft.com/office/drawing/2014/main" id="{39B6A21B-33EF-4210-B761-F429BD837B96}"/>
              </a:ext>
            </a:extLst>
          </p:cNvPr>
          <p:cNvSpPr>
            <a:spLocks noGrp="1"/>
          </p:cNvSpPr>
          <p:nvPr>
            <p:ph type="subTitle" idx="1"/>
          </p:nvPr>
        </p:nvSpPr>
        <p:spPr/>
        <p:txBody>
          <a:bodyPr/>
          <a:lstStyle/>
          <a:p>
            <a:r>
              <a:rPr lang="en-US" dirty="0"/>
              <a:t>Event triggers are added to code using “</a:t>
            </a:r>
            <a:r>
              <a:rPr lang="en-US" b="1" dirty="0" err="1"/>
              <a:t>Add_</a:t>
            </a:r>
            <a:r>
              <a:rPr lang="en-US" i="1" dirty="0" err="1"/>
              <a:t>Eventname</a:t>
            </a:r>
            <a:r>
              <a:rPr lang="en-US" i="1" dirty="0"/>
              <a:t>({Code})</a:t>
            </a:r>
            <a:r>
              <a:rPr lang="en-US" dirty="0"/>
              <a:t>”</a:t>
            </a:r>
          </a:p>
        </p:txBody>
      </p:sp>
      <p:sp>
        <p:nvSpPr>
          <p:cNvPr id="6" name="Content Placeholder 5">
            <a:extLst>
              <a:ext uri="{FF2B5EF4-FFF2-40B4-BE49-F238E27FC236}">
                <a16:creationId xmlns:a16="http://schemas.microsoft.com/office/drawing/2014/main" id="{C6C65A14-8889-4A3A-92EE-92882A193E0E}"/>
              </a:ext>
            </a:extLst>
          </p:cNvPr>
          <p:cNvSpPr>
            <a:spLocks noGrp="1"/>
          </p:cNvSpPr>
          <p:nvPr>
            <p:ph sz="quarter" idx="13"/>
          </p:nvPr>
        </p:nvSpPr>
        <p:spPr/>
        <p:txBody>
          <a:bodyPr/>
          <a:lstStyle/>
          <a:p>
            <a:r>
              <a:rPr lang="en-US" dirty="0"/>
              <a:t>The Form is unresponsive during PowerShell code execution</a:t>
            </a:r>
          </a:p>
          <a:p>
            <a:endParaRPr lang="en-US" dirty="0"/>
          </a:p>
        </p:txBody>
      </p:sp>
      <p:sp>
        <p:nvSpPr>
          <p:cNvPr id="10" name="Code Box">
            <a:extLst>
              <a:ext uri="{FF2B5EF4-FFF2-40B4-BE49-F238E27FC236}">
                <a16:creationId xmlns:a16="http://schemas.microsoft.com/office/drawing/2014/main" id="{9CE68515-1E15-4161-B149-EF4E4A0BD6E7}"/>
              </a:ext>
            </a:extLst>
          </p:cNvPr>
          <p:cNvSpPr>
            <a:spLocks/>
          </p:cNvSpPr>
          <p:nvPr>
            <p:custDataLst>
              <p:tags r:id="rId2"/>
            </p:custDataLst>
          </p:nvPr>
        </p:nvSpPr>
        <p:spPr>
          <a:xfrm>
            <a:off x="655638" y="1904999"/>
            <a:ext cx="10880725" cy="4322764"/>
          </a:xfrm>
          <a:prstGeom prst="rect">
            <a:avLst/>
          </a:prstGeom>
          <a:solidFill>
            <a:srgbClr val="012456"/>
          </a:solidFill>
        </p:spPr>
        <p:txBody>
          <a:bodyPr wrap="square">
            <a:noAutofit/>
          </a:bodyPr>
          <a:lstStyle/>
          <a:p>
            <a:endParaRPr lang="en-US" dirty="0">
              <a:solidFill>
                <a:srgbClr val="FF4500"/>
              </a:solidFill>
              <a:latin typeface="Lucida Console" panose="020B0609040504020204" pitchFamily="49" charset="0"/>
            </a:endParaRPr>
          </a:p>
          <a:p>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Gui</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Get_childitem</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Add_Click</a:t>
            </a:r>
            <a:r>
              <a:rPr lang="en-US" dirty="0">
                <a:solidFill>
                  <a:srgbClr val="F5F5F5"/>
                </a:solidFill>
                <a:latin typeface="Lucida Console" panose="020B0609040504020204" pitchFamily="49" charset="0"/>
              </a:rPr>
              <a:t>({</a:t>
            </a:r>
          </a:p>
          <a:p>
            <a:r>
              <a:rPr lang="en-US" dirty="0">
                <a:solidFill>
                  <a:srgbClr val="F5F5F5"/>
                </a:solidFill>
                <a:latin typeface="Lucida Console" panose="020B0609040504020204" pitchFamily="49" charset="0"/>
              </a:rPr>
              <a:t>  </a:t>
            </a:r>
            <a:r>
              <a:rPr lang="en-US" dirty="0">
                <a:solidFill>
                  <a:srgbClr val="E0FFFF"/>
                </a:solidFill>
                <a:latin typeface="Lucida Console" panose="020B0609040504020204" pitchFamily="49" charset="0"/>
              </a:rPr>
              <a:t>If</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a:t>
            </a:r>
            <a:r>
              <a:rPr lang="en-US" dirty="0">
                <a:solidFill>
                  <a:srgbClr val="D3D3D3"/>
                </a:solidFill>
                <a:latin typeface="Lucida Console" panose="020B0609040504020204" pitchFamily="49" charset="0"/>
              </a:rPr>
              <a:t>[</a:t>
            </a:r>
            <a:r>
              <a:rPr lang="en-US" dirty="0">
                <a:solidFill>
                  <a:srgbClr val="8FBC8F"/>
                </a:solidFill>
                <a:latin typeface="Lucida Console" panose="020B0609040504020204" pitchFamily="49" charset="0"/>
              </a:rPr>
              <a:t>string</a:t>
            </a:r>
            <a:r>
              <a:rPr lang="en-US" dirty="0">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IsNullOrEmpty</a:t>
            </a:r>
            <a:r>
              <a:rPr lang="en-US" dirty="0">
                <a:solidFill>
                  <a:srgbClr val="F5F5F5"/>
                </a:solidFill>
                <a:latin typeface="Lucida Console" panose="020B0609040504020204" pitchFamily="49" charset="0"/>
              </a:rPr>
              <a:t>(</a:t>
            </a:r>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Gui</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Inputtext</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text</a:t>
            </a:r>
            <a:r>
              <a:rPr lang="en-US" dirty="0">
                <a:solidFill>
                  <a:srgbClr val="F5F5F5"/>
                </a:solidFill>
                <a:latin typeface="Lucida Console" panose="020B0609040504020204" pitchFamily="49" charset="0"/>
              </a:rPr>
              <a:t>)))</a:t>
            </a:r>
          </a:p>
          <a:p>
            <a:r>
              <a:rPr lang="en-US" dirty="0">
                <a:solidFill>
                  <a:srgbClr val="F5F5F5"/>
                </a:solidFill>
                <a:latin typeface="Lucida Console" panose="020B0609040504020204" pitchFamily="49" charset="0"/>
              </a:rPr>
              <a:t>  {</a:t>
            </a:r>
          </a:p>
          <a:p>
            <a:r>
              <a:rPr lang="en-US" dirty="0">
                <a:solidFill>
                  <a:srgbClr val="F5F5F5"/>
                </a:solidFill>
                <a:latin typeface="Lucida Console" panose="020B0609040504020204" pitchFamily="49" charset="0"/>
              </a:rPr>
              <a:t>    </a:t>
            </a:r>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childitems</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E0FFFF"/>
                </a:solidFill>
                <a:latin typeface="Lucida Console" panose="020B0609040504020204" pitchFamily="49" charset="0"/>
              </a:rPr>
              <a:t>Get-ChildItem</a:t>
            </a:r>
            <a:r>
              <a:rPr lang="en-US" dirty="0">
                <a:solidFill>
                  <a:srgbClr val="F5F5F5"/>
                </a:solidFill>
                <a:latin typeface="Lucida Console" panose="020B0609040504020204" pitchFamily="49" charset="0"/>
              </a:rPr>
              <a:t> </a:t>
            </a:r>
            <a:r>
              <a:rPr lang="en-US" dirty="0">
                <a:solidFill>
                  <a:srgbClr val="FFE4B5"/>
                </a:solidFill>
                <a:latin typeface="Lucida Console" panose="020B0609040504020204" pitchFamily="49" charset="0"/>
              </a:rPr>
              <a:t>–Path</a:t>
            </a:r>
            <a:r>
              <a:rPr lang="en-US" dirty="0">
                <a:solidFill>
                  <a:srgbClr val="F5F5F5"/>
                </a:solidFill>
                <a:latin typeface="Lucida Console" panose="020B0609040504020204" pitchFamily="49" charset="0"/>
              </a:rPr>
              <a:t> </a:t>
            </a:r>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Gui</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Inputtext</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text</a:t>
            </a:r>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    </a:t>
            </a:r>
            <a:r>
              <a:rPr lang="en-US" dirty="0">
                <a:solidFill>
                  <a:srgbClr val="E0FFFF"/>
                </a:solidFill>
                <a:latin typeface="Lucida Console" panose="020B0609040504020204" pitchFamily="49" charset="0"/>
              </a:rPr>
              <a:t>foreach</a:t>
            </a:r>
            <a:r>
              <a:rPr lang="en-US" dirty="0">
                <a:solidFill>
                  <a:srgbClr val="F5F5F5"/>
                </a:solidFill>
                <a:latin typeface="Lucida Console" panose="020B0609040504020204" pitchFamily="49" charset="0"/>
              </a:rPr>
              <a:t> (</a:t>
            </a:r>
            <a:r>
              <a:rPr lang="en-US" dirty="0">
                <a:solidFill>
                  <a:srgbClr val="FF4500"/>
                </a:solidFill>
                <a:latin typeface="Lucida Console" panose="020B0609040504020204" pitchFamily="49" charset="0"/>
              </a:rPr>
              <a:t>$item</a:t>
            </a:r>
            <a:r>
              <a:rPr lang="en-US" dirty="0">
                <a:solidFill>
                  <a:srgbClr val="F5F5F5"/>
                </a:solidFill>
                <a:latin typeface="Lucida Console" panose="020B0609040504020204" pitchFamily="49" charset="0"/>
              </a:rPr>
              <a:t> </a:t>
            </a:r>
            <a:r>
              <a:rPr lang="en-US" dirty="0">
                <a:solidFill>
                  <a:srgbClr val="E0FFFF"/>
                </a:solidFill>
                <a:latin typeface="Lucida Console" panose="020B0609040504020204" pitchFamily="49" charset="0"/>
              </a:rPr>
              <a:t>in</a:t>
            </a:r>
            <a:r>
              <a:rPr lang="en-US" dirty="0">
                <a:solidFill>
                  <a:srgbClr val="F5F5F5"/>
                </a:solidFill>
                <a:latin typeface="Lucida Console" panose="020B0609040504020204" pitchFamily="49" charset="0"/>
              </a:rPr>
              <a:t> </a:t>
            </a:r>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childitems</a:t>
            </a:r>
            <a:r>
              <a:rPr lang="en-US" dirty="0">
                <a:solidFill>
                  <a:srgbClr val="F5F5F5"/>
                </a:solidFill>
                <a:latin typeface="Lucida Console" panose="020B0609040504020204" pitchFamily="49" charset="0"/>
              </a:rPr>
              <a:t>)</a:t>
            </a:r>
          </a:p>
          <a:p>
            <a:r>
              <a:rPr lang="en-US" dirty="0">
                <a:solidFill>
                  <a:srgbClr val="F5F5F5"/>
                </a:solidFill>
                <a:latin typeface="Lucida Console" panose="020B0609040504020204" pitchFamily="49" charset="0"/>
              </a:rPr>
              <a:t>    {</a:t>
            </a:r>
          </a:p>
          <a:p>
            <a:r>
              <a:rPr lang="en-US" dirty="0">
                <a:solidFill>
                  <a:srgbClr val="F5F5F5"/>
                </a:solidFill>
                <a:latin typeface="Lucida Console" panose="020B0609040504020204" pitchFamily="49" charset="0"/>
              </a:rPr>
              <a:t>      </a:t>
            </a:r>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Gui</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Itemlist</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Items</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Add</a:t>
            </a:r>
            <a:r>
              <a:rPr lang="en-US" dirty="0">
                <a:solidFill>
                  <a:srgbClr val="F5F5F5"/>
                </a:solidFill>
                <a:latin typeface="Lucida Console" panose="020B0609040504020204" pitchFamily="49" charset="0"/>
              </a:rPr>
              <a:t>(</a:t>
            </a:r>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item</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fullname</a:t>
            </a:r>
            <a:r>
              <a:rPr lang="en-US" dirty="0">
                <a:solidFill>
                  <a:srgbClr val="F5F5F5"/>
                </a:solidFill>
                <a:latin typeface="Lucida Console" panose="020B0609040504020204" pitchFamily="49" charset="0"/>
              </a:rPr>
              <a:t>)</a:t>
            </a:r>
          </a:p>
          <a:p>
            <a:r>
              <a:rPr lang="en-US" dirty="0">
                <a:solidFill>
                  <a:srgbClr val="F5F5F5"/>
                </a:solidFill>
                <a:latin typeface="Lucida Console" panose="020B0609040504020204" pitchFamily="49" charset="0"/>
              </a:rPr>
              <a:t>    }</a:t>
            </a:r>
          </a:p>
          <a:p>
            <a:r>
              <a:rPr lang="en-US" dirty="0">
                <a:solidFill>
                  <a:srgbClr val="F5F5F5"/>
                </a:solidFill>
                <a:latin typeface="Lucida Console" panose="020B0609040504020204" pitchFamily="49" charset="0"/>
              </a:rPr>
              <a:t>        </a:t>
            </a:r>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Gui</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Inputtext</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Clear</a:t>
            </a:r>
            <a:r>
              <a:rPr lang="en-US" dirty="0">
                <a:solidFill>
                  <a:srgbClr val="F5F5F5"/>
                </a:solidFill>
                <a:latin typeface="Lucida Console" panose="020B0609040504020204" pitchFamily="49" charset="0"/>
              </a:rPr>
              <a:t>()</a:t>
            </a:r>
          </a:p>
          <a:p>
            <a:r>
              <a:rPr lang="en-US" dirty="0">
                <a:solidFill>
                  <a:srgbClr val="F5F5F5"/>
                </a:solidFill>
                <a:latin typeface="Lucida Console" panose="020B0609040504020204" pitchFamily="49" charset="0"/>
              </a:rPr>
              <a:t>  }</a:t>
            </a:r>
          </a:p>
          <a:p>
            <a:r>
              <a:rPr lang="en-US" dirty="0">
                <a:solidFill>
                  <a:srgbClr val="F5F5F5"/>
                </a:solidFill>
                <a:latin typeface="Lucida Console" panose="020B0609040504020204" pitchFamily="49" charset="0"/>
              </a:rPr>
              <a:t>}) </a:t>
            </a:r>
          </a:p>
          <a:p>
            <a:endParaRPr lang="en-US" sz="2000" dirty="0"/>
          </a:p>
        </p:txBody>
      </p:sp>
      <p:pic>
        <p:nvPicPr>
          <p:cNvPr id="7" name="Picture 6" descr="Screenshot WPFElements">
            <a:extLst>
              <a:ext uri="{FF2B5EF4-FFF2-40B4-BE49-F238E27FC236}">
                <a16:creationId xmlns:a16="http://schemas.microsoft.com/office/drawing/2014/main" id="{95554C33-2324-4A96-B839-ADEB727D40C7}"/>
              </a:ext>
            </a:extLst>
          </p:cNvPr>
          <p:cNvPicPr>
            <a:picLocks noChangeAspect="1"/>
          </p:cNvPicPr>
          <p:nvPr/>
        </p:nvPicPr>
        <p:blipFill>
          <a:blip r:embed="rId5"/>
          <a:stretch>
            <a:fillRect/>
          </a:stretch>
        </p:blipFill>
        <p:spPr>
          <a:xfrm>
            <a:off x="8686800" y="1904999"/>
            <a:ext cx="3459879" cy="4322764"/>
          </a:xfrm>
          <a:prstGeom prst="rect">
            <a:avLst/>
          </a:prstGeom>
        </p:spPr>
      </p:pic>
      <p:pic>
        <p:nvPicPr>
          <p:cNvPr id="8" name="Picture 7">
            <a:extLst>
              <a:ext uri="{FF2B5EF4-FFF2-40B4-BE49-F238E27FC236}">
                <a16:creationId xmlns:a16="http://schemas.microsoft.com/office/drawing/2014/main" id="{413EB724-799C-4FCF-82B4-E0F63A78A812}"/>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743208" y="1904999"/>
            <a:ext cx="3403472" cy="4322764"/>
          </a:xfrm>
          <a:prstGeom prst="rect">
            <a:avLst/>
          </a:prstGeom>
        </p:spPr>
      </p:pic>
      <p:sp>
        <p:nvSpPr>
          <p:cNvPr id="9" name="Arrow: Right 8">
            <a:extLst>
              <a:ext uri="{FF2B5EF4-FFF2-40B4-BE49-F238E27FC236}">
                <a16:creationId xmlns:a16="http://schemas.microsoft.com/office/drawing/2014/main" id="{699E44E3-2C84-47CE-8641-D08A3C53A6E4}"/>
              </a:ext>
              <a:ext uri="{C183D7F6-B498-43B3-948B-1728B52AA6E4}">
                <adec:decorative xmlns:adec="http://schemas.microsoft.com/office/drawing/2017/decorative" val="1"/>
              </a:ext>
            </a:extLst>
          </p:cNvPr>
          <p:cNvSpPr/>
          <p:nvPr/>
        </p:nvSpPr>
        <p:spPr bwMode="auto">
          <a:xfrm rot="16200000">
            <a:off x="9035527" y="3010277"/>
            <a:ext cx="674145" cy="457200"/>
          </a:xfrm>
          <a:prstGeom prst="rightArrow">
            <a:avLst/>
          </a:prstGeom>
          <a:ln w="12700" cap="flat" cmpd="sng" algn="ctr">
            <a:solidFill>
              <a:srgbClr val="505050"/>
            </a:solidFill>
            <a:prstDash val="solid"/>
            <a:miter lim="800000"/>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custDataLst>
      <p:tags r:id="rId1"/>
    </p:custDataLst>
    <p:extLst>
      <p:ext uri="{BB962C8B-B14F-4D97-AF65-F5344CB8AC3E}">
        <p14:creationId xmlns:p14="http://schemas.microsoft.com/office/powerpoint/2010/main" val="296383831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par>
                          <p:cTn id="7" fill="hold">
                            <p:stCondLst>
                              <p:cond delay="0"/>
                            </p:stCondLst>
                            <p:childTnLst>
                              <p:par>
                                <p:cTn id="8" presetID="10" presetClass="exit" presetSubtype="0" fill="hold" grpId="1" nodeType="afterEffect">
                                  <p:stCondLst>
                                    <p:cond delay="0"/>
                                  </p:stCondLst>
                                  <p:childTnLst>
                                    <p:animEffect transition="out" filter="fade">
                                      <p:cBhvr>
                                        <p:cTn id="9" dur="500"/>
                                        <p:tgtEl>
                                          <p:spTgt spid="9"/>
                                        </p:tgtEl>
                                      </p:cBhvr>
                                    </p:animEffect>
                                    <p:set>
                                      <p:cBhvr>
                                        <p:cTn id="10" dur="1" fill="hold">
                                          <p:stCondLst>
                                            <p:cond delay="499"/>
                                          </p:stCondLst>
                                        </p:cTn>
                                        <p:tgtEl>
                                          <p:spTgt spid="9"/>
                                        </p:tgtEl>
                                        <p:attrNameLst>
                                          <p:attrName>style.visibility</p:attrName>
                                        </p:attrNameLst>
                                      </p:cBhvr>
                                      <p:to>
                                        <p:strVal val="hidden"/>
                                      </p:to>
                                    </p:se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64A22E-2B43-4FC6-AF08-0CDB3F9E9269}"/>
              </a:ext>
            </a:extLst>
          </p:cNvPr>
          <p:cNvSpPr>
            <a:spLocks noGrp="1"/>
          </p:cNvSpPr>
          <p:nvPr>
            <p:ph type="title"/>
          </p:nvPr>
        </p:nvSpPr>
        <p:spPr/>
        <p:txBody>
          <a:bodyPr/>
          <a:lstStyle/>
          <a:p>
            <a:r>
              <a:rPr lang="en-US" dirty="0"/>
              <a:t>Demonstration</a:t>
            </a:r>
          </a:p>
        </p:txBody>
      </p:sp>
      <p:sp>
        <p:nvSpPr>
          <p:cNvPr id="6" name="Text Placeholder 5">
            <a:extLst>
              <a:ext uri="{FF2B5EF4-FFF2-40B4-BE49-F238E27FC236}">
                <a16:creationId xmlns:a16="http://schemas.microsoft.com/office/drawing/2014/main" id="{637E159C-9ACF-48AE-927A-D5FB13695C7F}"/>
              </a:ext>
            </a:extLst>
          </p:cNvPr>
          <p:cNvSpPr>
            <a:spLocks noGrp="1"/>
          </p:cNvSpPr>
          <p:nvPr>
            <p:ph type="body" sz="quarter" idx="10"/>
          </p:nvPr>
        </p:nvSpPr>
        <p:spPr/>
        <p:txBody>
          <a:bodyPr/>
          <a:lstStyle/>
          <a:p>
            <a:br>
              <a:rPr lang="en-US" dirty="0"/>
            </a:br>
            <a:r>
              <a:rPr lang="en-US" dirty="0"/>
              <a:t>Form unresponsiveness</a:t>
            </a:r>
          </a:p>
          <a:p>
            <a:endParaRPr lang="en-US" dirty="0"/>
          </a:p>
          <a:p>
            <a:endParaRPr lang="en-US" dirty="0"/>
          </a:p>
        </p:txBody>
      </p:sp>
      <p:pic>
        <p:nvPicPr>
          <p:cNvPr id="8" name="Demo 01" descr="A person standing in front of a screen.">
            <a:extLst>
              <a:ext uri="{FF2B5EF4-FFF2-40B4-BE49-F238E27FC236}">
                <a16:creationId xmlns:a16="http://schemas.microsoft.com/office/drawing/2014/main" id="{AE785C6F-3571-4388-998A-02309DA462CF}"/>
              </a:ext>
            </a:extLst>
          </p:cNvPr>
          <p:cNvPicPr>
            <a:picLocks noGrp="1" noChangeAspect="1"/>
          </p:cNvPicPr>
          <p:nvPr>
            <p:ph type="pic" sz="quarter" idx="15"/>
            <p:custDataLst>
              <p:tags r:id="rId2"/>
            </p:custDataLst>
          </p:nvPr>
        </p:nvPicPr>
        <p:blipFill>
          <a:blip r:embed="rId5" cstate="email">
            <a:extLst>
              <a:ext uri="{28A0092B-C50C-407E-A947-70E740481C1C}">
                <a14:useLocalDpi xmlns:a14="http://schemas.microsoft.com/office/drawing/2010/main"/>
              </a:ext>
            </a:extLst>
          </a:blip>
          <a:srcRect t="5543" b="5543"/>
          <a:stretch>
            <a:fillRect/>
          </a:stretch>
        </p:blipFill>
        <p:spPr>
          <a:prstGeom prst="rect">
            <a:avLst/>
          </a:prstGeom>
        </p:spPr>
      </p:pic>
    </p:spTree>
    <p:custDataLst>
      <p:tags r:id="rId1"/>
    </p:custDataLst>
    <p:extLst>
      <p:ext uri="{BB962C8B-B14F-4D97-AF65-F5344CB8AC3E}">
        <p14:creationId xmlns:p14="http://schemas.microsoft.com/office/powerpoint/2010/main" val="2963664668"/>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743E29-3932-4EB8-86D4-F83F46D63AC3}"/>
              </a:ext>
            </a:extLst>
          </p:cNvPr>
          <p:cNvSpPr>
            <a:spLocks noGrp="1"/>
          </p:cNvSpPr>
          <p:nvPr>
            <p:ph type="title"/>
          </p:nvPr>
        </p:nvSpPr>
        <p:spPr>
          <a:prstGeom prst="rect">
            <a:avLst/>
          </a:prstGeom>
          <a:solidFill>
            <a:schemeClr val="bg1"/>
          </a:solidFill>
          <a:ln>
            <a:noFill/>
          </a:ln>
        </p:spPr>
        <p:txBody>
          <a:bodyPr wrap="square" anchor="t">
            <a:normAutofit/>
          </a:bodyPr>
          <a:lstStyle/>
          <a:p>
            <a:r>
              <a:rPr lang="en-US"/>
              <a:t>Data Binding</a:t>
            </a:r>
            <a:endParaRPr lang="en-US" dirty="0"/>
          </a:p>
        </p:txBody>
      </p:sp>
      <p:sp>
        <p:nvSpPr>
          <p:cNvPr id="15" name="Subtitle 2">
            <a:extLst>
              <a:ext uri="{FF2B5EF4-FFF2-40B4-BE49-F238E27FC236}">
                <a16:creationId xmlns:a16="http://schemas.microsoft.com/office/drawing/2014/main" id="{4AD6C539-2FC5-4C3F-865B-95969E0A718B}"/>
              </a:ext>
            </a:extLst>
          </p:cNvPr>
          <p:cNvSpPr>
            <a:spLocks noGrp="1"/>
          </p:cNvSpPr>
          <p:nvPr>
            <p:ph type="subTitle" idx="1"/>
          </p:nvPr>
        </p:nvSpPr>
        <p:spPr/>
        <p:txBody>
          <a:bodyPr/>
          <a:lstStyle/>
          <a:p>
            <a:endParaRPr lang="en-US"/>
          </a:p>
        </p:txBody>
      </p:sp>
      <p:graphicFrame>
        <p:nvGraphicFramePr>
          <p:cNvPr id="10" name="Text Placeholder 7">
            <a:extLst>
              <a:ext uri="{FF2B5EF4-FFF2-40B4-BE49-F238E27FC236}">
                <a16:creationId xmlns:a16="http://schemas.microsoft.com/office/drawing/2014/main" id="{25FC2934-EBB8-4C70-B506-5EC4BC6FE603}"/>
              </a:ext>
              <a:ext uri="{C183D7F6-B498-43B3-948B-1728B52AA6E4}">
                <adec:decorative xmlns:adec="http://schemas.microsoft.com/office/drawing/2017/decorative" val="1"/>
              </a:ext>
            </a:extLst>
          </p:cNvPr>
          <p:cNvGraphicFramePr>
            <a:graphicFrameLocks noGrp="1"/>
          </p:cNvGraphicFramePr>
          <p:nvPr>
            <p:ph sz="quarter" idx="13"/>
            <p:extLst>
              <p:ext uri="{D42A27DB-BD31-4B8C-83A1-F6EECF244321}">
                <p14:modId xmlns:p14="http://schemas.microsoft.com/office/powerpoint/2010/main" val="2460071964"/>
              </p:ext>
            </p:extLst>
          </p:nvPr>
        </p:nvGraphicFramePr>
        <p:xfrm>
          <a:off x="655638" y="1408113"/>
          <a:ext cx="10880725" cy="4819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283881700"/>
      </p:ext>
    </p:extLst>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743E29-3932-4EB8-86D4-F83F46D63AC3}"/>
              </a:ext>
            </a:extLst>
          </p:cNvPr>
          <p:cNvSpPr>
            <a:spLocks noGrp="1"/>
          </p:cNvSpPr>
          <p:nvPr>
            <p:ph type="title"/>
          </p:nvPr>
        </p:nvSpPr>
        <p:spPr/>
        <p:txBody>
          <a:bodyPr/>
          <a:lstStyle/>
          <a:p>
            <a:r>
              <a:rPr lang="en-US"/>
              <a:t>XAML Based Data Binding</a:t>
            </a:r>
            <a:endParaRPr lang="en-US" dirty="0"/>
          </a:p>
        </p:txBody>
      </p:sp>
      <p:sp>
        <p:nvSpPr>
          <p:cNvPr id="7" name="Subtitle 6">
            <a:extLst>
              <a:ext uri="{FF2B5EF4-FFF2-40B4-BE49-F238E27FC236}">
                <a16:creationId xmlns:a16="http://schemas.microsoft.com/office/drawing/2014/main" id="{0CBD2DA2-19C2-4427-A25B-0D8640C69343}"/>
              </a:ext>
            </a:extLst>
          </p:cNvPr>
          <p:cNvSpPr>
            <a:spLocks noGrp="1"/>
          </p:cNvSpPr>
          <p:nvPr>
            <p:ph type="subTitle" idx="1"/>
          </p:nvPr>
        </p:nvSpPr>
        <p:spPr/>
        <p:txBody>
          <a:bodyPr/>
          <a:lstStyle/>
          <a:p>
            <a:r>
              <a:rPr lang="en-US" dirty="0"/>
              <a:t>Declared in XAML code</a:t>
            </a:r>
          </a:p>
        </p:txBody>
      </p:sp>
      <p:sp>
        <p:nvSpPr>
          <p:cNvPr id="8" name="Content Placeholder 7">
            <a:extLst>
              <a:ext uri="{FF2B5EF4-FFF2-40B4-BE49-F238E27FC236}">
                <a16:creationId xmlns:a16="http://schemas.microsoft.com/office/drawing/2014/main" id="{7B7AC497-24BE-4BE7-ABD7-CCF312639493}"/>
              </a:ext>
            </a:extLst>
          </p:cNvPr>
          <p:cNvSpPr>
            <a:spLocks noGrp="1"/>
          </p:cNvSpPr>
          <p:nvPr>
            <p:ph sz="quarter" idx="13"/>
          </p:nvPr>
        </p:nvSpPr>
        <p:spPr/>
        <p:txBody>
          <a:bodyPr/>
          <a:lstStyle/>
          <a:p>
            <a:r>
              <a:rPr lang="en-US" dirty="0"/>
              <a:t>Only works on form refresh</a:t>
            </a:r>
          </a:p>
          <a:p>
            <a:endParaRPr lang="en-US" sz="1800" dirty="0"/>
          </a:p>
          <a:p>
            <a:r>
              <a:rPr lang="en-US" dirty="0"/>
              <a:t>Anything selected in “</a:t>
            </a:r>
            <a:r>
              <a:rPr lang="en-US" dirty="0" err="1"/>
              <a:t>Itemlist</a:t>
            </a:r>
            <a:r>
              <a:rPr lang="en-US" dirty="0"/>
              <a:t>” will be displayed in the text property of “</a:t>
            </a:r>
            <a:r>
              <a:rPr lang="en-US" dirty="0" err="1"/>
              <a:t>Itemlistdisplay</a:t>
            </a:r>
            <a:r>
              <a:rPr lang="en-US" dirty="0"/>
              <a:t>”</a:t>
            </a:r>
          </a:p>
          <a:p>
            <a:endParaRPr lang="en-US" dirty="0"/>
          </a:p>
        </p:txBody>
      </p:sp>
      <p:sp>
        <p:nvSpPr>
          <p:cNvPr id="6" name="Code Box">
            <a:extLst>
              <a:ext uri="{FF2B5EF4-FFF2-40B4-BE49-F238E27FC236}">
                <a16:creationId xmlns:a16="http://schemas.microsoft.com/office/drawing/2014/main" id="{C84BFD6C-319D-4665-A3EC-44969951DC1A}"/>
              </a:ext>
            </a:extLst>
          </p:cNvPr>
          <p:cNvSpPr>
            <a:spLocks/>
          </p:cNvSpPr>
          <p:nvPr>
            <p:custDataLst>
              <p:tags r:id="rId2"/>
            </p:custDataLst>
          </p:nvPr>
        </p:nvSpPr>
        <p:spPr>
          <a:xfrm>
            <a:off x="655638" y="3124199"/>
            <a:ext cx="10880725" cy="3103563"/>
          </a:xfrm>
          <a:prstGeom prst="rect">
            <a:avLst/>
          </a:prstGeom>
          <a:solidFill>
            <a:srgbClr val="2F2F2F"/>
          </a:solidFill>
        </p:spPr>
        <p:txBody>
          <a:bodyPr wrap="square">
            <a:noAutofit/>
          </a:bodyPr>
          <a:lstStyle/>
          <a:p>
            <a:r>
              <a:rPr lang="en-US" dirty="0">
                <a:solidFill>
                  <a:srgbClr val="A9A9A9"/>
                </a:solidFill>
                <a:latin typeface="Consolas" panose="020B0609020204030204" pitchFamily="49" charset="0"/>
              </a:rPr>
              <a:t>&lt;</a:t>
            </a:r>
            <a:r>
              <a:rPr lang="en-US" dirty="0" err="1">
                <a:solidFill>
                  <a:schemeClr val="accent1"/>
                </a:solidFill>
                <a:latin typeface="Consolas" panose="020B0609020204030204" pitchFamily="49" charset="0"/>
              </a:rPr>
              <a:t>ListBox</a:t>
            </a:r>
            <a:r>
              <a:rPr lang="en-US" dirty="0">
                <a:solidFill>
                  <a:srgbClr val="A9A9A9"/>
                </a:solidFill>
                <a:latin typeface="Consolas" panose="020B0609020204030204" pitchFamily="49" charset="0"/>
              </a:rPr>
              <a:t> </a:t>
            </a:r>
            <a:r>
              <a:rPr lang="en-US" dirty="0">
                <a:solidFill>
                  <a:srgbClr val="00BCF2"/>
                </a:solidFill>
                <a:latin typeface="Consolas" panose="020B0609020204030204" pitchFamily="49" charset="0"/>
              </a:rPr>
              <a:t>x:Name</a:t>
            </a:r>
            <a:r>
              <a:rPr lang="en-US" dirty="0">
                <a:solidFill>
                  <a:srgbClr val="A9A9A9"/>
                </a:solidFill>
                <a:latin typeface="Consolas" panose="020B0609020204030204" pitchFamily="49" charset="0"/>
              </a:rPr>
              <a:t>=</a:t>
            </a:r>
            <a:r>
              <a:rPr lang="en-US" dirty="0">
                <a:solidFill>
                  <a:srgbClr val="FF8C00"/>
                </a:solidFill>
                <a:latin typeface="Consolas" panose="020B0609020204030204" pitchFamily="49" charset="0"/>
              </a:rPr>
              <a:t>"Itemlist"</a:t>
            </a:r>
            <a:r>
              <a:rPr lang="en-US" dirty="0">
                <a:solidFill>
                  <a:srgbClr val="A9A9A9"/>
                </a:solidFill>
                <a:latin typeface="Consolas" panose="020B0609020204030204" pitchFamily="49" charset="0"/>
              </a:rPr>
              <a:t> </a:t>
            </a:r>
            <a:r>
              <a:rPr lang="en-US" dirty="0">
                <a:solidFill>
                  <a:srgbClr val="00BCF2"/>
                </a:solidFill>
                <a:latin typeface="Consolas" panose="020B0609020204030204" pitchFamily="49" charset="0"/>
              </a:rPr>
              <a:t>Width</a:t>
            </a:r>
            <a:r>
              <a:rPr lang="en-US" dirty="0">
                <a:solidFill>
                  <a:srgbClr val="A9A9A9"/>
                </a:solidFill>
                <a:latin typeface="Consolas" panose="020B0609020204030204" pitchFamily="49" charset="0"/>
              </a:rPr>
              <a:t>=</a:t>
            </a:r>
            <a:r>
              <a:rPr lang="en-US" dirty="0">
                <a:solidFill>
                  <a:srgbClr val="FF8C00"/>
                </a:solidFill>
                <a:latin typeface="Consolas" panose="020B0609020204030204" pitchFamily="49" charset="0"/>
              </a:rPr>
              <a:t>"250"</a:t>
            </a:r>
            <a:r>
              <a:rPr lang="en-US" dirty="0">
                <a:solidFill>
                  <a:srgbClr val="A9A9A9"/>
                </a:solidFill>
                <a:latin typeface="Consolas" panose="020B0609020204030204" pitchFamily="49" charset="0"/>
              </a:rPr>
              <a:t> </a:t>
            </a:r>
            <a:r>
              <a:rPr lang="en-US" dirty="0" err="1">
                <a:solidFill>
                  <a:srgbClr val="00BCF2"/>
                </a:solidFill>
                <a:latin typeface="Consolas" panose="020B0609020204030204" pitchFamily="49" charset="0"/>
              </a:rPr>
              <a:t>AllowDrop</a:t>
            </a:r>
            <a:r>
              <a:rPr lang="en-US" dirty="0">
                <a:solidFill>
                  <a:srgbClr val="A9A9A9"/>
                </a:solidFill>
                <a:latin typeface="Consolas" panose="020B0609020204030204" pitchFamily="49" charset="0"/>
              </a:rPr>
              <a:t>=</a:t>
            </a:r>
            <a:r>
              <a:rPr lang="en-US" dirty="0">
                <a:solidFill>
                  <a:srgbClr val="FF8C00"/>
                </a:solidFill>
                <a:latin typeface="Consolas" panose="020B0609020204030204" pitchFamily="49" charset="0"/>
              </a:rPr>
              <a:t>"True"</a:t>
            </a:r>
            <a:r>
              <a:rPr lang="en-US" dirty="0">
                <a:solidFill>
                  <a:srgbClr val="A9A9A9"/>
                </a:solidFill>
                <a:latin typeface="Consolas" panose="020B0609020204030204" pitchFamily="49" charset="0"/>
              </a:rPr>
              <a:t>/&gt;</a:t>
            </a:r>
          </a:p>
          <a:p>
            <a:r>
              <a:rPr lang="en-US" dirty="0">
                <a:solidFill>
                  <a:srgbClr val="A9A9A9"/>
                </a:solidFill>
                <a:latin typeface="Consolas" panose="020B0609020204030204" pitchFamily="49" charset="0"/>
              </a:rPr>
              <a:t>&lt;</a:t>
            </a:r>
            <a:r>
              <a:rPr lang="en-US" dirty="0" err="1">
                <a:solidFill>
                  <a:schemeClr val="accent1"/>
                </a:solidFill>
                <a:latin typeface="Consolas" panose="020B0609020204030204" pitchFamily="49" charset="0"/>
              </a:rPr>
              <a:t>TextBlock</a:t>
            </a:r>
            <a:r>
              <a:rPr lang="en-US" dirty="0">
                <a:solidFill>
                  <a:srgbClr val="A9A9A9"/>
                </a:solidFill>
                <a:latin typeface="Consolas" panose="020B0609020204030204" pitchFamily="49" charset="0"/>
              </a:rPr>
              <a:t> </a:t>
            </a:r>
            <a:r>
              <a:rPr lang="en-US" dirty="0">
                <a:solidFill>
                  <a:srgbClr val="00BCF2"/>
                </a:solidFill>
                <a:latin typeface="Consolas" panose="020B0609020204030204" pitchFamily="49" charset="0"/>
              </a:rPr>
              <a:t>x:Name</a:t>
            </a:r>
            <a:r>
              <a:rPr lang="en-US" dirty="0">
                <a:solidFill>
                  <a:srgbClr val="A9A9A9"/>
                </a:solidFill>
                <a:latin typeface="Consolas" panose="020B0609020204030204" pitchFamily="49" charset="0"/>
              </a:rPr>
              <a:t>=</a:t>
            </a:r>
            <a:r>
              <a:rPr lang="en-US" dirty="0">
                <a:solidFill>
                  <a:srgbClr val="FF8C00"/>
                </a:solidFill>
                <a:latin typeface="Consolas" panose="020B0609020204030204" pitchFamily="49" charset="0"/>
              </a:rPr>
              <a:t>"Itemlistdisplay"</a:t>
            </a:r>
            <a:r>
              <a:rPr lang="en-US" dirty="0">
                <a:solidFill>
                  <a:srgbClr val="A9A9A9"/>
                </a:solidFill>
                <a:latin typeface="Consolas" panose="020B0609020204030204" pitchFamily="49" charset="0"/>
              </a:rPr>
              <a:t> </a:t>
            </a:r>
            <a:r>
              <a:rPr lang="en-US" dirty="0" err="1">
                <a:solidFill>
                  <a:srgbClr val="00BCF2"/>
                </a:solidFill>
                <a:latin typeface="Consolas" panose="020B0609020204030204" pitchFamily="49" charset="0"/>
              </a:rPr>
              <a:t>TextWrapping</a:t>
            </a:r>
            <a:r>
              <a:rPr lang="en-US" dirty="0">
                <a:solidFill>
                  <a:srgbClr val="A9A9A9"/>
                </a:solidFill>
                <a:latin typeface="Consolas" panose="020B0609020204030204" pitchFamily="49" charset="0"/>
              </a:rPr>
              <a:t>=</a:t>
            </a:r>
            <a:r>
              <a:rPr lang="en-US" dirty="0">
                <a:solidFill>
                  <a:srgbClr val="FF8C00"/>
                </a:solidFill>
                <a:latin typeface="Consolas" panose="020B0609020204030204" pitchFamily="49" charset="0"/>
              </a:rPr>
              <a:t>"Wrap"</a:t>
            </a:r>
            <a:r>
              <a:rPr lang="en-US" dirty="0">
                <a:solidFill>
                  <a:srgbClr val="A9A9A9"/>
                </a:solidFill>
                <a:latin typeface="Consolas" panose="020B0609020204030204" pitchFamily="49" charset="0"/>
              </a:rPr>
              <a:t> </a:t>
            </a:r>
          </a:p>
          <a:p>
            <a:r>
              <a:rPr lang="en-US" dirty="0">
                <a:solidFill>
                  <a:srgbClr val="00BCF2"/>
                </a:solidFill>
                <a:latin typeface="Consolas" panose="020B0609020204030204" pitchFamily="49" charset="0"/>
              </a:rPr>
              <a:t>Text</a:t>
            </a:r>
            <a:r>
              <a:rPr lang="en-US" dirty="0">
                <a:solidFill>
                  <a:srgbClr val="A9A9A9"/>
                </a:solidFill>
                <a:latin typeface="Consolas" panose="020B0609020204030204" pitchFamily="49" charset="0"/>
              </a:rPr>
              <a:t>=</a:t>
            </a:r>
            <a:r>
              <a:rPr lang="en-US" dirty="0">
                <a:solidFill>
                  <a:srgbClr val="FF8C00"/>
                </a:solidFill>
                <a:latin typeface="Consolas" panose="020B0609020204030204" pitchFamily="49" charset="0"/>
              </a:rPr>
              <a:t>"{Binding </a:t>
            </a:r>
            <a:r>
              <a:rPr lang="en-US" dirty="0" err="1">
                <a:solidFill>
                  <a:srgbClr val="FF8C00"/>
                </a:solidFill>
                <a:latin typeface="Consolas" panose="020B0609020204030204" pitchFamily="49" charset="0"/>
              </a:rPr>
              <a:t>ElementName</a:t>
            </a:r>
            <a:r>
              <a:rPr lang="en-US" dirty="0">
                <a:solidFill>
                  <a:srgbClr val="FF8C00"/>
                </a:solidFill>
                <a:latin typeface="Consolas" panose="020B0609020204030204" pitchFamily="49" charset="0"/>
              </a:rPr>
              <a:t>=</a:t>
            </a:r>
            <a:r>
              <a:rPr lang="en-US" dirty="0" err="1">
                <a:solidFill>
                  <a:srgbClr val="FF8C00"/>
                </a:solidFill>
                <a:latin typeface="Consolas" panose="020B0609020204030204" pitchFamily="49" charset="0"/>
              </a:rPr>
              <a:t>Itemlist</a:t>
            </a:r>
            <a:r>
              <a:rPr lang="en-US" dirty="0">
                <a:solidFill>
                  <a:srgbClr val="FF8C00"/>
                </a:solidFill>
                <a:latin typeface="Consolas" panose="020B0609020204030204" pitchFamily="49" charset="0"/>
              </a:rPr>
              <a:t>, Path=</a:t>
            </a:r>
            <a:r>
              <a:rPr lang="en-US" dirty="0" err="1">
                <a:solidFill>
                  <a:srgbClr val="FF8C00"/>
                </a:solidFill>
                <a:latin typeface="Consolas" panose="020B0609020204030204" pitchFamily="49" charset="0"/>
              </a:rPr>
              <a:t>SelectedItem</a:t>
            </a:r>
            <a:r>
              <a:rPr lang="en-US" dirty="0">
                <a:solidFill>
                  <a:srgbClr val="FF8C00"/>
                </a:solidFill>
                <a:latin typeface="Consolas" panose="020B0609020204030204" pitchFamily="49" charset="0"/>
              </a:rPr>
              <a:t>, Mode=</a:t>
            </a:r>
            <a:r>
              <a:rPr lang="en-US" dirty="0" err="1">
                <a:solidFill>
                  <a:srgbClr val="FF8C00"/>
                </a:solidFill>
                <a:latin typeface="Consolas" panose="020B0609020204030204" pitchFamily="49" charset="0"/>
              </a:rPr>
              <a:t>OneWay</a:t>
            </a:r>
            <a:r>
              <a:rPr lang="en-US" dirty="0">
                <a:solidFill>
                  <a:srgbClr val="FF8C00"/>
                </a:solidFill>
                <a:latin typeface="Consolas" panose="020B0609020204030204" pitchFamily="49" charset="0"/>
              </a:rPr>
              <a:t> }"</a:t>
            </a:r>
            <a:r>
              <a:rPr lang="en-US" dirty="0">
                <a:solidFill>
                  <a:srgbClr val="A9A9A9"/>
                </a:solidFill>
                <a:latin typeface="Consolas" panose="020B0609020204030204" pitchFamily="49" charset="0"/>
              </a:rPr>
              <a:t>/&gt; </a:t>
            </a:r>
          </a:p>
        </p:txBody>
      </p:sp>
      <p:pic>
        <p:nvPicPr>
          <p:cNvPr id="4" name="Picture 3">
            <a:extLst>
              <a:ext uri="{FF2B5EF4-FFF2-40B4-BE49-F238E27FC236}">
                <a16:creationId xmlns:a16="http://schemas.microsoft.com/office/drawing/2014/main" id="{45CCB69D-FCD2-4E4D-A841-5E239E1E961C}"/>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2817082" y="4320131"/>
            <a:ext cx="6553200" cy="1907633"/>
          </a:xfrm>
          <a:prstGeom prst="rect">
            <a:avLst/>
          </a:prstGeom>
          <a:ln>
            <a:solidFill>
              <a:schemeClr val="tx1"/>
            </a:solidFill>
          </a:ln>
        </p:spPr>
      </p:pic>
    </p:spTree>
    <p:custDataLst>
      <p:tags r:id="rId1"/>
    </p:custDataLst>
    <p:extLst>
      <p:ext uri="{BB962C8B-B14F-4D97-AF65-F5344CB8AC3E}">
        <p14:creationId xmlns:p14="http://schemas.microsoft.com/office/powerpoint/2010/main" val="2430698488"/>
      </p:ext>
    </p:extLst>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743E29-3932-4EB8-86D4-F83F46D63AC3}"/>
              </a:ext>
            </a:extLst>
          </p:cNvPr>
          <p:cNvSpPr>
            <a:spLocks noGrp="1"/>
          </p:cNvSpPr>
          <p:nvPr>
            <p:ph type="title"/>
          </p:nvPr>
        </p:nvSpPr>
        <p:spPr/>
        <p:txBody>
          <a:bodyPr/>
          <a:lstStyle/>
          <a:p>
            <a:r>
              <a:rPr lang="en-US"/>
              <a:t>PowerShell Based Data Binding</a:t>
            </a:r>
            <a:endParaRPr lang="en-US" dirty="0"/>
          </a:p>
        </p:txBody>
      </p:sp>
      <p:sp>
        <p:nvSpPr>
          <p:cNvPr id="4" name="Subtitle 3">
            <a:extLst>
              <a:ext uri="{FF2B5EF4-FFF2-40B4-BE49-F238E27FC236}">
                <a16:creationId xmlns:a16="http://schemas.microsoft.com/office/drawing/2014/main" id="{95CCDE0A-C1F3-4155-BAFC-C69B69B3EF4D}"/>
              </a:ext>
            </a:extLst>
          </p:cNvPr>
          <p:cNvSpPr>
            <a:spLocks noGrp="1"/>
          </p:cNvSpPr>
          <p:nvPr>
            <p:ph type="subTitle" idx="1"/>
          </p:nvPr>
        </p:nvSpPr>
        <p:spPr/>
        <p:txBody>
          <a:bodyPr/>
          <a:lstStyle/>
          <a:p>
            <a:r>
              <a:rPr lang="en-US" dirty="0"/>
              <a:t>Declared within PowerShell code</a:t>
            </a:r>
          </a:p>
        </p:txBody>
      </p:sp>
      <p:sp>
        <p:nvSpPr>
          <p:cNvPr id="7" name="Content Placeholder 6">
            <a:extLst>
              <a:ext uri="{FF2B5EF4-FFF2-40B4-BE49-F238E27FC236}">
                <a16:creationId xmlns:a16="http://schemas.microsoft.com/office/drawing/2014/main" id="{2316BDE3-F06D-4833-AF51-EAF085F99C86}"/>
              </a:ext>
            </a:extLst>
          </p:cNvPr>
          <p:cNvSpPr>
            <a:spLocks noGrp="1"/>
          </p:cNvSpPr>
          <p:nvPr>
            <p:ph sz="quarter" idx="13"/>
          </p:nvPr>
        </p:nvSpPr>
        <p:spPr/>
        <p:txBody>
          <a:bodyPr/>
          <a:lstStyle/>
          <a:p>
            <a:r>
              <a:rPr lang="en-US" dirty="0"/>
              <a:t>Displays on form refresh or via Asynchronous process</a:t>
            </a:r>
          </a:p>
        </p:txBody>
      </p:sp>
      <p:sp>
        <p:nvSpPr>
          <p:cNvPr id="6" name="Code Box">
            <a:extLst>
              <a:ext uri="{FF2B5EF4-FFF2-40B4-BE49-F238E27FC236}">
                <a16:creationId xmlns:a16="http://schemas.microsoft.com/office/drawing/2014/main" id="{5D87067C-E2BD-4E28-AF11-16174B277618}"/>
              </a:ext>
            </a:extLst>
          </p:cNvPr>
          <p:cNvSpPr>
            <a:spLocks/>
          </p:cNvSpPr>
          <p:nvPr>
            <p:custDataLst>
              <p:tags r:id="rId2"/>
            </p:custDataLst>
          </p:nvPr>
        </p:nvSpPr>
        <p:spPr>
          <a:xfrm>
            <a:off x="655638" y="1904999"/>
            <a:ext cx="10880725" cy="4322764"/>
          </a:xfrm>
          <a:prstGeom prst="rect">
            <a:avLst/>
          </a:prstGeom>
          <a:solidFill>
            <a:srgbClr val="012456"/>
          </a:solidFill>
        </p:spPr>
        <p:txBody>
          <a:bodyPr wrap="square">
            <a:noAutofit/>
          </a:bodyPr>
          <a:lstStyle/>
          <a:p>
            <a:r>
              <a:rPr lang="en-US" dirty="0"/>
              <a:t> </a:t>
            </a:r>
            <a:r>
              <a:rPr lang="en-US" dirty="0">
                <a:solidFill>
                  <a:srgbClr val="98FB98"/>
                </a:solidFill>
                <a:latin typeface="Lucida Console" panose="020B0609040504020204" pitchFamily="49" charset="0"/>
              </a:rPr>
              <a:t># Create a </a:t>
            </a:r>
            <a:r>
              <a:rPr lang="en-US" dirty="0" err="1">
                <a:solidFill>
                  <a:srgbClr val="98FB98"/>
                </a:solidFill>
                <a:latin typeface="Lucida Console" panose="020B0609040504020204" pitchFamily="49" charset="0"/>
              </a:rPr>
              <a:t>datacontext</a:t>
            </a:r>
            <a:r>
              <a:rPr lang="en-US" dirty="0">
                <a:solidFill>
                  <a:srgbClr val="98FB98"/>
                </a:solidFill>
                <a:latin typeface="Lucida Console" panose="020B0609040504020204" pitchFamily="49" charset="0"/>
              </a:rPr>
              <a:t> for the textbox and set it</a:t>
            </a:r>
            <a:endParaRPr lang="en-US" dirty="0">
              <a:solidFill>
                <a:srgbClr val="F5F5F5"/>
              </a:solidFill>
              <a:latin typeface="Lucida Console" panose="020B0609040504020204" pitchFamily="49" charset="0"/>
            </a:endParaRPr>
          </a:p>
          <a:p>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DataContext</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E0FFFF"/>
                </a:solidFill>
                <a:latin typeface="Lucida Console" panose="020B0609040504020204" pitchFamily="49" charset="0"/>
              </a:rPr>
              <a:t>New-Object</a:t>
            </a:r>
            <a:r>
              <a:rPr lang="en-US" dirty="0">
                <a:solidFill>
                  <a:srgbClr val="F5F5F5"/>
                </a:solidFill>
                <a:latin typeface="Lucida Console" panose="020B0609040504020204" pitchFamily="49" charset="0"/>
              </a:rPr>
              <a:t> </a:t>
            </a:r>
            <a:r>
              <a:rPr lang="en-US" dirty="0" err="1">
                <a:solidFill>
                  <a:srgbClr val="EE82EE"/>
                </a:solidFill>
                <a:latin typeface="Lucida Console" panose="020B0609040504020204" pitchFamily="49" charset="0"/>
              </a:rPr>
              <a:t>System.Collections.ObjectModel.ObservableCollection</a:t>
            </a:r>
            <a:r>
              <a:rPr lang="en-US" dirty="0">
                <a:solidFill>
                  <a:srgbClr val="EE82EE"/>
                </a:solidFill>
                <a:latin typeface="Lucida Console" panose="020B0609040504020204" pitchFamily="49" charset="0"/>
              </a:rPr>
              <a:t>[Object]</a:t>
            </a:r>
            <a:endParaRPr lang="en-US" dirty="0">
              <a:solidFill>
                <a:srgbClr val="F5F5F5"/>
              </a:solidFill>
              <a:latin typeface="Lucida Console" panose="020B0609040504020204" pitchFamily="49" charset="0"/>
            </a:endParaRPr>
          </a:p>
          <a:p>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DataContext</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Add</a:t>
            </a:r>
            <a:r>
              <a:rPr lang="en-US" dirty="0">
                <a:solidFill>
                  <a:srgbClr val="F5F5F5"/>
                </a:solidFill>
                <a:latin typeface="Lucida Console" panose="020B0609040504020204" pitchFamily="49" charset="0"/>
              </a:rPr>
              <a:t>((</a:t>
            </a:r>
            <a:r>
              <a:rPr lang="en-US" dirty="0">
                <a:solidFill>
                  <a:srgbClr val="E0FFFF"/>
                </a:solidFill>
                <a:latin typeface="Lucida Console" panose="020B0609040504020204" pitchFamily="49" charset="0"/>
              </a:rPr>
              <a:t>get-date</a:t>
            </a:r>
            <a:r>
              <a:rPr lang="en-US" dirty="0">
                <a:solidFill>
                  <a:srgbClr val="F5F5F5"/>
                </a:solidFill>
                <a:latin typeface="Lucida Console" panose="020B0609040504020204" pitchFamily="49" charset="0"/>
              </a:rPr>
              <a:t> </a:t>
            </a:r>
            <a:r>
              <a:rPr lang="en-US" dirty="0">
                <a:solidFill>
                  <a:srgbClr val="FFE4B5"/>
                </a:solidFill>
                <a:latin typeface="Lucida Console" panose="020B0609040504020204" pitchFamily="49" charset="0"/>
              </a:rPr>
              <a:t>-f</a:t>
            </a:r>
            <a:r>
              <a:rPr lang="en-US" dirty="0">
                <a:solidFill>
                  <a:srgbClr val="F5F5F5"/>
                </a:solidFill>
                <a:latin typeface="Lucida Console" panose="020B0609040504020204" pitchFamily="49" charset="0"/>
              </a:rPr>
              <a:t> </a:t>
            </a:r>
            <a:r>
              <a:rPr lang="en-US" dirty="0" err="1">
                <a:solidFill>
                  <a:srgbClr val="EE82EE"/>
                </a:solidFill>
                <a:latin typeface="Lucida Console" panose="020B0609040504020204" pitchFamily="49" charset="0"/>
              </a:rPr>
              <a:t>HH:mm:ss</a:t>
            </a:r>
            <a:r>
              <a:rPr lang="en-US" dirty="0">
                <a:solidFill>
                  <a:srgbClr val="F5F5F5"/>
                </a:solidFill>
                <a:latin typeface="Lucida Console" panose="020B0609040504020204" pitchFamily="49" charset="0"/>
              </a:rPr>
              <a:t>))</a:t>
            </a:r>
          </a:p>
          <a:p>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Gui</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timebox</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DataContext</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DataContext</a:t>
            </a:r>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 </a:t>
            </a:r>
          </a:p>
          <a:p>
            <a:r>
              <a:rPr lang="en-US" dirty="0">
                <a:solidFill>
                  <a:srgbClr val="98FB98"/>
                </a:solidFill>
                <a:latin typeface="Lucida Console" panose="020B0609040504020204" pitchFamily="49" charset="0"/>
              </a:rPr>
              <a:t># Create and set a binding on the textbox object</a:t>
            </a:r>
            <a:endParaRPr lang="en-US" dirty="0">
              <a:solidFill>
                <a:srgbClr val="F5F5F5"/>
              </a:solidFill>
              <a:latin typeface="Lucida Console" panose="020B0609040504020204" pitchFamily="49" charset="0"/>
            </a:endParaRPr>
          </a:p>
          <a:p>
            <a:r>
              <a:rPr lang="en-US" dirty="0">
                <a:solidFill>
                  <a:srgbClr val="FF4500"/>
                </a:solidFill>
                <a:latin typeface="Lucida Console" panose="020B0609040504020204" pitchFamily="49" charset="0"/>
              </a:rPr>
              <a:t>$Binding</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E0FFFF"/>
                </a:solidFill>
                <a:latin typeface="Lucida Console" panose="020B0609040504020204" pitchFamily="49" charset="0"/>
              </a:rPr>
              <a:t>New-Object</a:t>
            </a:r>
            <a:r>
              <a:rPr lang="en-US" dirty="0">
                <a:solidFill>
                  <a:srgbClr val="F5F5F5"/>
                </a:solidFill>
                <a:latin typeface="Lucida Console" panose="020B0609040504020204" pitchFamily="49" charset="0"/>
              </a:rPr>
              <a:t> </a:t>
            </a:r>
            <a:r>
              <a:rPr lang="en-US" dirty="0" err="1">
                <a:solidFill>
                  <a:srgbClr val="EE82EE"/>
                </a:solidFill>
                <a:latin typeface="Lucida Console" panose="020B0609040504020204" pitchFamily="49" charset="0"/>
              </a:rPr>
              <a:t>System.Windows.Data.Binding</a:t>
            </a:r>
            <a:endParaRPr lang="en-US" dirty="0">
              <a:solidFill>
                <a:srgbClr val="F5F5F5"/>
              </a:solidFill>
              <a:latin typeface="Lucida Console" panose="020B0609040504020204" pitchFamily="49" charset="0"/>
            </a:endParaRPr>
          </a:p>
          <a:p>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Binding</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Path</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DB7093"/>
                </a:solidFill>
                <a:latin typeface="Lucida Console" panose="020B0609040504020204" pitchFamily="49" charset="0"/>
              </a:rPr>
              <a:t>"[0]"</a:t>
            </a:r>
            <a:endParaRPr lang="en-US" dirty="0">
              <a:solidFill>
                <a:srgbClr val="F5F5F5"/>
              </a:solidFill>
              <a:latin typeface="Lucida Console" panose="020B0609040504020204" pitchFamily="49" charset="0"/>
            </a:endParaRPr>
          </a:p>
          <a:p>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Binding</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Mode</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err="1">
                <a:solidFill>
                  <a:srgbClr val="8FBC8F"/>
                </a:solidFill>
                <a:latin typeface="Lucida Console" panose="020B0609040504020204" pitchFamily="49" charset="0"/>
              </a:rPr>
              <a:t>System.Windows.Data.BindingMode</a:t>
            </a:r>
            <a:r>
              <a:rPr lang="en-US" dirty="0">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OneWay</a:t>
            </a:r>
            <a:endParaRPr lang="en-US" dirty="0">
              <a:solidFill>
                <a:srgbClr val="F5F5F5"/>
              </a:solidFill>
              <a:latin typeface="Lucida Console" panose="020B0609040504020204" pitchFamily="49" charset="0"/>
            </a:endParaRPr>
          </a:p>
          <a:p>
            <a:r>
              <a:rPr lang="en-US" dirty="0">
                <a:solidFill>
                  <a:srgbClr val="D3D3D3"/>
                </a:solidFill>
                <a:latin typeface="Lucida Console" panose="020B0609040504020204" pitchFamily="49" charset="0"/>
              </a:rPr>
              <a:t>[</a:t>
            </a:r>
            <a:r>
              <a:rPr lang="en-US" dirty="0">
                <a:solidFill>
                  <a:srgbClr val="8FBC8F"/>
                </a:solidFill>
                <a:latin typeface="Lucida Console" panose="020B0609040504020204" pitchFamily="49" charset="0"/>
              </a:rPr>
              <a:t>void</a:t>
            </a:r>
            <a:r>
              <a:rPr lang="en-US" dirty="0">
                <a:solidFill>
                  <a:srgbClr val="D3D3D3"/>
                </a:solidFill>
                <a:latin typeface="Lucida Console" panose="020B0609040504020204" pitchFamily="49" charset="0"/>
              </a:rPr>
              <a:t>][</a:t>
            </a:r>
            <a:r>
              <a:rPr lang="en-US" dirty="0" err="1">
                <a:solidFill>
                  <a:srgbClr val="8FBC8F"/>
                </a:solidFill>
                <a:latin typeface="Lucida Console" panose="020B0609040504020204" pitchFamily="49" charset="0"/>
              </a:rPr>
              <a:t>System.Windows.Data.BindingOperations</a:t>
            </a:r>
            <a:r>
              <a:rPr lang="en-US" dirty="0">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SetBinding</a:t>
            </a:r>
            <a:r>
              <a:rPr lang="en-US" dirty="0">
                <a:solidFill>
                  <a:srgbClr val="F5F5F5"/>
                </a:solidFill>
                <a:latin typeface="Lucida Console" panose="020B0609040504020204" pitchFamily="49" charset="0"/>
              </a:rPr>
              <a:t>(</a:t>
            </a:r>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Gui</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timebox</a:t>
            </a:r>
            <a:r>
              <a:rPr lang="en-US" dirty="0">
                <a:solidFill>
                  <a:srgbClr val="D3D3D3"/>
                </a:solidFill>
                <a:latin typeface="Lucida Console" panose="020B0609040504020204" pitchFamily="49" charset="0"/>
              </a:rPr>
              <a:t>, [</a:t>
            </a:r>
            <a:r>
              <a:rPr lang="en-US" dirty="0" err="1">
                <a:solidFill>
                  <a:srgbClr val="8FBC8F"/>
                </a:solidFill>
                <a:latin typeface="Lucida Console" panose="020B0609040504020204" pitchFamily="49" charset="0"/>
              </a:rPr>
              <a:t>System.Windows.Controls.TextBox</a:t>
            </a:r>
            <a:r>
              <a:rPr lang="en-US" dirty="0">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TextProperty</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FF4500"/>
                </a:solidFill>
                <a:latin typeface="Lucida Console" panose="020B0609040504020204" pitchFamily="49" charset="0"/>
              </a:rPr>
              <a:t>$Binding</a:t>
            </a:r>
            <a:r>
              <a:rPr lang="en-US" dirty="0">
                <a:solidFill>
                  <a:srgbClr val="F5F5F5"/>
                </a:solidFill>
                <a:latin typeface="Lucida Console" panose="020B0609040504020204" pitchFamily="49" charset="0"/>
              </a:rPr>
              <a:t>)</a:t>
            </a:r>
          </a:p>
        </p:txBody>
      </p:sp>
    </p:spTree>
    <p:custDataLst>
      <p:tags r:id="rId1"/>
    </p:custDataLst>
    <p:extLst>
      <p:ext uri="{BB962C8B-B14F-4D97-AF65-F5344CB8AC3E}">
        <p14:creationId xmlns:p14="http://schemas.microsoft.com/office/powerpoint/2010/main" val="2651296270"/>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64A22E-2B43-4FC6-AF08-0CDB3F9E9269}"/>
              </a:ext>
            </a:extLst>
          </p:cNvPr>
          <p:cNvSpPr>
            <a:spLocks noGrp="1"/>
          </p:cNvSpPr>
          <p:nvPr>
            <p:ph type="title"/>
          </p:nvPr>
        </p:nvSpPr>
        <p:spPr/>
        <p:txBody>
          <a:bodyPr/>
          <a:lstStyle/>
          <a:p>
            <a:r>
              <a:rPr lang="en-US" dirty="0"/>
              <a:t>Demonstration</a:t>
            </a:r>
          </a:p>
        </p:txBody>
      </p:sp>
      <p:sp>
        <p:nvSpPr>
          <p:cNvPr id="6" name="Text Placeholder 5">
            <a:extLst>
              <a:ext uri="{FF2B5EF4-FFF2-40B4-BE49-F238E27FC236}">
                <a16:creationId xmlns:a16="http://schemas.microsoft.com/office/drawing/2014/main" id="{637E159C-9ACF-48AE-927A-D5FB13695C7F}"/>
              </a:ext>
            </a:extLst>
          </p:cNvPr>
          <p:cNvSpPr>
            <a:spLocks noGrp="1"/>
          </p:cNvSpPr>
          <p:nvPr>
            <p:ph type="body" sz="quarter" idx="10"/>
          </p:nvPr>
        </p:nvSpPr>
        <p:spPr/>
        <p:txBody>
          <a:bodyPr/>
          <a:lstStyle/>
          <a:p>
            <a:r>
              <a:rPr lang="en-US" dirty="0"/>
              <a:t>Data Binding</a:t>
            </a:r>
          </a:p>
        </p:txBody>
      </p:sp>
      <p:pic>
        <p:nvPicPr>
          <p:cNvPr id="5" name="Demo 01" descr="A person standing in front of a screen.">
            <a:extLst>
              <a:ext uri="{FF2B5EF4-FFF2-40B4-BE49-F238E27FC236}">
                <a16:creationId xmlns:a16="http://schemas.microsoft.com/office/drawing/2014/main" id="{2A70E28B-6134-4E08-A27A-7D2A12B07160}"/>
              </a:ext>
            </a:extLst>
          </p:cNvPr>
          <p:cNvPicPr>
            <a:picLocks noGrp="1" noChangeAspect="1"/>
          </p:cNvPicPr>
          <p:nvPr>
            <p:ph type="pic" sz="quarter" idx="15"/>
            <p:custDataLst>
              <p:tags r:id="rId2"/>
            </p:custDataLst>
          </p:nvPr>
        </p:nvPicPr>
        <p:blipFill>
          <a:blip r:embed="rId5" cstate="email">
            <a:extLst>
              <a:ext uri="{28A0092B-C50C-407E-A947-70E740481C1C}">
                <a14:useLocalDpi xmlns:a14="http://schemas.microsoft.com/office/drawing/2010/main"/>
              </a:ext>
            </a:extLst>
          </a:blip>
          <a:srcRect t="5543" b="5543"/>
          <a:stretch>
            <a:fillRect/>
          </a:stretch>
        </p:blipFill>
        <p:spPr>
          <a:prstGeom prst="rect">
            <a:avLst/>
          </a:prstGeom>
        </p:spPr>
      </p:pic>
    </p:spTree>
    <p:custDataLst>
      <p:tags r:id="rId1"/>
    </p:custDataLst>
    <p:extLst>
      <p:ext uri="{BB962C8B-B14F-4D97-AF65-F5344CB8AC3E}">
        <p14:creationId xmlns:p14="http://schemas.microsoft.com/office/powerpoint/2010/main" val="159723482"/>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sp>
        <p:nvSpPr>
          <p:cNvPr id="15" name="Text Placeholder 14">
            <a:extLst>
              <a:ext uri="{FF2B5EF4-FFF2-40B4-BE49-F238E27FC236}">
                <a16:creationId xmlns:a16="http://schemas.microsoft.com/office/drawing/2014/main" id="{6DAA8F88-5BE5-4DEB-B8E1-CCA52313CEB8}"/>
              </a:ext>
            </a:extLst>
          </p:cNvPr>
          <p:cNvSpPr>
            <a:spLocks noGrp="1"/>
          </p:cNvSpPr>
          <p:nvPr>
            <p:ph type="body" sz="quarter" idx="10"/>
          </p:nvPr>
        </p:nvSpPr>
        <p:spPr/>
        <p:txBody>
          <a:bodyPr/>
          <a:lstStyle/>
          <a:p>
            <a:endParaRPr lang="en-US" dirty="0"/>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prstGeom prst="rect">
            <a:avLst/>
          </a:prstGeom>
        </p:spPr>
      </p:pic>
    </p:spTree>
    <p:custDataLst>
      <p:tags r:id="rId1"/>
    </p:custDataLst>
    <p:extLst>
      <p:ext uri="{BB962C8B-B14F-4D97-AF65-F5344CB8AC3E}">
        <p14:creationId xmlns:p14="http://schemas.microsoft.com/office/powerpoint/2010/main" val="1482687707"/>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C6F63-616D-478D-A91D-8B071350BF64}"/>
              </a:ext>
            </a:extLst>
          </p:cNvPr>
          <p:cNvSpPr>
            <a:spLocks noGrp="1"/>
          </p:cNvSpPr>
          <p:nvPr>
            <p:ph type="title"/>
            <p:custDataLst>
              <p:custData r:id="rId2"/>
            </p:custDataLst>
          </p:nvPr>
        </p:nvSpPr>
        <p:spPr>
          <a:prstGeom prst="rect">
            <a:avLst/>
          </a:prstGeom>
          <a:ln>
            <a:noFill/>
          </a:ln>
        </p:spPr>
        <p:txBody>
          <a:bodyPr wrap="square" anchor="t">
            <a:normAutofit/>
          </a:bodyPr>
          <a:lstStyle/>
          <a:p>
            <a:r>
              <a:rPr lang="en-US" dirty="0"/>
              <a:t>Advanced Techniques</a:t>
            </a:r>
          </a:p>
        </p:txBody>
      </p:sp>
      <p:pic>
        <p:nvPicPr>
          <p:cNvPr id="2" name="Picture 5">
            <a:extLst>
              <a:ext uri="{FF2B5EF4-FFF2-40B4-BE49-F238E27FC236}">
                <a16:creationId xmlns:a16="http://schemas.microsoft.com/office/drawing/2014/main" id="{8C7F0143-BC01-48AE-8A12-EA3963AE62D8}"/>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a:ext>
            </a:extLst>
          </a:blip>
          <a:srcRect l="289" r="289"/>
          <a:stretch/>
        </p:blipFill>
        <p:spPr>
          <a:prstGeom prst="rect">
            <a:avLst/>
          </a:prstGeom>
          <a:noFill/>
        </p:spPr>
      </p:pic>
    </p:spTree>
    <p:custDataLst>
      <p:tags r:id="rId1"/>
    </p:custDataLst>
    <p:extLst>
      <p:ext uri="{BB962C8B-B14F-4D97-AF65-F5344CB8AC3E}">
        <p14:creationId xmlns:p14="http://schemas.microsoft.com/office/powerpoint/2010/main" val="3398519265"/>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6DABFB5-BE28-4A15-811C-AB54FC400DA2}"/>
              </a:ext>
            </a:extLst>
          </p:cNvPr>
          <p:cNvSpPr>
            <a:spLocks noGrp="1"/>
          </p:cNvSpPr>
          <p:nvPr>
            <p:ph type="title"/>
          </p:nvPr>
        </p:nvSpPr>
        <p:spPr/>
        <p:txBody>
          <a:bodyPr>
            <a:normAutofit/>
          </a:bodyPr>
          <a:lstStyle/>
          <a:p>
            <a:r>
              <a:rPr lang="en-US"/>
              <a:t>Why Does My GUI Get Unresponsive</a:t>
            </a:r>
            <a:endParaRPr lang="en-US" dirty="0"/>
          </a:p>
        </p:txBody>
      </p:sp>
      <p:sp>
        <p:nvSpPr>
          <p:cNvPr id="8" name="Picture Placeholder 7">
            <a:extLst>
              <a:ext uri="{FF2B5EF4-FFF2-40B4-BE49-F238E27FC236}">
                <a16:creationId xmlns:a16="http://schemas.microsoft.com/office/drawing/2014/main" id="{27025ADD-76F0-46F6-B43C-B362A214886F}"/>
              </a:ext>
              <a:ext uri="{C183D7F6-B498-43B3-948B-1728B52AA6E4}">
                <adec:decorative xmlns:adec="http://schemas.microsoft.com/office/drawing/2017/decorative" val="1"/>
              </a:ext>
            </a:extLst>
          </p:cNvPr>
          <p:cNvSpPr>
            <a:spLocks noGrp="1"/>
          </p:cNvSpPr>
          <p:nvPr>
            <p:ph type="pic" sz="quarter" idx="11"/>
          </p:nvPr>
        </p:nvSpPr>
        <p:spPr/>
        <p:txBody>
          <a:bodyPr/>
          <a:lstStyle/>
          <a:p>
            <a:endParaRPr lang="en-IL"/>
          </a:p>
        </p:txBody>
      </p:sp>
      <p:sp>
        <p:nvSpPr>
          <p:cNvPr id="5" name="Text Placeholder 4">
            <a:extLst>
              <a:ext uri="{FF2B5EF4-FFF2-40B4-BE49-F238E27FC236}">
                <a16:creationId xmlns:a16="http://schemas.microsoft.com/office/drawing/2014/main" id="{34BA4DBE-9501-4A52-8C57-68948B85381F}"/>
              </a:ext>
            </a:extLst>
          </p:cNvPr>
          <p:cNvSpPr>
            <a:spLocks noGrp="1"/>
          </p:cNvSpPr>
          <p:nvPr>
            <p:ph type="body" sz="quarter" idx="23"/>
          </p:nvPr>
        </p:nvSpPr>
        <p:spPr/>
        <p:txBody>
          <a:bodyPr>
            <a:normAutofit lnSpcReduction="10000"/>
          </a:bodyPr>
          <a:lstStyle/>
          <a:p>
            <a:r>
              <a:rPr lang="en-US" dirty="0"/>
              <a:t>XAML in PowerShell runs by default on the PS thread</a:t>
            </a:r>
          </a:p>
          <a:p>
            <a:endParaRPr lang="en-US" dirty="0"/>
          </a:p>
          <a:p>
            <a:r>
              <a:rPr lang="en-US" dirty="0"/>
              <a:t>PS is either updating the form or </a:t>
            </a:r>
            <a:r>
              <a:rPr lang="en-US"/>
              <a:t>running the code </a:t>
            </a:r>
            <a:r>
              <a:rPr lang="en-US" dirty="0"/>
              <a:t>behind</a:t>
            </a:r>
          </a:p>
          <a:p>
            <a:endParaRPr lang="en-US" dirty="0"/>
          </a:p>
          <a:p>
            <a:r>
              <a:rPr lang="en-US" dirty="0"/>
              <a:t>Techniques to overcome GUI locks due to running code:</a:t>
            </a:r>
            <a:br>
              <a:rPr lang="en-US" dirty="0"/>
            </a:br>
            <a:endParaRPr lang="en-US" sz="1400" dirty="0"/>
          </a:p>
          <a:p>
            <a:pPr lvl="3"/>
            <a:r>
              <a:rPr lang="en-US" sz="2400" dirty="0"/>
              <a:t>Creating timers</a:t>
            </a:r>
          </a:p>
          <a:p>
            <a:pPr lvl="3"/>
            <a:r>
              <a:rPr lang="en-US" sz="2400" dirty="0"/>
              <a:t>Use Background workers</a:t>
            </a:r>
          </a:p>
          <a:p>
            <a:pPr lvl="3"/>
            <a:r>
              <a:rPr lang="en-US" sz="2400" dirty="0"/>
              <a:t>Use </a:t>
            </a:r>
            <a:r>
              <a:rPr lang="en-US" sz="2400" dirty="0" err="1"/>
              <a:t>Runspaces</a:t>
            </a:r>
            <a:endParaRPr lang="en-US" sz="2400" dirty="0"/>
          </a:p>
          <a:p>
            <a:pPr lvl="3"/>
            <a:r>
              <a:rPr lang="en-US" sz="2400" dirty="0"/>
              <a:t>Mix of the above</a:t>
            </a:r>
          </a:p>
        </p:txBody>
      </p:sp>
      <p:grpSp>
        <p:nvGrpSpPr>
          <p:cNvPr id="13" name="Group 12">
            <a:extLst>
              <a:ext uri="{FF2B5EF4-FFF2-40B4-BE49-F238E27FC236}">
                <a16:creationId xmlns:a16="http://schemas.microsoft.com/office/drawing/2014/main" id="{7DA1B105-B481-4BD4-AFDF-CACBE31D80E1}"/>
              </a:ext>
              <a:ext uri="{C183D7F6-B498-43B3-948B-1728B52AA6E4}">
                <adec:decorative xmlns:adec="http://schemas.microsoft.com/office/drawing/2017/decorative" val="1"/>
              </a:ext>
            </a:extLst>
          </p:cNvPr>
          <p:cNvGrpSpPr/>
          <p:nvPr/>
        </p:nvGrpSpPr>
        <p:grpSpPr>
          <a:xfrm>
            <a:off x="7772400" y="1153218"/>
            <a:ext cx="1278135" cy="1325503"/>
            <a:chOff x="7653905" y="1286822"/>
            <a:chExt cx="1278135" cy="1325503"/>
          </a:xfrm>
        </p:grpSpPr>
        <p:pic>
          <p:nvPicPr>
            <p:cNvPr id="1026" name="Picture 2" descr="See the source image">
              <a:extLst>
                <a:ext uri="{FF2B5EF4-FFF2-40B4-BE49-F238E27FC236}">
                  <a16:creationId xmlns:a16="http://schemas.microsoft.com/office/drawing/2014/main" id="{0A1B06D3-601A-4677-8837-BE8CE12F21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62404" y="1542689"/>
              <a:ext cx="1069636" cy="1069636"/>
            </a:xfrm>
            <a:prstGeom prst="rect">
              <a:avLst/>
            </a:prstGeom>
            <a:noFill/>
            <a:extLst>
              <a:ext uri="{909E8E84-426E-40DD-AFC4-6F175D3DCCD1}">
                <a14:hiddenFill xmlns:a14="http://schemas.microsoft.com/office/drawing/2010/main">
                  <a:solidFill>
                    <a:srgbClr val="FFFFFF"/>
                  </a:solidFill>
                </a14:hiddenFill>
              </a:ext>
            </a:extLst>
          </p:spPr>
        </p:pic>
        <p:pic>
          <p:nvPicPr>
            <p:cNvPr id="3" name="Graphic 2" descr="Single gear">
              <a:extLst>
                <a:ext uri="{FF2B5EF4-FFF2-40B4-BE49-F238E27FC236}">
                  <a16:creationId xmlns:a16="http://schemas.microsoft.com/office/drawing/2014/main" id="{B804B6C1-1898-433E-827F-C7CC1477455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53905" y="1286822"/>
              <a:ext cx="914400" cy="914400"/>
            </a:xfrm>
            <a:prstGeom prst="rect">
              <a:avLst/>
            </a:prstGeom>
          </p:spPr>
        </p:pic>
      </p:grpSp>
      <p:grpSp>
        <p:nvGrpSpPr>
          <p:cNvPr id="12" name="Group 11">
            <a:extLst>
              <a:ext uri="{FF2B5EF4-FFF2-40B4-BE49-F238E27FC236}">
                <a16:creationId xmlns:a16="http://schemas.microsoft.com/office/drawing/2014/main" id="{70AEC728-86F9-4FD3-A2ED-D4AFBCAB73F7}"/>
              </a:ext>
              <a:ext uri="{C183D7F6-B498-43B3-948B-1728B52AA6E4}">
                <adec:decorative xmlns:adec="http://schemas.microsoft.com/office/drawing/2017/decorative" val="1"/>
              </a:ext>
            </a:extLst>
          </p:cNvPr>
          <p:cNvGrpSpPr/>
          <p:nvPr/>
        </p:nvGrpSpPr>
        <p:grpSpPr>
          <a:xfrm>
            <a:off x="9011404" y="3054519"/>
            <a:ext cx="2003907" cy="1526835"/>
            <a:chOff x="8645280" y="4656778"/>
            <a:chExt cx="2003907" cy="1526835"/>
          </a:xfrm>
        </p:grpSpPr>
        <p:pic>
          <p:nvPicPr>
            <p:cNvPr id="11" name="Picture 10" descr="A screenshot of a cell phone&#10;&#10;Description automatically generated">
              <a:extLst>
                <a:ext uri="{FF2B5EF4-FFF2-40B4-BE49-F238E27FC236}">
                  <a16:creationId xmlns:a16="http://schemas.microsoft.com/office/drawing/2014/main" id="{75C0E717-E57D-455D-8B87-BC9CFED13A03}"/>
                </a:ext>
              </a:extLst>
            </p:cNvPr>
            <p:cNvPicPr>
              <a:picLocks noChangeAspect="1"/>
            </p:cNvPicPr>
            <p:nvPr/>
          </p:nvPicPr>
          <p:blipFill>
            <a:blip r:embed="rId7"/>
            <a:stretch>
              <a:fillRect/>
            </a:stretch>
          </p:blipFill>
          <p:spPr>
            <a:xfrm>
              <a:off x="8763000" y="5113978"/>
              <a:ext cx="1886187" cy="1069635"/>
            </a:xfrm>
            <a:prstGeom prst="rect">
              <a:avLst/>
            </a:prstGeom>
          </p:spPr>
        </p:pic>
        <p:pic>
          <p:nvPicPr>
            <p:cNvPr id="7" name="Graphic 6" descr="Gears">
              <a:extLst>
                <a:ext uri="{FF2B5EF4-FFF2-40B4-BE49-F238E27FC236}">
                  <a16:creationId xmlns:a16="http://schemas.microsoft.com/office/drawing/2014/main" id="{6610BEE8-F361-4702-A496-E735EA93FE9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645280" y="4656778"/>
              <a:ext cx="914400" cy="914400"/>
            </a:xfrm>
            <a:prstGeom prst="rect">
              <a:avLst/>
            </a:prstGeom>
          </p:spPr>
        </p:pic>
      </p:grpSp>
      <p:grpSp>
        <p:nvGrpSpPr>
          <p:cNvPr id="18" name="Group 17">
            <a:extLst>
              <a:ext uri="{FF2B5EF4-FFF2-40B4-BE49-F238E27FC236}">
                <a16:creationId xmlns:a16="http://schemas.microsoft.com/office/drawing/2014/main" id="{74620034-1363-4010-9BCE-0E392DB904BA}"/>
              </a:ext>
              <a:ext uri="{C183D7F6-B498-43B3-948B-1728B52AA6E4}">
                <adec:decorative xmlns:adec="http://schemas.microsoft.com/office/drawing/2017/decorative" val="1"/>
              </a:ext>
            </a:extLst>
          </p:cNvPr>
          <p:cNvGrpSpPr/>
          <p:nvPr/>
        </p:nvGrpSpPr>
        <p:grpSpPr>
          <a:xfrm>
            <a:off x="9270039" y="1153218"/>
            <a:ext cx="1278135" cy="1325503"/>
            <a:chOff x="9151546" y="1286822"/>
            <a:chExt cx="1278135" cy="1325503"/>
          </a:xfrm>
        </p:grpSpPr>
        <p:pic>
          <p:nvPicPr>
            <p:cNvPr id="14" name="Picture 2" descr="See the source image">
              <a:extLst>
                <a:ext uri="{FF2B5EF4-FFF2-40B4-BE49-F238E27FC236}">
                  <a16:creationId xmlns:a16="http://schemas.microsoft.com/office/drawing/2014/main" id="{9347A63C-8912-4579-8DB5-C101C0DC2A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60045" y="1542689"/>
              <a:ext cx="1069636" cy="1069636"/>
            </a:xfrm>
            <a:prstGeom prst="rect">
              <a:avLst/>
            </a:prstGeom>
            <a:noFill/>
            <a:extLst>
              <a:ext uri="{909E8E84-426E-40DD-AFC4-6F175D3DCCD1}">
                <a14:hiddenFill xmlns:a14="http://schemas.microsoft.com/office/drawing/2010/main">
                  <a:solidFill>
                    <a:srgbClr val="FFFFFF"/>
                  </a:solidFill>
                </a14:hiddenFill>
              </a:ext>
            </a:extLst>
          </p:spPr>
        </p:pic>
        <p:pic>
          <p:nvPicPr>
            <p:cNvPr id="15" name="Graphic 14" descr="Single gear">
              <a:extLst>
                <a:ext uri="{FF2B5EF4-FFF2-40B4-BE49-F238E27FC236}">
                  <a16:creationId xmlns:a16="http://schemas.microsoft.com/office/drawing/2014/main" id="{A50C30C3-1EE6-4C13-A886-B6ABF57D932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151546" y="1286822"/>
              <a:ext cx="914400" cy="914400"/>
            </a:xfrm>
            <a:prstGeom prst="rect">
              <a:avLst/>
            </a:prstGeom>
          </p:spPr>
        </p:pic>
      </p:grpSp>
      <p:grpSp>
        <p:nvGrpSpPr>
          <p:cNvPr id="19" name="Group 18">
            <a:extLst>
              <a:ext uri="{FF2B5EF4-FFF2-40B4-BE49-F238E27FC236}">
                <a16:creationId xmlns:a16="http://schemas.microsoft.com/office/drawing/2014/main" id="{F254FA1E-EA48-4867-A24E-D9498FBD08EE}"/>
              </a:ext>
              <a:ext uri="{C183D7F6-B498-43B3-948B-1728B52AA6E4}">
                <adec:decorative xmlns:adec="http://schemas.microsoft.com/office/drawing/2017/decorative" val="1"/>
              </a:ext>
            </a:extLst>
          </p:cNvPr>
          <p:cNvGrpSpPr/>
          <p:nvPr/>
        </p:nvGrpSpPr>
        <p:grpSpPr>
          <a:xfrm>
            <a:off x="10767681" y="1153218"/>
            <a:ext cx="1278135" cy="1325503"/>
            <a:chOff x="10649187" y="1286822"/>
            <a:chExt cx="1278135" cy="1325503"/>
          </a:xfrm>
        </p:grpSpPr>
        <p:pic>
          <p:nvPicPr>
            <p:cNvPr id="16" name="Picture 2" descr="See the source image">
              <a:extLst>
                <a:ext uri="{FF2B5EF4-FFF2-40B4-BE49-F238E27FC236}">
                  <a16:creationId xmlns:a16="http://schemas.microsoft.com/office/drawing/2014/main" id="{AAA79BEC-2DE9-437E-B058-E2290ED257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57686" y="1542689"/>
              <a:ext cx="1069636" cy="1069636"/>
            </a:xfrm>
            <a:prstGeom prst="rect">
              <a:avLst/>
            </a:prstGeom>
            <a:noFill/>
            <a:extLst>
              <a:ext uri="{909E8E84-426E-40DD-AFC4-6F175D3DCCD1}">
                <a14:hiddenFill xmlns:a14="http://schemas.microsoft.com/office/drawing/2010/main">
                  <a:solidFill>
                    <a:srgbClr val="FFFFFF"/>
                  </a:solidFill>
                </a14:hiddenFill>
              </a:ext>
            </a:extLst>
          </p:spPr>
        </p:pic>
        <p:pic>
          <p:nvPicPr>
            <p:cNvPr id="17" name="Graphic 16" descr="Single gear">
              <a:extLst>
                <a:ext uri="{FF2B5EF4-FFF2-40B4-BE49-F238E27FC236}">
                  <a16:creationId xmlns:a16="http://schemas.microsoft.com/office/drawing/2014/main" id="{8A45CF6F-28FB-43F8-8E8C-26A46D868C1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49187" y="1286822"/>
              <a:ext cx="914400" cy="914400"/>
            </a:xfrm>
            <a:prstGeom prst="rect">
              <a:avLst/>
            </a:prstGeom>
          </p:spPr>
        </p:pic>
      </p:grpSp>
      <p:grpSp>
        <p:nvGrpSpPr>
          <p:cNvPr id="21" name="Group 20">
            <a:extLst>
              <a:ext uri="{FF2B5EF4-FFF2-40B4-BE49-F238E27FC236}">
                <a16:creationId xmlns:a16="http://schemas.microsoft.com/office/drawing/2014/main" id="{C3B9773C-3EDD-4A7A-A55F-96244B0C2662}"/>
              </a:ext>
              <a:ext uri="{C183D7F6-B498-43B3-948B-1728B52AA6E4}">
                <adec:decorative xmlns:adec="http://schemas.microsoft.com/office/drawing/2017/decorative" val="1"/>
              </a:ext>
            </a:extLst>
          </p:cNvPr>
          <p:cNvGrpSpPr/>
          <p:nvPr/>
        </p:nvGrpSpPr>
        <p:grpSpPr>
          <a:xfrm>
            <a:off x="9270039" y="5157154"/>
            <a:ext cx="1278135" cy="1325503"/>
            <a:chOff x="10649187" y="1286822"/>
            <a:chExt cx="1278135" cy="1325503"/>
          </a:xfrm>
        </p:grpSpPr>
        <p:pic>
          <p:nvPicPr>
            <p:cNvPr id="22" name="Picture 2" descr="See the source image">
              <a:extLst>
                <a:ext uri="{FF2B5EF4-FFF2-40B4-BE49-F238E27FC236}">
                  <a16:creationId xmlns:a16="http://schemas.microsoft.com/office/drawing/2014/main" id="{0E74378A-D727-428C-9005-D56770B2CD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57686" y="1542689"/>
              <a:ext cx="1069636" cy="1069636"/>
            </a:xfrm>
            <a:prstGeom prst="rect">
              <a:avLst/>
            </a:prstGeom>
            <a:noFill/>
            <a:extLst>
              <a:ext uri="{909E8E84-426E-40DD-AFC4-6F175D3DCCD1}">
                <a14:hiddenFill xmlns:a14="http://schemas.microsoft.com/office/drawing/2010/main">
                  <a:solidFill>
                    <a:srgbClr val="FFFFFF"/>
                  </a:solidFill>
                </a14:hiddenFill>
              </a:ext>
            </a:extLst>
          </p:spPr>
        </p:pic>
        <p:pic>
          <p:nvPicPr>
            <p:cNvPr id="23" name="Graphic 22" descr="Single gear">
              <a:extLst>
                <a:ext uri="{FF2B5EF4-FFF2-40B4-BE49-F238E27FC236}">
                  <a16:creationId xmlns:a16="http://schemas.microsoft.com/office/drawing/2014/main" id="{1E60B07F-BD6E-461C-A334-482A6150D9C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49187" y="1286822"/>
              <a:ext cx="914400" cy="914400"/>
            </a:xfrm>
            <a:prstGeom prst="rect">
              <a:avLst/>
            </a:prstGeom>
          </p:spPr>
        </p:pic>
      </p:grpSp>
      <p:sp>
        <p:nvSpPr>
          <p:cNvPr id="20" name="Arrow: Down 19">
            <a:extLst>
              <a:ext uri="{FF2B5EF4-FFF2-40B4-BE49-F238E27FC236}">
                <a16:creationId xmlns:a16="http://schemas.microsoft.com/office/drawing/2014/main" id="{D8D3D552-4420-4492-B3F4-4BBD80CF479F}"/>
              </a:ext>
              <a:ext uri="{C183D7F6-B498-43B3-948B-1728B52AA6E4}">
                <adec:decorative xmlns:adec="http://schemas.microsoft.com/office/drawing/2017/decorative" val="1"/>
              </a:ext>
            </a:extLst>
          </p:cNvPr>
          <p:cNvSpPr/>
          <p:nvPr/>
        </p:nvSpPr>
        <p:spPr bwMode="auto">
          <a:xfrm rot="10800000">
            <a:off x="9641699" y="4622337"/>
            <a:ext cx="914400" cy="654259"/>
          </a:xfrm>
          <a:prstGeom prst="down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5" name="Arrow: Down 24">
            <a:extLst>
              <a:ext uri="{FF2B5EF4-FFF2-40B4-BE49-F238E27FC236}">
                <a16:creationId xmlns:a16="http://schemas.microsoft.com/office/drawing/2014/main" id="{B121CD9A-D68D-4D3F-A321-56AA24C66EF1}"/>
              </a:ext>
              <a:ext uri="{C183D7F6-B498-43B3-948B-1728B52AA6E4}">
                <adec:decorative xmlns:adec="http://schemas.microsoft.com/office/drawing/2017/decorative" val="1"/>
              </a:ext>
            </a:extLst>
          </p:cNvPr>
          <p:cNvSpPr/>
          <p:nvPr/>
        </p:nvSpPr>
        <p:spPr bwMode="auto">
          <a:xfrm rot="12882085">
            <a:off x="10767681" y="2525582"/>
            <a:ext cx="914400" cy="654259"/>
          </a:xfrm>
          <a:prstGeom prst="down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6" name="Arrow: Down 25">
            <a:extLst>
              <a:ext uri="{FF2B5EF4-FFF2-40B4-BE49-F238E27FC236}">
                <a16:creationId xmlns:a16="http://schemas.microsoft.com/office/drawing/2014/main" id="{2391F392-7B00-4736-A704-1BC490F59404}"/>
              </a:ext>
              <a:ext uri="{C183D7F6-B498-43B3-948B-1728B52AA6E4}">
                <adec:decorative xmlns:adec="http://schemas.microsoft.com/office/drawing/2017/decorative" val="1"/>
              </a:ext>
            </a:extLst>
          </p:cNvPr>
          <p:cNvSpPr/>
          <p:nvPr/>
        </p:nvSpPr>
        <p:spPr bwMode="auto">
          <a:xfrm rot="8729906">
            <a:off x="8275292" y="2526248"/>
            <a:ext cx="914400" cy="654259"/>
          </a:xfrm>
          <a:prstGeom prst="down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7" name="Arrow: Down 26">
            <a:extLst>
              <a:ext uri="{FF2B5EF4-FFF2-40B4-BE49-F238E27FC236}">
                <a16:creationId xmlns:a16="http://schemas.microsoft.com/office/drawing/2014/main" id="{ED942441-1BC1-4FE3-B274-D29833E79E97}"/>
              </a:ext>
              <a:ext uri="{C183D7F6-B498-43B3-948B-1728B52AA6E4}">
                <adec:decorative xmlns:adec="http://schemas.microsoft.com/office/drawing/2017/decorative" val="1"/>
              </a:ext>
            </a:extLst>
          </p:cNvPr>
          <p:cNvSpPr/>
          <p:nvPr/>
        </p:nvSpPr>
        <p:spPr bwMode="auto">
          <a:xfrm rot="10800000">
            <a:off x="9556156" y="2528501"/>
            <a:ext cx="914400" cy="654259"/>
          </a:xfrm>
          <a:prstGeom prst="down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custDataLst>
      <p:tags r:id="rId1"/>
    </p:custDataLst>
    <p:extLst>
      <p:ext uri="{BB962C8B-B14F-4D97-AF65-F5344CB8AC3E}">
        <p14:creationId xmlns:p14="http://schemas.microsoft.com/office/powerpoint/2010/main" val="3132383162"/>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743E29-3932-4EB8-86D4-F83F46D63AC3}"/>
              </a:ext>
            </a:extLst>
          </p:cNvPr>
          <p:cNvSpPr>
            <a:spLocks noGrp="1"/>
          </p:cNvSpPr>
          <p:nvPr>
            <p:ph type="title"/>
          </p:nvPr>
        </p:nvSpPr>
        <p:spPr>
          <a:prstGeom prst="rect">
            <a:avLst/>
          </a:prstGeom>
          <a:solidFill>
            <a:schemeClr val="bg1"/>
          </a:solidFill>
          <a:ln>
            <a:noFill/>
          </a:ln>
        </p:spPr>
        <p:txBody>
          <a:bodyPr wrap="square" anchor="t">
            <a:normAutofit/>
          </a:bodyPr>
          <a:lstStyle/>
          <a:p>
            <a:r>
              <a:rPr lang="en-US"/>
              <a:t>Creating Timers</a:t>
            </a:r>
            <a:endParaRPr lang="en-US" dirty="0"/>
          </a:p>
        </p:txBody>
      </p:sp>
      <p:sp>
        <p:nvSpPr>
          <p:cNvPr id="16" name="Subtitle 2">
            <a:extLst>
              <a:ext uri="{FF2B5EF4-FFF2-40B4-BE49-F238E27FC236}">
                <a16:creationId xmlns:a16="http://schemas.microsoft.com/office/drawing/2014/main" id="{E06C4A42-BB62-4E41-AE5E-0C48CDDEBF59}"/>
              </a:ext>
            </a:extLst>
          </p:cNvPr>
          <p:cNvSpPr>
            <a:spLocks noGrp="1"/>
          </p:cNvSpPr>
          <p:nvPr>
            <p:ph type="subTitle" idx="1"/>
          </p:nvPr>
        </p:nvSpPr>
        <p:spPr/>
        <p:txBody>
          <a:bodyPr/>
          <a:lstStyle/>
          <a:p>
            <a:endParaRPr lang="en-US"/>
          </a:p>
        </p:txBody>
      </p:sp>
      <p:graphicFrame>
        <p:nvGraphicFramePr>
          <p:cNvPr id="11" name="Text Placeholder 8">
            <a:extLst>
              <a:ext uri="{FF2B5EF4-FFF2-40B4-BE49-F238E27FC236}">
                <a16:creationId xmlns:a16="http://schemas.microsoft.com/office/drawing/2014/main" id="{FD4A49E1-32A0-4122-B34D-23A18AD40F65}"/>
              </a:ext>
              <a:ext uri="{C183D7F6-B498-43B3-948B-1728B52AA6E4}">
                <adec:decorative xmlns:adec="http://schemas.microsoft.com/office/drawing/2017/decorative" val="1"/>
              </a:ext>
            </a:extLst>
          </p:cNvPr>
          <p:cNvGraphicFramePr>
            <a:graphicFrameLocks noGrp="1"/>
          </p:cNvGraphicFramePr>
          <p:nvPr>
            <p:ph sz="quarter" idx="13"/>
            <p:extLst>
              <p:ext uri="{D42A27DB-BD31-4B8C-83A1-F6EECF244321}">
                <p14:modId xmlns:p14="http://schemas.microsoft.com/office/powerpoint/2010/main" val="143552213"/>
              </p:ext>
            </p:extLst>
          </p:nvPr>
        </p:nvGraphicFramePr>
        <p:xfrm>
          <a:off x="655638" y="1408113"/>
          <a:ext cx="10880725" cy="4819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986258471"/>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743E29-3932-4EB8-86D4-F83F46D63AC3}"/>
              </a:ext>
            </a:extLst>
          </p:cNvPr>
          <p:cNvSpPr>
            <a:spLocks noGrp="1"/>
          </p:cNvSpPr>
          <p:nvPr>
            <p:ph type="title"/>
          </p:nvPr>
        </p:nvSpPr>
        <p:spPr/>
        <p:txBody>
          <a:bodyPr/>
          <a:lstStyle/>
          <a:p>
            <a:r>
              <a:rPr lang="en-US"/>
              <a:t>Creating Timers - Example</a:t>
            </a:r>
            <a:endParaRPr lang="en-US" dirty="0"/>
          </a:p>
        </p:txBody>
      </p:sp>
      <p:sp>
        <p:nvSpPr>
          <p:cNvPr id="4" name="Code Box">
            <a:extLst>
              <a:ext uri="{FF2B5EF4-FFF2-40B4-BE49-F238E27FC236}">
                <a16:creationId xmlns:a16="http://schemas.microsoft.com/office/drawing/2014/main" id="{2F02BE39-6A21-4DCA-A890-7FF37C3E59E0}"/>
              </a:ext>
            </a:extLst>
          </p:cNvPr>
          <p:cNvSpPr>
            <a:spLocks/>
          </p:cNvSpPr>
          <p:nvPr>
            <p:custDataLst>
              <p:tags r:id="rId2"/>
            </p:custDataLst>
          </p:nvPr>
        </p:nvSpPr>
        <p:spPr>
          <a:xfrm>
            <a:off x="655638" y="1408113"/>
            <a:ext cx="10880725" cy="4819650"/>
          </a:xfrm>
          <a:prstGeom prst="rect">
            <a:avLst/>
          </a:prstGeom>
          <a:solidFill>
            <a:srgbClr val="012456"/>
          </a:solidFill>
        </p:spPr>
        <p:txBody>
          <a:bodyPr wrap="square">
            <a:noAutofit/>
          </a:bodyPr>
          <a:lstStyle/>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rawform</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add_sourceinitialized</a:t>
            </a:r>
            <a:r>
              <a:rPr lang="en-US" sz="2000" dirty="0">
                <a:solidFill>
                  <a:srgbClr val="F5F5F5"/>
                </a:solidFill>
                <a:latin typeface="Lucida Console" panose="020B0609040504020204" pitchFamily="49" charset="0"/>
              </a:rPr>
              <a:t>({</a:t>
            </a:r>
          </a:p>
          <a:p>
            <a:r>
              <a:rPr lang="en-US" sz="2000" dirty="0">
                <a:solidFill>
                  <a:srgbClr val="F5F5F5"/>
                </a:solidFill>
                <a:latin typeface="Lucida Console" panose="020B0609040504020204" pitchFamily="49" charset="0"/>
              </a:rPr>
              <a:t>      </a:t>
            </a:r>
            <a:r>
              <a:rPr lang="en-US" sz="2000" dirty="0">
                <a:solidFill>
                  <a:srgbClr val="98FB98"/>
                </a:solidFill>
                <a:latin typeface="Lucida Console" panose="020B0609040504020204" pitchFamily="49" charset="0"/>
              </a:rPr>
              <a:t>#create timer object</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$timer</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E0FFFF"/>
                </a:solidFill>
                <a:latin typeface="Lucida Console" panose="020B0609040504020204" pitchFamily="49" charset="0"/>
              </a:rPr>
              <a:t>new-object</a:t>
            </a:r>
            <a:r>
              <a:rPr lang="en-US" sz="2000" dirty="0">
                <a:solidFill>
                  <a:srgbClr val="F5F5F5"/>
                </a:solidFill>
                <a:latin typeface="Lucida Console" panose="020B0609040504020204" pitchFamily="49" charset="0"/>
              </a:rPr>
              <a:t> </a:t>
            </a:r>
            <a:r>
              <a:rPr lang="en-US" sz="2000" dirty="0" err="1">
                <a:solidFill>
                  <a:srgbClr val="EE82EE"/>
                </a:solidFill>
                <a:latin typeface="Lucida Console" panose="020B0609040504020204" pitchFamily="49" charset="0"/>
              </a:rPr>
              <a:t>System.Windows.Threading.DispatcherTimer</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timer</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interval</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8FBC8F"/>
                </a:solidFill>
                <a:latin typeface="Lucida Console" panose="020B0609040504020204" pitchFamily="49" charset="0"/>
              </a:rPr>
              <a:t>timespan</a:t>
            </a:r>
            <a:r>
              <a:rPr lang="en-US" sz="2000" dirty="0">
                <a:solidFill>
                  <a:srgbClr val="D3D3D3"/>
                </a:solidFill>
                <a:latin typeface="Lucida Console" panose="020B0609040504020204" pitchFamily="49" charset="0"/>
              </a:rPr>
              <a:t>]</a:t>
            </a:r>
            <a:r>
              <a:rPr lang="en-US" sz="2000" dirty="0">
                <a:solidFill>
                  <a:srgbClr val="DB7093"/>
                </a:solidFill>
                <a:latin typeface="Lucida Console" panose="020B0609040504020204" pitchFamily="49" charset="0"/>
              </a:rPr>
              <a:t>"0:0:1"</a:t>
            </a:r>
            <a:endParaRPr lang="en-US" sz="2000" dirty="0">
              <a:solidFill>
                <a:srgbClr val="F5F5F5"/>
              </a:solidFill>
              <a:latin typeface="Lucida Console" panose="020B0609040504020204" pitchFamily="49" charset="0"/>
            </a:endParaRPr>
          </a:p>
          <a:p>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a:t>
            </a:r>
            <a:r>
              <a:rPr lang="en-US" sz="2000" dirty="0">
                <a:solidFill>
                  <a:srgbClr val="98FB98"/>
                </a:solidFill>
                <a:latin typeface="Lucida Console" panose="020B0609040504020204" pitchFamily="49" charset="0"/>
              </a:rPr>
              <a:t>#add event per tick</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timer</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add_tick</a:t>
            </a:r>
            <a:r>
              <a:rPr lang="en-US" sz="2000" dirty="0">
                <a:solidFill>
                  <a:srgbClr val="F5F5F5"/>
                </a:solidFill>
                <a:latin typeface="Lucida Console" panose="020B0609040504020204" pitchFamily="49" charset="0"/>
              </a:rPr>
              <a:t>({</a:t>
            </a:r>
          </a:p>
          <a:p>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DataContext</a:t>
            </a:r>
            <a:r>
              <a:rPr lang="en-US" sz="2000" dirty="0">
                <a:solidFill>
                  <a:srgbClr val="D3D3D3"/>
                </a:solidFill>
                <a:latin typeface="Lucida Console" panose="020B0609040504020204" pitchFamily="49" charset="0"/>
              </a:rPr>
              <a:t>[</a:t>
            </a:r>
            <a:r>
              <a:rPr lang="en-US" sz="2000" dirty="0">
                <a:solidFill>
                  <a:srgbClr val="FFE4C4"/>
                </a:solidFill>
                <a:latin typeface="Lucida Console" panose="020B0609040504020204" pitchFamily="49" charset="0"/>
              </a:rPr>
              <a:t>0</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E0FFFF"/>
                </a:solidFill>
                <a:latin typeface="Lucida Console" panose="020B0609040504020204" pitchFamily="49" charset="0"/>
              </a:rPr>
              <a:t>get-date</a:t>
            </a:r>
            <a:r>
              <a:rPr lang="en-US" sz="2000" dirty="0">
                <a:solidFill>
                  <a:srgbClr val="F5F5F5"/>
                </a:solidFill>
                <a:latin typeface="Lucida Console" panose="020B0609040504020204" pitchFamily="49" charset="0"/>
              </a:rPr>
              <a:t> </a:t>
            </a:r>
            <a:r>
              <a:rPr lang="en-US" sz="2000" dirty="0">
                <a:solidFill>
                  <a:srgbClr val="FFE4B5"/>
                </a:solidFill>
                <a:latin typeface="Lucida Console" panose="020B0609040504020204" pitchFamily="49" charset="0"/>
              </a:rPr>
              <a:t>-f</a:t>
            </a:r>
            <a:r>
              <a:rPr lang="en-US" sz="2000" dirty="0">
                <a:solidFill>
                  <a:srgbClr val="F5F5F5"/>
                </a:solidFill>
                <a:latin typeface="Lucida Console" panose="020B0609040504020204" pitchFamily="49" charset="0"/>
              </a:rPr>
              <a:t> </a:t>
            </a:r>
            <a:r>
              <a:rPr lang="en-US" sz="2000" dirty="0" err="1">
                <a:solidFill>
                  <a:srgbClr val="EE82EE"/>
                </a:solidFill>
                <a:latin typeface="Lucida Console" panose="020B0609040504020204" pitchFamily="49" charset="0"/>
              </a:rPr>
              <a:t>HH:mm:ss</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a:t>
            </a:r>
          </a:p>
          <a:p>
            <a:endParaRPr lang="en-US" sz="2000" dirty="0">
              <a:solidFill>
                <a:srgbClr val="F5F5F5"/>
              </a:solidFill>
              <a:latin typeface="Lucida Console" panose="020B0609040504020204" pitchFamily="49" charset="0"/>
            </a:endParaRPr>
          </a:p>
          <a:p>
            <a:r>
              <a:rPr lang="en-US" sz="2000" dirty="0">
                <a:solidFill>
                  <a:srgbClr val="FF4500"/>
                </a:solidFill>
                <a:latin typeface="Lucida Console" panose="020B0609040504020204" pitchFamily="49" charset="0"/>
              </a:rPr>
              <a:t>	$</a:t>
            </a:r>
            <a:r>
              <a:rPr lang="en-US" sz="2000" dirty="0" err="1">
                <a:solidFill>
                  <a:srgbClr val="FF4500"/>
                </a:solidFill>
                <a:latin typeface="Lucida Console" panose="020B0609040504020204" pitchFamily="49" charset="0"/>
              </a:rPr>
              <a:t>timer</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start</a:t>
            </a:r>
            <a:r>
              <a:rPr lang="en-US" sz="2000" dirty="0">
                <a:solidFill>
                  <a:srgbClr val="F5F5F5"/>
                </a:solidFill>
                <a:latin typeface="Lucida Console" panose="020B0609040504020204" pitchFamily="49" charset="0"/>
              </a:rPr>
              <a:t>()</a:t>
            </a:r>
          </a:p>
          <a:p>
            <a:r>
              <a:rPr lang="en-US" sz="2000" dirty="0">
                <a:solidFill>
                  <a:srgbClr val="F5F5F5"/>
                </a:solidFill>
                <a:latin typeface="Lucida Console" panose="020B0609040504020204" pitchFamily="49" charset="0"/>
              </a:rPr>
              <a:t>})</a:t>
            </a:r>
          </a:p>
        </p:txBody>
      </p:sp>
    </p:spTree>
    <p:custDataLst>
      <p:tags r:id="rId1"/>
    </p:custDataLst>
    <p:extLst>
      <p:ext uri="{BB962C8B-B14F-4D97-AF65-F5344CB8AC3E}">
        <p14:creationId xmlns:p14="http://schemas.microsoft.com/office/powerpoint/2010/main" val="2234774238"/>
      </p:ext>
    </p:extLst>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743E29-3932-4EB8-86D4-F83F46D63AC3}"/>
              </a:ext>
            </a:extLst>
          </p:cNvPr>
          <p:cNvSpPr>
            <a:spLocks noGrp="1"/>
          </p:cNvSpPr>
          <p:nvPr>
            <p:ph type="title"/>
          </p:nvPr>
        </p:nvSpPr>
        <p:spPr>
          <a:prstGeom prst="rect">
            <a:avLst/>
          </a:prstGeom>
          <a:solidFill>
            <a:schemeClr val="bg1"/>
          </a:solidFill>
          <a:ln>
            <a:noFill/>
          </a:ln>
        </p:spPr>
        <p:txBody>
          <a:bodyPr wrap="square" anchor="t">
            <a:normAutofit/>
          </a:bodyPr>
          <a:lstStyle/>
          <a:p>
            <a:r>
              <a:rPr lang="en-US"/>
              <a:t>Use a Runspace for GUI</a:t>
            </a:r>
            <a:endParaRPr lang="en-US" dirty="0"/>
          </a:p>
        </p:txBody>
      </p:sp>
      <p:sp>
        <p:nvSpPr>
          <p:cNvPr id="9" name="Text Placeholder 8">
            <a:extLst>
              <a:ext uri="{FF2B5EF4-FFF2-40B4-BE49-F238E27FC236}">
                <a16:creationId xmlns:a16="http://schemas.microsoft.com/office/drawing/2014/main" id="{ADEA6807-89AC-4155-8E11-A718276C779B}"/>
              </a:ext>
            </a:extLst>
          </p:cNvPr>
          <p:cNvSpPr>
            <a:spLocks noGrp="1"/>
          </p:cNvSpPr>
          <p:nvPr>
            <p:ph sz="quarter" idx="13"/>
          </p:nvPr>
        </p:nvSpPr>
        <p:spPr>
          <a:prstGeom prst="rect">
            <a:avLst/>
          </a:prstGeom>
        </p:spPr>
        <p:txBody>
          <a:bodyPr>
            <a:normAutofit/>
          </a:bodyPr>
          <a:lstStyle/>
          <a:p>
            <a:pPr>
              <a:lnSpc>
                <a:spcPct val="90000"/>
              </a:lnSpc>
            </a:pPr>
            <a:r>
              <a:rPr lang="en-US" dirty="0"/>
              <a:t>More code overhead needed to synchronize data between threads</a:t>
            </a:r>
          </a:p>
          <a:p>
            <a:pPr>
              <a:lnSpc>
                <a:spcPct val="90000"/>
              </a:lnSpc>
            </a:pPr>
            <a:endParaRPr lang="en-US" dirty="0"/>
          </a:p>
          <a:p>
            <a:pPr>
              <a:lnSpc>
                <a:spcPct val="90000"/>
              </a:lnSpc>
            </a:pPr>
            <a:r>
              <a:rPr lang="en-US" dirty="0"/>
              <a:t>Runs in a separate </a:t>
            </a:r>
            <a:r>
              <a:rPr lang="en-US" dirty="0" err="1"/>
              <a:t>.Net</a:t>
            </a:r>
            <a:r>
              <a:rPr lang="en-US" dirty="0"/>
              <a:t> </a:t>
            </a:r>
            <a:r>
              <a:rPr lang="en-US" dirty="0" err="1"/>
              <a:t>Runspace</a:t>
            </a:r>
            <a:r>
              <a:rPr lang="en-US" dirty="0"/>
              <a:t> </a:t>
            </a:r>
          </a:p>
          <a:p>
            <a:pPr lvl="1">
              <a:lnSpc>
                <a:spcPct val="90000"/>
              </a:lnSpc>
            </a:pPr>
            <a:r>
              <a:rPr lang="en-US" sz="2400" dirty="0"/>
              <a:t>GUI will not lock up as it has its own thread</a:t>
            </a:r>
          </a:p>
          <a:p>
            <a:pPr>
              <a:lnSpc>
                <a:spcPct val="90000"/>
              </a:lnSpc>
            </a:pPr>
            <a:endParaRPr lang="en-US" dirty="0"/>
          </a:p>
          <a:p>
            <a:pPr>
              <a:lnSpc>
                <a:spcPct val="90000"/>
              </a:lnSpc>
            </a:pPr>
            <a:r>
              <a:rPr lang="en-US" dirty="0"/>
              <a:t>Used to isolate the GUI processing from PowerShell code</a:t>
            </a:r>
          </a:p>
          <a:p>
            <a:pPr lvl="1">
              <a:lnSpc>
                <a:spcPct val="90000"/>
              </a:lnSpc>
            </a:pPr>
            <a:r>
              <a:rPr lang="en-US" sz="2400" dirty="0"/>
              <a:t>Can be used to run single, longer running processes while GUI remains responsive</a:t>
            </a:r>
          </a:p>
          <a:p>
            <a:pPr lvl="1">
              <a:lnSpc>
                <a:spcPct val="90000"/>
              </a:lnSpc>
            </a:pPr>
            <a:endParaRPr lang="en-US" sz="2400" dirty="0"/>
          </a:p>
          <a:p>
            <a:pPr>
              <a:lnSpc>
                <a:spcPct val="90000"/>
              </a:lnSpc>
            </a:pPr>
            <a:r>
              <a:rPr lang="en-US" dirty="0"/>
              <a:t>PowerShell console remains responsive for additional input</a:t>
            </a:r>
          </a:p>
          <a:p>
            <a:pPr>
              <a:lnSpc>
                <a:spcPct val="90000"/>
              </a:lnSpc>
            </a:pPr>
            <a:endParaRPr lang="en-US" dirty="0"/>
          </a:p>
          <a:p>
            <a:pPr>
              <a:lnSpc>
                <a:spcPct val="90000"/>
              </a:lnSpc>
            </a:pPr>
            <a:r>
              <a:rPr lang="en-US" dirty="0"/>
              <a:t>Used to initialize Form or run data updates in background</a:t>
            </a:r>
          </a:p>
        </p:txBody>
      </p:sp>
    </p:spTree>
    <p:custDataLst>
      <p:tags r:id="rId1"/>
    </p:custDataLst>
    <p:extLst>
      <p:ext uri="{BB962C8B-B14F-4D97-AF65-F5344CB8AC3E}">
        <p14:creationId xmlns:p14="http://schemas.microsoft.com/office/powerpoint/2010/main" val="2820221524"/>
      </p:ext>
    </p:extLst>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743E29-3932-4EB8-86D4-F83F46D63AC3}"/>
              </a:ext>
            </a:extLst>
          </p:cNvPr>
          <p:cNvSpPr>
            <a:spLocks noGrp="1"/>
          </p:cNvSpPr>
          <p:nvPr>
            <p:ph type="title"/>
          </p:nvPr>
        </p:nvSpPr>
        <p:spPr/>
        <p:txBody>
          <a:bodyPr/>
          <a:lstStyle/>
          <a:p>
            <a:r>
              <a:rPr lang="en-US"/>
              <a:t>Use a Runspace to Run WFP GUI - Example</a:t>
            </a:r>
            <a:endParaRPr lang="en-US" dirty="0"/>
          </a:p>
        </p:txBody>
      </p:sp>
      <p:sp>
        <p:nvSpPr>
          <p:cNvPr id="9" name="Code Box">
            <a:extLst>
              <a:ext uri="{FF2B5EF4-FFF2-40B4-BE49-F238E27FC236}">
                <a16:creationId xmlns:a16="http://schemas.microsoft.com/office/drawing/2014/main" id="{E8722424-58E2-4FBD-AEB8-DA744166A516}"/>
              </a:ext>
            </a:extLst>
          </p:cNvPr>
          <p:cNvSpPr>
            <a:spLocks/>
          </p:cNvSpPr>
          <p:nvPr>
            <p:custDataLst>
              <p:tags r:id="rId2"/>
            </p:custDataLst>
          </p:nvPr>
        </p:nvSpPr>
        <p:spPr>
          <a:xfrm>
            <a:off x="655638" y="1408113"/>
            <a:ext cx="10880725" cy="4819650"/>
          </a:xfrm>
          <a:prstGeom prst="rect">
            <a:avLst/>
          </a:prstGeom>
          <a:solidFill>
            <a:srgbClr val="012456"/>
          </a:solidFill>
        </p:spPr>
        <p:txBody>
          <a:bodyPr wrap="square">
            <a:noAutofit/>
          </a:bodyPr>
          <a:lstStyle/>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Rawform</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err="1">
                <a:solidFill>
                  <a:srgbClr val="8FBC8F"/>
                </a:solidFill>
                <a:latin typeface="Lucida Console" panose="020B0609040504020204" pitchFamily="49" charset="0"/>
              </a:rPr>
              <a:t>hashtable</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Synchronized(@{})</a:t>
            </a:r>
          </a:p>
          <a:p>
            <a:r>
              <a:rPr lang="en-US" sz="2000" dirty="0">
                <a:solidFill>
                  <a:srgbClr val="FF4500"/>
                </a:solidFill>
                <a:latin typeface="Lucida Console" panose="020B0609040504020204" pitchFamily="49" charset="0"/>
              </a:rPr>
              <a:t>$GUI</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err="1">
                <a:solidFill>
                  <a:srgbClr val="8FBC8F"/>
                </a:solidFill>
                <a:latin typeface="Lucida Console" panose="020B0609040504020204" pitchFamily="49" charset="0"/>
              </a:rPr>
              <a:t>hashtable</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Synchronized(@{})</a:t>
            </a:r>
          </a:p>
          <a:p>
            <a:r>
              <a:rPr lang="en-US" sz="2000" dirty="0">
                <a:solidFill>
                  <a:srgbClr val="FF4500"/>
                </a:solidFill>
                <a:latin typeface="Lucida Console" panose="020B0609040504020204" pitchFamily="49" charset="0"/>
              </a:rPr>
              <a:t>$GUIRS</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err="1">
                <a:solidFill>
                  <a:srgbClr val="8FBC8F"/>
                </a:solidFill>
                <a:latin typeface="Lucida Console" panose="020B0609040504020204" pitchFamily="49" charset="0"/>
              </a:rPr>
              <a:t>hashtable</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Synchronized(@{})</a:t>
            </a:r>
          </a:p>
          <a:p>
            <a:endParaRPr lang="en-US" sz="2000" dirty="0">
              <a:solidFill>
                <a:srgbClr val="F5F5F5"/>
              </a:solidFill>
              <a:latin typeface="Lucida Console" panose="020B0609040504020204" pitchFamily="49" charset="0"/>
            </a:endParaRP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GUIRS</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psscriptroot</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PSScriptRoot</a:t>
            </a:r>
            <a:endParaRPr lang="en-US" sz="2000" dirty="0">
              <a:solidFill>
                <a:srgbClr val="F5F5F5"/>
              </a:solidFill>
              <a:latin typeface="Lucida Console" panose="020B0609040504020204" pitchFamily="49" charset="0"/>
            </a:endParaRP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GUIRS</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runspace</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err="1">
                <a:solidFill>
                  <a:srgbClr val="8FBC8F"/>
                </a:solidFill>
                <a:latin typeface="Lucida Console" panose="020B0609040504020204" pitchFamily="49" charset="0"/>
              </a:rPr>
              <a:t>RunspaceFactory</a:t>
            </a:r>
            <a:r>
              <a:rPr lang="en-US" sz="2000" dirty="0">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CreateRunspace</a:t>
            </a:r>
            <a:r>
              <a:rPr lang="en-US" sz="2000" dirty="0">
                <a:solidFill>
                  <a:srgbClr val="F5F5F5"/>
                </a:solidFill>
                <a:latin typeface="Lucida Console" panose="020B0609040504020204" pitchFamily="49" charset="0"/>
              </a:rPr>
              <a:t>()</a:t>
            </a: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GUIRS</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runspace</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ApartmentState</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B7093"/>
                </a:solidFill>
                <a:latin typeface="Lucida Console" panose="020B0609040504020204" pitchFamily="49" charset="0"/>
              </a:rPr>
              <a:t>“STA”</a:t>
            </a:r>
            <a:endParaRPr lang="en-US" sz="2000" dirty="0">
              <a:solidFill>
                <a:srgbClr val="F5F5F5"/>
              </a:solidFill>
              <a:latin typeface="Lucida Console" panose="020B0609040504020204" pitchFamily="49" charset="0"/>
            </a:endParaRP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GUIRS</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runspace</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ThreadOptions</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B7093"/>
                </a:solidFill>
                <a:latin typeface="Lucida Console" panose="020B0609040504020204" pitchFamily="49" charset="0"/>
              </a:rPr>
              <a:t>“</a:t>
            </a:r>
            <a:r>
              <a:rPr lang="en-US" sz="2000" dirty="0" err="1">
                <a:solidFill>
                  <a:srgbClr val="DB7093"/>
                </a:solidFill>
                <a:latin typeface="Lucida Console" panose="020B0609040504020204" pitchFamily="49" charset="0"/>
              </a:rPr>
              <a:t>ReuseThread</a:t>
            </a:r>
            <a:r>
              <a:rPr lang="en-US" sz="2000" dirty="0">
                <a:solidFill>
                  <a:srgbClr val="DB7093"/>
                </a:solidFill>
                <a:latin typeface="Lucida Console" panose="020B0609040504020204" pitchFamily="49" charset="0"/>
              </a:rPr>
              <a:t>”</a:t>
            </a:r>
            <a:endParaRPr lang="en-US" sz="2000" dirty="0">
              <a:solidFill>
                <a:srgbClr val="F5F5F5"/>
              </a:solidFill>
              <a:latin typeface="Lucida Console" panose="020B0609040504020204" pitchFamily="49" charset="0"/>
            </a:endParaRP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GUIRS</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runspace</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Open</a:t>
            </a:r>
            <a:r>
              <a:rPr lang="en-US" sz="2000" dirty="0">
                <a:solidFill>
                  <a:srgbClr val="F5F5F5"/>
                </a:solidFill>
                <a:latin typeface="Lucida Console" panose="020B0609040504020204" pitchFamily="49" charset="0"/>
              </a:rPr>
              <a:t>()</a:t>
            </a: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GUIRS</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runspace</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SessionStateProxy</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SetVariable</a:t>
            </a:r>
            <a:r>
              <a:rPr lang="en-US" sz="2000" dirty="0">
                <a:solidFill>
                  <a:srgbClr val="F5F5F5"/>
                </a:solidFill>
                <a:latin typeface="Lucida Console" panose="020B0609040504020204" pitchFamily="49" charset="0"/>
              </a:rPr>
              <a:t>(</a:t>
            </a:r>
            <a:r>
              <a:rPr lang="en-US" sz="2000" dirty="0">
                <a:solidFill>
                  <a:srgbClr val="DB7093"/>
                </a:solidFill>
                <a:latin typeface="Lucida Console" panose="020B0609040504020204" pitchFamily="49" charset="0"/>
              </a:rPr>
              <a:t>"</a:t>
            </a:r>
            <a:r>
              <a:rPr lang="en-US" sz="2000" dirty="0" err="1">
                <a:solidFill>
                  <a:srgbClr val="DB7093"/>
                </a:solidFill>
                <a:latin typeface="Lucida Console" panose="020B0609040504020204" pitchFamily="49" charset="0"/>
              </a:rPr>
              <a:t>Rawform</a:t>
            </a:r>
            <a:r>
              <a:rPr lang="en-US" sz="2000" dirty="0">
                <a:solidFill>
                  <a:srgbClr val="DB7093"/>
                </a:solidFill>
                <a:latin typeface="Lucida Console" panose="020B0609040504020204" pitchFamily="49" charset="0"/>
              </a:rPr>
              <a:t>"</a:t>
            </a:r>
            <a:r>
              <a:rPr lang="en-US" sz="2000" dirty="0">
                <a:solidFill>
                  <a:srgbClr val="D3D3D3"/>
                </a:solidFill>
                <a:latin typeface="Lucida Console" panose="020B0609040504020204" pitchFamily="49" charset="0"/>
              </a:rPr>
              <a:t>,</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Rawform</a:t>
            </a:r>
            <a:r>
              <a:rPr lang="en-US" sz="2000" dirty="0">
                <a:solidFill>
                  <a:srgbClr val="F5F5F5"/>
                </a:solidFill>
                <a:latin typeface="Lucida Console" panose="020B0609040504020204" pitchFamily="49" charset="0"/>
              </a:rPr>
              <a:t>)</a:t>
            </a: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GUIRS</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runspace</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SessionStateProxy</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SetVariable</a:t>
            </a:r>
            <a:r>
              <a:rPr lang="en-US" sz="2000" dirty="0">
                <a:solidFill>
                  <a:srgbClr val="F5F5F5"/>
                </a:solidFill>
                <a:latin typeface="Lucida Console" panose="020B0609040504020204" pitchFamily="49" charset="0"/>
              </a:rPr>
              <a:t>(</a:t>
            </a:r>
            <a:r>
              <a:rPr lang="en-US" sz="2000" dirty="0">
                <a:solidFill>
                  <a:srgbClr val="DB7093"/>
                </a:solidFill>
                <a:latin typeface="Lucida Console" panose="020B0609040504020204" pitchFamily="49" charset="0"/>
              </a:rPr>
              <a:t>"GUIRS"</a:t>
            </a:r>
            <a:r>
              <a:rPr lang="en-US" sz="2000" dirty="0">
                <a:solidFill>
                  <a:srgbClr val="D3D3D3"/>
                </a:solidFill>
                <a:latin typeface="Lucida Console" panose="020B0609040504020204" pitchFamily="49" charset="0"/>
              </a:rPr>
              <a:t>,</a:t>
            </a:r>
            <a:r>
              <a:rPr lang="en-US" sz="2000" dirty="0">
                <a:solidFill>
                  <a:srgbClr val="FF4500"/>
                </a:solidFill>
                <a:latin typeface="Lucida Console" panose="020B0609040504020204" pitchFamily="49" charset="0"/>
              </a:rPr>
              <a:t>$GUIRS</a:t>
            </a:r>
            <a:r>
              <a:rPr lang="en-US" sz="2000" dirty="0">
                <a:solidFill>
                  <a:srgbClr val="F5F5F5"/>
                </a:solidFill>
                <a:latin typeface="Lucida Console" panose="020B0609040504020204" pitchFamily="49" charset="0"/>
              </a:rPr>
              <a:t>)</a:t>
            </a: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GUIRS</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runspace</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SessionStateProxy</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SetVariable</a:t>
            </a:r>
            <a:r>
              <a:rPr lang="en-US" sz="2000" dirty="0">
                <a:solidFill>
                  <a:srgbClr val="F5F5F5"/>
                </a:solidFill>
                <a:latin typeface="Lucida Console" panose="020B0609040504020204" pitchFamily="49" charset="0"/>
              </a:rPr>
              <a:t>(</a:t>
            </a:r>
            <a:r>
              <a:rPr lang="en-US" sz="2000" dirty="0">
                <a:solidFill>
                  <a:srgbClr val="DB7093"/>
                </a:solidFill>
                <a:latin typeface="Lucida Console" panose="020B0609040504020204" pitchFamily="49" charset="0"/>
              </a:rPr>
              <a:t>"GUI"</a:t>
            </a:r>
            <a:r>
              <a:rPr lang="en-US" sz="2000" dirty="0">
                <a:solidFill>
                  <a:srgbClr val="D3D3D3"/>
                </a:solidFill>
                <a:latin typeface="Lucida Console" panose="020B0609040504020204" pitchFamily="49" charset="0"/>
              </a:rPr>
              <a:t>,</a:t>
            </a:r>
            <a:r>
              <a:rPr lang="en-US" sz="2000" dirty="0">
                <a:solidFill>
                  <a:srgbClr val="FF4500"/>
                </a:solidFill>
                <a:latin typeface="Lucida Console" panose="020B0609040504020204" pitchFamily="49" charset="0"/>
              </a:rPr>
              <a:t>$GUI</a:t>
            </a:r>
            <a:r>
              <a:rPr lang="en-US" sz="2000" dirty="0">
                <a:solidFill>
                  <a:srgbClr val="F5F5F5"/>
                </a:solidFill>
                <a:latin typeface="Lucida Console" panose="020B0609040504020204" pitchFamily="49" charset="0"/>
              </a:rPr>
              <a:t>)</a:t>
            </a: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GUIRS</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psCmd</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Runspace</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GUIRS</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runspace</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a:t>
            </a: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GUIRS</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Handle</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GUIRS</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psCmd</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AddScript</a:t>
            </a:r>
            <a:r>
              <a:rPr lang="en-US" sz="2000" dirty="0">
                <a:solidFill>
                  <a:srgbClr val="F5F5F5"/>
                </a:solidFill>
                <a:latin typeface="Lucida Console" panose="020B0609040504020204" pitchFamily="49" charset="0"/>
              </a:rPr>
              <a:t>({......})</a:t>
            </a:r>
            <a:r>
              <a:rPr lang="en-US" sz="2000" dirty="0">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BeginInvoke</a:t>
            </a:r>
            <a:r>
              <a:rPr lang="en-US" sz="2000" dirty="0">
                <a:solidFill>
                  <a:srgbClr val="F5F5F5"/>
                </a:solidFill>
                <a:latin typeface="Lucida Console" panose="020B0609040504020204" pitchFamily="49" charset="0"/>
              </a:rPr>
              <a:t>()</a:t>
            </a:r>
          </a:p>
        </p:txBody>
      </p:sp>
      <p:sp>
        <p:nvSpPr>
          <p:cNvPr id="4" name="Speech Bubble: Rectangle 3">
            <a:extLst>
              <a:ext uri="{FF2B5EF4-FFF2-40B4-BE49-F238E27FC236}">
                <a16:creationId xmlns:a16="http://schemas.microsoft.com/office/drawing/2014/main" id="{80BBCA57-7579-44D5-BB4C-634BA538673A}"/>
              </a:ext>
            </a:extLst>
          </p:cNvPr>
          <p:cNvSpPr/>
          <p:nvPr/>
        </p:nvSpPr>
        <p:spPr bwMode="auto">
          <a:xfrm>
            <a:off x="7315200" y="6227763"/>
            <a:ext cx="3200400" cy="530165"/>
          </a:xfrm>
          <a:prstGeom prst="wedgeRectCallout">
            <a:avLst>
              <a:gd name="adj1" fmla="val -52989"/>
              <a:gd name="adj2" fmla="val -93163"/>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WPF code goes here</a:t>
            </a:r>
          </a:p>
        </p:txBody>
      </p:sp>
      <p:sp>
        <p:nvSpPr>
          <p:cNvPr id="6" name="Speech Bubble: Rectangle 5">
            <a:extLst>
              <a:ext uri="{FF2B5EF4-FFF2-40B4-BE49-F238E27FC236}">
                <a16:creationId xmlns:a16="http://schemas.microsoft.com/office/drawing/2014/main" id="{D24F5834-D337-40F9-86F3-1B5B15958B00}"/>
              </a:ext>
            </a:extLst>
          </p:cNvPr>
          <p:cNvSpPr/>
          <p:nvPr/>
        </p:nvSpPr>
        <p:spPr bwMode="auto">
          <a:xfrm>
            <a:off x="9680501" y="4800600"/>
            <a:ext cx="2206699" cy="762000"/>
          </a:xfrm>
          <a:prstGeom prst="wedgeRectCallout">
            <a:avLst>
              <a:gd name="adj1" fmla="val -27815"/>
              <a:gd name="adj2" fmla="val 80157"/>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2000" dirty="0">
                <a:gradFill>
                  <a:gsLst>
                    <a:gs pos="0">
                      <a:srgbClr val="FFFFFF"/>
                    </a:gs>
                    <a:gs pos="100000">
                      <a:srgbClr val="FFFFFF"/>
                    </a:gs>
                  </a:gsLst>
                  <a:lin ang="5400000" scaled="0"/>
                </a:gradFill>
                <a:ea typeface="Segoe UI" pitchFamily="34" charset="0"/>
                <a:cs typeface="Segoe UI" pitchFamily="34" charset="0"/>
              </a:rPr>
              <a:t>Start </a:t>
            </a:r>
            <a:r>
              <a:rPr lang="en-US" sz="2000" dirty="0" err="1">
                <a:gradFill>
                  <a:gsLst>
                    <a:gs pos="0">
                      <a:srgbClr val="FFFFFF"/>
                    </a:gs>
                    <a:gs pos="100000">
                      <a:srgbClr val="FFFFFF"/>
                    </a:gs>
                  </a:gsLst>
                  <a:lin ang="5400000" scaled="0"/>
                </a:gradFill>
                <a:ea typeface="Segoe UI" pitchFamily="34" charset="0"/>
                <a:cs typeface="Segoe UI" pitchFamily="34" charset="0"/>
              </a:rPr>
              <a:t>Runspace</a:t>
            </a:r>
            <a:r>
              <a:rPr lang="en-US" sz="2000" dirty="0">
                <a:gradFill>
                  <a:gsLst>
                    <a:gs pos="0">
                      <a:srgbClr val="FFFFFF"/>
                    </a:gs>
                    <a:gs pos="100000">
                      <a:srgbClr val="FFFFFF"/>
                    </a:gs>
                  </a:gsLst>
                  <a:lin ang="5400000" scaled="0"/>
                </a:gradFill>
                <a:ea typeface="Segoe UI" pitchFamily="34" charset="0"/>
                <a:cs typeface="Segoe UI" pitchFamily="34" charset="0"/>
              </a:rPr>
              <a:t> Async</a:t>
            </a:r>
          </a:p>
        </p:txBody>
      </p:sp>
    </p:spTree>
    <p:custDataLst>
      <p:tags r:id="rId1"/>
    </p:custDataLst>
    <p:extLst>
      <p:ext uri="{BB962C8B-B14F-4D97-AF65-F5344CB8AC3E}">
        <p14:creationId xmlns:p14="http://schemas.microsoft.com/office/powerpoint/2010/main" val="1115799198"/>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sp>
        <p:nvSpPr>
          <p:cNvPr id="15" name="Text Placeholder 14">
            <a:extLst>
              <a:ext uri="{FF2B5EF4-FFF2-40B4-BE49-F238E27FC236}">
                <a16:creationId xmlns:a16="http://schemas.microsoft.com/office/drawing/2014/main" id="{6DAA8F88-5BE5-4DEB-B8E1-CCA52313CEB8}"/>
              </a:ext>
            </a:extLst>
          </p:cNvPr>
          <p:cNvSpPr>
            <a:spLocks noGrp="1"/>
          </p:cNvSpPr>
          <p:nvPr>
            <p:ph type="body" sz="quarter" idx="10"/>
          </p:nvPr>
        </p:nvSpPr>
        <p:spPr/>
        <p:txBody>
          <a:bodyPr/>
          <a:lstStyle/>
          <a:p>
            <a:endParaRPr lang="en-US" dirty="0"/>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prstGeom prst="rect">
            <a:avLst/>
          </a:prstGeom>
        </p:spPr>
      </p:pic>
    </p:spTree>
    <p:custDataLst>
      <p:tags r:id="rId1"/>
    </p:custDataLst>
    <p:extLst>
      <p:ext uri="{BB962C8B-B14F-4D97-AF65-F5344CB8AC3E}">
        <p14:creationId xmlns:p14="http://schemas.microsoft.com/office/powerpoint/2010/main" val="1692881300"/>
      </p:ext>
    </p:extLst>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7B38C-8413-4861-A4F5-7DF656AEAD0D}"/>
              </a:ext>
            </a:extLst>
          </p:cNvPr>
          <p:cNvSpPr>
            <a:spLocks noGrp="1"/>
          </p:cNvSpPr>
          <p:nvPr>
            <p:ph type="title"/>
          </p:nvPr>
        </p:nvSpPr>
        <p:spPr/>
        <p:txBody>
          <a:bodyPr/>
          <a:lstStyle/>
          <a:p>
            <a:r>
              <a:rPr lang="en-US" dirty="0"/>
              <a:t>PowerShell Graphical User Interfaces</a:t>
            </a:r>
          </a:p>
        </p:txBody>
      </p:sp>
      <p:sp>
        <p:nvSpPr>
          <p:cNvPr id="3" name="Text Placeholder 2">
            <a:extLst>
              <a:ext uri="{FF2B5EF4-FFF2-40B4-BE49-F238E27FC236}">
                <a16:creationId xmlns:a16="http://schemas.microsoft.com/office/drawing/2014/main" id="{4897B8F8-26DF-42FB-ACB0-59929F1C2344}"/>
              </a:ext>
            </a:extLst>
          </p:cNvPr>
          <p:cNvSpPr>
            <a:spLocks noGrp="1"/>
          </p:cNvSpPr>
          <p:nvPr>
            <p:ph type="body" sz="quarter" idx="10"/>
          </p:nvPr>
        </p:nvSpPr>
        <p:spPr/>
        <p:txBody>
          <a:bodyPr/>
          <a:lstStyle/>
          <a:p>
            <a:endParaRPr lang="en-US" dirty="0"/>
          </a:p>
        </p:txBody>
      </p:sp>
      <p:sp>
        <p:nvSpPr>
          <p:cNvPr id="4" name="Picture Placeholder 3">
            <a:extLst>
              <a:ext uri="{FF2B5EF4-FFF2-40B4-BE49-F238E27FC236}">
                <a16:creationId xmlns:a16="http://schemas.microsoft.com/office/drawing/2014/main" id="{688E0F76-248A-45EA-81A0-6E6C546B8835}"/>
              </a:ext>
              <a:ext uri="{C183D7F6-B498-43B3-948B-1728B52AA6E4}">
                <adec:decorative xmlns:adec="http://schemas.microsoft.com/office/drawing/2017/decorative" val="1"/>
              </a:ext>
            </a:extLst>
          </p:cNvPr>
          <p:cNvSpPr>
            <a:spLocks noGrp="1"/>
          </p:cNvSpPr>
          <p:nvPr>
            <p:ph type="pic" sz="quarter" idx="15"/>
          </p:nvPr>
        </p:nvSpPr>
        <p:spPr/>
        <p:txBody>
          <a:bodyPr/>
          <a:lstStyle/>
          <a:p>
            <a:endParaRPr lang="en-IL"/>
          </a:p>
        </p:txBody>
      </p:sp>
      <p:pic>
        <p:nvPicPr>
          <p:cNvPr id="7" name="Lab">
            <a:extLst>
              <a:ext uri="{FF2B5EF4-FFF2-40B4-BE49-F238E27FC236}">
                <a16:creationId xmlns:a16="http://schemas.microsoft.com/office/drawing/2014/main" id="{76566A92-4C2E-4A75-AC88-04F49267A8C1}"/>
              </a:ext>
              <a:ext uri="{C183D7F6-B498-43B3-948B-1728B52AA6E4}">
                <adec:decorative xmlns:adec="http://schemas.microsoft.com/office/drawing/2017/decorative" val="1"/>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7479068" y="1006033"/>
            <a:ext cx="2567228" cy="4959305"/>
          </a:xfrm>
          <a:prstGeom prst="rect">
            <a:avLst/>
          </a:prstGeom>
        </p:spPr>
      </p:pic>
    </p:spTree>
    <p:custDataLst>
      <p:tags r:id="rId1"/>
    </p:custDataLst>
    <p:extLst>
      <p:ext uri="{BB962C8B-B14F-4D97-AF65-F5344CB8AC3E}">
        <p14:creationId xmlns:p14="http://schemas.microsoft.com/office/powerpoint/2010/main" val="2042387426"/>
      </p:ext>
    </p:extLst>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name="HIDDEN - Slide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B5B00-DC84-4AB5-82AF-5C975E540C0B}"/>
              </a:ext>
            </a:extLst>
          </p:cNvPr>
          <p:cNvSpPr>
            <a:spLocks noGrp="1"/>
          </p:cNvSpPr>
          <p:nvPr>
            <p:ph type="title" idx="4294967295"/>
          </p:nvPr>
        </p:nvSpPr>
        <p:spPr>
          <a:xfrm>
            <a:off x="536575" y="288925"/>
            <a:ext cx="11655425" cy="900113"/>
          </a:xfrm>
        </p:spPr>
        <p:txBody>
          <a:bodyPr/>
          <a:lstStyle/>
          <a:p>
            <a:r>
              <a:rPr lang="en-US" dirty="0">
                <a:noFill/>
              </a:rPr>
              <a:t>Microsoft</a:t>
            </a:r>
          </a:p>
        </p:txBody>
      </p:sp>
    </p:spTree>
    <p:custDataLst>
      <p:tags r:id="rId1"/>
    </p:custDataLst>
    <p:extLst>
      <p:ext uri="{BB962C8B-B14F-4D97-AF65-F5344CB8AC3E}">
        <p14:creationId xmlns:p14="http://schemas.microsoft.com/office/powerpoint/2010/main" val="3850366218"/>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MIO_NATIVESECTIONS_V2" val="﻿&lt;?xml version=&quot;1.0&quot; encoding=&quot;utf-8&quot;?&gt;&lt;ArrayOfNativeSection xmlns:xsi=&quot;http://www.w3.org/2001/XMLSchema-instance&quot; xmlns:xsd=&quot;http://www.w3.org/2001/XMLSchema&quot;&gt;&lt;NativeSection&gt;&lt;SectionId&gt;{76457832-FE9F-4484-96F1-3A79F5F1BD44}&lt;/SectionId&gt;&lt;Name&gt;WorkshoppLUS - Windows PowerShell: Tool Building&lt;/Name&gt;&lt;SlidesCount&gt;3&lt;/SlidesCount&gt;&lt;SlideGuids /&gt;&lt;/NativeSection&gt;&lt;NativeSection&gt;&lt;SectionId&gt;{9344E5D5-73E2-42C3-AD3D-BE77B2EF0E21}&lt;/SectionId&gt;&lt;Name&gt;Windows Presentation Framework Introduction&lt;/Name&gt;&lt;SlidesCount&gt;6&lt;/SlidesCount&gt;&lt;SlideGuids /&gt;&lt;/NativeSection&gt;&lt;NativeSection&gt;&lt;SectionId&gt;{11C138CB-6755-45EE-81E8-C4A63B798C05}&lt;/SectionId&gt;&lt;Name&gt;Introduction to Visual Studio&lt;/Name&gt;&lt;SlidesCount&gt;10&lt;/SlidesCount&gt;&lt;SlideGuids /&gt;&lt;/NativeSection&gt;&lt;NativeSection&gt;&lt;SectionId&gt;{79C85452-472E-4756-B4CD-CDE891C91F75}&lt;/SectionId&gt;&lt;Name&gt;Graphical User Interface Design&lt;/Name&gt;&lt;SlidesCount&gt;9&lt;/SlidesCount&gt;&lt;SlideGuids /&gt;&lt;/NativeSection&gt;&lt;NativeSection&gt;&lt;SectionId&gt;{B46C13D4-1F8E-47B8-BBC2-5A39CAD22BE6}&lt;/SectionId&gt;&lt;Name&gt;Your first GUI&lt;/Name&gt;&lt;SlidesCount&gt;8&lt;/SlidesCount&gt;&lt;SlideGuids /&gt;&lt;/NativeSection&gt;&lt;NativeSection&gt;&lt;SectionId&gt;{E31CC2E4-E33A-4CDD-9628-E4C82431146E}&lt;/SectionId&gt;&lt;Name&gt;Advanced GUI Design&lt;/Name&gt;&lt;SlidesCount&gt;5&lt;/SlidesCount&gt;&lt;SlideGuids /&gt;&lt;/NativeSection&gt;&lt;NativeSection&gt;&lt;SectionId&gt;{406BDCCF-1BEF-4B3E-A70A-2E77C55ED611}&lt;/SectionId&gt;&lt;Name&gt;Code Behind a Form&lt;/Name&gt;&lt;SlidesCount&gt;12&lt;/SlidesCount&gt;&lt;SlideGuids /&gt;&lt;/NativeSection&gt;&lt;NativeSection&gt;&lt;SectionId&gt;{8EF8E9EC-1FCF-4D7B-85AD-4D23D03D314D}&lt;/SectionId&gt;&lt;Name&gt;Advanced Techniques&lt;/Name&gt;&lt;SlidesCount&gt;8&lt;/SlidesCount&gt;&lt;SlideGuids /&gt;&lt;/NativeSection&gt;&lt;NativeSection&gt;&lt;SectionId&gt;{E08F81B2-EE4F-4ED6-8900-B6AA612CDEEB}&lt;/SectionId&gt;&lt;Name&gt;Lab: PowerShell Graphical User Interfaces&lt;/Name&gt;&lt;SlidesCount&gt;2&lt;/SlidesCount&gt;&lt;SlideGuids /&gt;&lt;/NativeSection&gt;&lt;/ArrayOfNativeSection&gt;"/>
  <p:tag name="MIO_EKGUID" val="4a60758b-550b-4ad4-ad4b-9cd2e5da13e6"/>
  <p:tag name="MIO_UPDATE" val="True"/>
  <p:tag name="MIO_VERSION" val="02.03.2020 12:29:14"/>
  <p:tag name="MIO_DBID" val="12B0C59E-2253-4124-A5E9-470ADF4CB168"/>
  <p:tag name="MIO_LASTDOWNLOADED" val="02.03.2020 14:03:08"/>
  <p:tag name="MIO_OBJECTNAME" val="M10 Create a GUI in PowerShell"/>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PRESI_FIRST_SLIDENUMBER" val="1"/>
  <p:tag name="MIO_FALLBACK_LAYOUT" val="13"/>
  <p:tag name="MIO_SHOW_DATE" val="False"/>
  <p:tag name="MIO_SHOW_FOOTER" val="False"/>
  <p:tag name="MIO_SHOW_PAGENUMBER" val="False"/>
  <p:tag name="MIO_AVOID_BLANK_LAYOUT" val="False"/>
  <p:tag name="MIO_CD_LAYOUT_VALID_AREA" val="False"/>
  <p:tag name="MIO_NUMBER_OF_VALID_LAYOUTS" val="36"/>
  <p:tag name="MIO_HDS" val="True"/>
  <p:tag name="MIO_SKIPVERSION" val="01.01.0001 00:00:00"/>
  <p:tag name="MIO_EKGUID" val="6effc138-af9f-443b-b131-e960561164b3"/>
  <p:tag name="MIO_UPDATE" val="True"/>
  <p:tag name="MIO_VERSION" val="30.09.2019 15:04:10"/>
  <p:tag name="MIO_DBID" val="12B0C59E-2253-4124-A5E9-470ADF4CB168"/>
  <p:tag name="MIO_LASTDOWNLOADED" val="24.10.2019 15:41:15"/>
  <p:tag name="MIO_OBJECTNAME" val="Dark Grey"/>
  <p:tag name="MIO_LASTEDITORNAME" val="Sinja Giese"/>
  <p:tag name="MIO_CDID" val="0abed30f-9490-41c0-b430-1d8e289568da"/>
</p:tagLst>
</file>

<file path=ppt/tags/tag3.xml><?xml version="1.0" encoding="utf-8"?>
<p:tagLst xmlns:a="http://schemas.openxmlformats.org/drawingml/2006/main" xmlns:r="http://schemas.openxmlformats.org/officeDocument/2006/relationships" xmlns:p="http://schemas.openxmlformats.org/presentationml/2006/main">
  <p:tag name="MIO_PRESI_FIRST_SLIDENUMBER" val="1"/>
  <p:tag name="MIO_FALLBACK_LAYOUT" val="7"/>
  <p:tag name="MIO_SHOW_DATE" val="False"/>
  <p:tag name="MIO_SHOW_FOOTER" val="False"/>
  <p:tag name="MIO_SHOW_PAGENUMBER" val="False"/>
  <p:tag name="MIO_AVOID_BLANK_LAYOUT" val="True"/>
  <p:tag name="MIO_CD_LAYOUT_VALID_AREA" val="False"/>
  <p:tag name="MIO_NUMBER_OF_VALID_LAYOUTS" val="27"/>
  <p:tag name="MIO_HDS" val="True"/>
  <p:tag name="MIO_SKIPVERSION" val="01.01.0001 00:00:00"/>
  <p:tag name="MIO_EKGUID" val="691c9cc5-9124-47ef-bfbe-995e28358156"/>
  <p:tag name="MIO_UPDATE" val="True"/>
  <p:tag name="MIO_VERSION" val="05.06.2019 16:52:35"/>
  <p:tag name="MIO_DBID" val="12B0C59E-2253-4124-A5E9-470ADF4CB168"/>
  <p:tag name="MIO_LASTDOWNLOADED" val="21.06.2019 12:11:06"/>
  <p:tag name="MIO_OBJECTNAME" val="Microsoft Office Theme"/>
  <p:tag name="MIO_LASTEDITORNAME" val="Sinja Giese"/>
  <p:tag name="MIO_CDID" val="0abed30f-9490-41c0-b430-1d8e289568da"/>
</p:tagLst>
</file>

<file path=ppt/tags/tag4.xml><?xml version="1.0" encoding="utf-8"?>
<p:tagLst xmlns:a="http://schemas.openxmlformats.org/drawingml/2006/main" xmlns:r="http://schemas.openxmlformats.org/officeDocument/2006/relationships" xmlns:p="http://schemas.openxmlformats.org/presentationml/2006/main">
  <p:tag name="MIO_FALLBACK_LAYOUT" val="14"/>
  <p:tag name="MIO_SHOW_DATE" val="False"/>
  <p:tag name="MIO_SHOW_FOOTER" val="False"/>
  <p:tag name="MIO_SHOW_PAGENUMBER" val="False"/>
  <p:tag name="MIO_AVOID_BLANK_LAYOUT" val="True"/>
  <p:tag name="MIO_CD_LAYOUT_VALID_AREA" val="False"/>
  <p:tag name="MIO_NUMBER_OF_VALID_LAYOUTS" val="44"/>
  <p:tag name="MIO_HDS" val="True"/>
  <p:tag name="MIO_SKIPVERSION" val="01.01.0001 00:00:00"/>
  <p:tag name="MIO_EKGUID" val="6effc138-af9f-443b-b131-e960561164b3"/>
  <p:tag name="MIO_UPDATE" val="True"/>
  <p:tag name="MIO_VERSION" val="06.12.2019 15:30:57"/>
  <p:tag name="MIO_DBID" val="12B0C59E-2253-4124-A5E9-470ADF4CB168"/>
  <p:tag name="MIO_LASTDOWNLOADED" val="06.12.2019 16:37:13"/>
  <p:tag name="MIO_OBJECTNAME" val="Dark Grey"/>
  <p:tag name="MIO_CDID" val="0abed30f-9490-41c0-b430-1d8e289568da"/>
</p:tagLst>
</file>

<file path=ppt/tags/tag5.xml><?xml version="1.0" encoding="utf-8"?>
<p:tagLst xmlns:a="http://schemas.openxmlformats.org/drawingml/2006/main" xmlns:r="http://schemas.openxmlformats.org/officeDocument/2006/relationships" xmlns:p="http://schemas.openxmlformats.org/presentationml/2006/main">
  <p:tag name="MIO_FALLBACK_LAYOUT" val="14"/>
  <p:tag name="MIO_SHOW_DATE" val="False"/>
  <p:tag name="MIO_SHOW_FOOTER" val="False"/>
  <p:tag name="MIO_SHOW_PAGENUMBER" val="False"/>
  <p:tag name="MIO_AVOID_BLANK_LAYOUT" val="False"/>
  <p:tag name="MIO_CD_LAYOUT_VALID_AREA" val="False"/>
  <p:tag name="MIO_NUMBER_OF_VALID_LAYOUTS" val="44"/>
  <p:tag name="MIO_HDS" val="True"/>
  <p:tag name="MIO_SKIPVERSION" val="01.01.0001 00:00:00"/>
  <p:tag name="MIO_EKGUID" val="23147f39-95e7-4bd7-a8b3-3f19a7a1395c"/>
  <p:tag name="MIO_UPDATE" val="True"/>
  <p:tag name="MIO_VERSION" val="09.01.2020 14:52:43"/>
  <p:tag name="MIO_DBID" val="12B0C59E-2253-4124-A5E9-470ADF4CB168"/>
  <p:tag name="MIO_LASTDOWNLOADED" val="27.02.2020 19:55:55"/>
  <p:tag name="MIO_OBJECTNAME" val="Light Grey"/>
  <p:tag name="MIO_CDID" val="0abed30f-9490-41c0-b430-1d8e289568da"/>
</p:tagLst>
</file>

<file path=ppt/tags/tag6.xml><?xml version="1.0" encoding="utf-8"?>
<p:tagLst xmlns:a="http://schemas.openxmlformats.org/drawingml/2006/main" xmlns:r="http://schemas.openxmlformats.org/officeDocument/2006/relationships" xmlns:p="http://schemas.openxmlformats.org/presentationml/2006/main">
  <p:tag name="MIO_GUID" val="fdcf4e09-7b0d-407e-a58b-49ba1707737a"/>
  <p:tag name="MIO_EKGUID" val="717a404f-e075-4add-9c75-43551139cc67"/>
  <p:tag name="MIO_UPDATE" val="True"/>
  <p:tag name="MIO_VERSION" val="02.03.2020 13:02:53"/>
  <p:tag name="MIO_DBID" val="12b0c59e-2253-4124-a5e9-470adf4cb168"/>
  <p:tag name="MIO_LASTDOWNLOADED" val="02.03.2020 13:02:58"/>
  <p:tag name="MIO_OBJECTNAME" val="Create GUI in PowerShell"/>
  <p:tag name="MIO_LASTEDITORNAME" val="Devid Treuling"/>
</p:tagLst>
</file>

<file path=ppt/tags/tag7.xml><?xml version="1.0" encoding="utf-8"?>
<p:tagLst xmlns:a="http://schemas.openxmlformats.org/drawingml/2006/main" xmlns:r="http://schemas.openxmlformats.org/officeDocument/2006/relationships" xmlns:p="http://schemas.openxmlformats.org/presentationml/2006/main">
  <p:tag name="MIO_GUID" val="17f4dd7f-a717-46fe-ae92-35532201d2dc"/>
  <p:tag name="MIO_EKGUID" val="88d8872f-9c52-4985-8201-1ab6b6058c99"/>
  <p:tag name="MIO_UPDATE" val="True"/>
  <p:tag name="MIO_VERSION" val="02.03.2020 12:29:06"/>
  <p:tag name="MIO_DBID" val="12b0c59e-2253-4124-a5e9-470adf4cb168"/>
  <p:tag name="MIO_LASTDOWNLOADED" val="02.03.2020 13:02:58"/>
  <p:tag name="MIO_OBJECTNAME" val="Disclaimer"/>
  <p:tag name="MIO_LASTEDITORNAME" val="Devid Treuling"/>
</p:tagLst>
</file>

<file path=ppt/tags/tag8.xml><?xml version="1.0" encoding="utf-8"?>
<p:tagLst xmlns:a="http://schemas.openxmlformats.org/drawingml/2006/main" xmlns:r="http://schemas.openxmlformats.org/officeDocument/2006/relationships" xmlns:p="http://schemas.openxmlformats.org/presentationml/2006/main">
  <p:tag name="MIO_GUID" val="e4904bc2-19fb-4d53-9175-061ddf8c76db"/>
  <p:tag name="MIO_EKGUID" val="4d18f022-24de-4b2b-82d1-8865db7dd8dd"/>
  <p:tag name="MIO_UPDATE" val="True"/>
  <p:tag name="MIO_VERSION" val="02.03.2020 12:29:06"/>
  <p:tag name="MIO_DBID" val="12b0c59e-2253-4124-a5e9-470adf4cb168"/>
  <p:tag name="MIO_LASTDOWNLOADED" val="02.03.2020 13:02:58"/>
  <p:tag name="MIO_OBJECTNAME" val="Learnings covered in this Unit"/>
  <p:tag name="MIO_LASTEDITORNAME" val="Devid Treuling"/>
</p:tagLst>
</file>

<file path=ppt/tags/tag9.xml><?xml version="1.0" encoding="utf-8"?>
<p:tagLst xmlns:a="http://schemas.openxmlformats.org/drawingml/2006/main" xmlns:r="http://schemas.openxmlformats.org/officeDocument/2006/relationships" xmlns:p="http://schemas.openxmlformats.org/presentationml/2006/main">
  <p:tag name="MIO_GUID" val="48465b55-fa54-4560-8b72-27125afe1f2f"/>
  <p:tag name="MIO_EKGUID" val="27628dad-3114-4582-ac51-497201f5b028"/>
  <p:tag name="MIO_UPDATE" val="True"/>
  <p:tag name="MIO_VERSION" val="02.03.2020 12:29:06"/>
  <p:tag name="MIO_DBID" val="12b0c59e-2253-4124-a5e9-470adf4cb168"/>
  <p:tag name="MIO_LASTDOWNLOADED" val="02.03.2020 13:02:58"/>
  <p:tag name="MIO_OBJECTNAME" val="Windows Presentation Framework Introduction"/>
  <p:tag name="MIO_LASTEDITORNAME" val="Devid Treuling"/>
</p:tagLst>
</file>

<file path=ppt/tags/tag10.xml><?xml version="1.0" encoding="utf-8"?>
<p:tagLst xmlns:a="http://schemas.openxmlformats.org/drawingml/2006/main" xmlns:r="http://schemas.openxmlformats.org/officeDocument/2006/relationships" xmlns:p="http://schemas.openxmlformats.org/presentationml/2006/main">
  <p:tag name="MIO_GUID" val="59ce26dd-14bc-41ef-b5a9-19d033191fe9"/>
  <p:tag name="MIO_EKGUID" val="79610b40-7bc5-4aed-90f8-2b6d566aba16"/>
  <p:tag name="MIO_UPDATE" val="True"/>
  <p:tag name="MIO_VERSION" val="02.03.2020 12:29:06"/>
  <p:tag name="MIO_DBID" val="12b0c59e-2253-4124-a5e9-470adf4cb168"/>
  <p:tag name="MIO_LASTDOWNLOADED" val="02.03.2020 13:02:58"/>
  <p:tag name="MIO_OBJECTNAME" val="Windows Presentation Framework"/>
  <p:tag name="MIO_LASTEDITORNAME" val="Devid Treuling"/>
</p:tagLst>
</file>

<file path=ppt/tags/tag11.xml><?xml version="1.0" encoding="utf-8"?>
<p:tagLst xmlns:a="http://schemas.openxmlformats.org/drawingml/2006/main" xmlns:r="http://schemas.openxmlformats.org/officeDocument/2006/relationships" xmlns:p="http://schemas.openxmlformats.org/presentationml/2006/main">
  <p:tag name="MIO_GUID" val="a2137df9-8511-4607-b98d-2f357e2c2833"/>
  <p:tag name="MIO_EKGUID" val="dbdbd017-b0ab-4a17-a69d-6370409b3790"/>
  <p:tag name="MIO_UPDATE" val="True"/>
  <p:tag name="MIO_VERSION" val="02.03.2020 12:29:06"/>
  <p:tag name="MIO_DBID" val="12b0c59e-2253-4124-a5e9-470adf4cb168"/>
  <p:tag name="MIO_LASTDOWNLOADED" val="02.03.2020 13:02:58"/>
  <p:tag name="MIO_OBJECTNAME" val="Why Use WPF in PowerShell"/>
  <p:tag name="MIO_LASTEDITORNAME" val="Devid Treuling"/>
</p:tagLst>
</file>

<file path=ppt/tags/tag12.xml><?xml version="1.0" encoding="utf-8"?>
<p:tagLst xmlns:a="http://schemas.openxmlformats.org/drawingml/2006/main" xmlns:r="http://schemas.openxmlformats.org/officeDocument/2006/relationships" xmlns:p="http://schemas.openxmlformats.org/presentationml/2006/main">
  <p:tag name="MIO_GUID" val="a2137df9-8511-4607-b98d-2f357e2c2833"/>
  <p:tag name="MIO_EKGUID" val="dbdbd017-b0ab-4a17-a69d-6370409b3790"/>
  <p:tag name="MIO_UPDATE" val="True"/>
  <p:tag name="MIO_VERSION" val="02.03.2020 12:29:06"/>
  <p:tag name="MIO_DBID" val="12b0c59e-2253-4124-a5e9-470adf4cb168"/>
  <p:tag name="MIO_LASTDOWNLOADED" val="02.03.2020 13:02:58"/>
  <p:tag name="MIO_OBJECTNAME" val="Why Use WPF in PowerShell"/>
  <p:tag name="MIO_LASTEDITORNAME" val="Devid Treuling"/>
</p:tagLst>
</file>

<file path=ppt/tags/tag13.xml><?xml version="1.0" encoding="utf-8"?>
<p:tagLst xmlns:a="http://schemas.openxmlformats.org/drawingml/2006/main" xmlns:r="http://schemas.openxmlformats.org/officeDocument/2006/relationships" xmlns:p="http://schemas.openxmlformats.org/presentationml/2006/main">
  <p:tag name="MIO_GUID" val="a2137df9-8511-4607-b98d-2f357e2c2833"/>
  <p:tag name="MIO_EKGUID" val="dbdbd017-b0ab-4a17-a69d-6370409b3790"/>
  <p:tag name="MIO_UPDATE" val="True"/>
  <p:tag name="MIO_VERSION" val="02.03.2020 12:29:06"/>
  <p:tag name="MIO_DBID" val="12b0c59e-2253-4124-a5e9-470adf4cb168"/>
  <p:tag name="MIO_LASTDOWNLOADED" val="02.03.2020 13:02:58"/>
  <p:tag name="MIO_OBJECTNAME" val="Why Use WPF in PowerShell"/>
  <p:tag name="MIO_LASTEDITORNAME" val="Devid Treuling"/>
</p:tagLst>
</file>

<file path=ppt/tags/tag14.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9b059f27-637c-4f1d-8351-2096a288053b"/>
  <p:tag name="MIO_UPDATE" val="True"/>
  <p:tag name="MIO_VERSION" val="02.03.2020 12:29:07"/>
  <p:tag name="MIO_DBID" val="12b0c59e-2253-4124-a5e9-470adf4cb168"/>
  <p:tag name="MIO_LASTDOWNLOADED" val="02.03.2020 13:03:00"/>
  <p:tag name="MIO_OBJECTNAME" val="Demonstration"/>
  <p:tag name="MIO_LASTEDITORNAME" val="Devid Treuling"/>
</p:tagLst>
</file>

<file path=ppt/tags/tag15.xml><?xml version="1.0" encoding="utf-8"?>
<p:tagLst xmlns:a="http://schemas.openxmlformats.org/drawingml/2006/main" xmlns:r="http://schemas.openxmlformats.org/officeDocument/2006/relationships" xmlns:p="http://schemas.openxmlformats.org/presentationml/2006/main">
  <p:tag name="MIO_EKGUID" val="e57b3715-f015-4c7d-9eec-962d302a9633"/>
  <p:tag name="MIO_GUID" val="93a76f6a-6876-4b0f-b7ce-00ce9a700cc6"/>
  <p:tag name="MIO_UPDATE" val="True"/>
  <p:tag name="MIO_VERSION" val="20.09.2019 20:13:13"/>
  <p:tag name="MIO_DBID" val="12B0C59E-2253-4124-A5E9-470ADF4CB168"/>
  <p:tag name="MIO_LASTDOWNLOADED" val="13.12.2019 11:59:17"/>
  <p:tag name="MIO_OBJECTNAME" val="Demo 01"/>
  <p:tag name="MIO_LASTEDITORNAME" val="Devid Treuling"/>
</p:tagLst>
</file>

<file path=ppt/tags/tag16.xml><?xml version="1.0" encoding="utf-8"?>
<p:tagLst xmlns:a="http://schemas.openxmlformats.org/drawingml/2006/main" xmlns:r="http://schemas.openxmlformats.org/officeDocument/2006/relationships" xmlns:p="http://schemas.openxmlformats.org/presentationml/2006/main">
  <p:tag name="MIO_GUID" val="2511a6a9-4954-44f4-be03-19f2eddb6901"/>
  <p:tag name="MIO_EKGUID" val="d0dab234-d292-41d4-b1a7-452575d58bb9"/>
  <p:tag name="MIO_UPDATE" val="True"/>
  <p:tag name="MIO_VERSION" val="02.03.2020 12:29:07"/>
  <p:tag name="MIO_DBID" val="12b0c59e-2253-4124-a5e9-470adf4cb168"/>
  <p:tag name="MIO_LASTDOWNLOADED" val="02.03.2020 13:02:58"/>
  <p:tag name="MIO_OBJECTNAME" val="Tools to create XAML code (continued)"/>
  <p:tag name="MIO_LASTEDITORNAME" val="Devid Treuling"/>
</p:tagLst>
</file>

<file path=ppt/tags/tag17.xml><?xml version="1.0" encoding="utf-8"?>
<p:tagLst xmlns:a="http://schemas.openxmlformats.org/drawingml/2006/main" xmlns:r="http://schemas.openxmlformats.org/officeDocument/2006/relationships" xmlns:p="http://schemas.openxmlformats.org/presentationml/2006/main">
  <p:tag name="MIO_GUID" val="a3d81908-17ac-42dd-a727-29e7bb0e5e91"/>
  <p:tag name="MIO_EKGUID" val="5e5a1974-48ee-4231-9874-9621f9270f5a"/>
  <p:tag name="MIO_UPDATE" val="True"/>
  <p:tag name="MIO_VERSION" val="02.03.2020 12:29:07"/>
  <p:tag name="MIO_DBID" val="12b0c59e-2253-4124-a5e9-470adf4cb168"/>
  <p:tag name="MIO_LASTDOWNLOADED" val="02.03.2020 13:02:58"/>
  <p:tag name="MIO_OBJECTNAME" val="Tools to create XAML code"/>
  <p:tag name="MIO_LASTEDITORNAME" val="Devid Treuling"/>
</p:tagLst>
</file>

<file path=ppt/tags/tag18.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2a9c79c3-865a-4fe6-a39a-0d7cecaff007"/>
  <p:tag name="MIO_UPDATE" val="True"/>
  <p:tag name="MIO_VERSION" val="02.03.2020 12:29:07"/>
  <p:tag name="MIO_DBID" val="12b0c59e-2253-4124-a5e9-470adf4cb168"/>
  <p:tag name="MIO_LASTDOWNLOADED" val="02.03.2020 13:02:59"/>
  <p:tag name="MIO_OBJECTNAME" val="Questions?"/>
  <p:tag name="MIO_LASTEDITORNAME" val="Devid Treuling"/>
</p:tagLst>
</file>

<file path=ppt/tags/tag19.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20.xml><?xml version="1.0" encoding="utf-8"?>
<p:tagLst xmlns:a="http://schemas.openxmlformats.org/drawingml/2006/main" xmlns:r="http://schemas.openxmlformats.org/officeDocument/2006/relationships" xmlns:p="http://schemas.openxmlformats.org/presentationml/2006/main">
  <p:tag name="MIO_GUID" val="e0cab70d-1926-4fdf-a571-97f04d3069bc"/>
  <p:tag name="MIO_EKGUID" val="8bd1b018-fd3c-4a24-a2ca-b9fc63bccca6"/>
  <p:tag name="MIO_UPDATE" val="True"/>
  <p:tag name="MIO_VERSION" val="02.03.2020 12:29:07"/>
  <p:tag name="MIO_DBID" val="12b0c59e-2253-4124-a5e9-470adf4cb168"/>
  <p:tag name="MIO_LASTDOWNLOADED" val="02.03.2020 13:02:59"/>
  <p:tag name="MIO_OBJECTNAME" val="Introduction to Visual Studio"/>
  <p:tag name="MIO_LASTEDITORNAME" val="Devid Treuling"/>
</p:tagLst>
</file>

<file path=ppt/tags/tag21.xml><?xml version="1.0" encoding="utf-8"?>
<p:tagLst xmlns:a="http://schemas.openxmlformats.org/drawingml/2006/main" xmlns:r="http://schemas.openxmlformats.org/officeDocument/2006/relationships" xmlns:p="http://schemas.openxmlformats.org/presentationml/2006/main">
  <p:tag name="MIO_GUID" val="f9e65055-7f71-4b40-83f2-93bfdf05ce52"/>
  <p:tag name="MIO_EKGUID" val="512c93b8-ec85-4132-914a-db36c5dbd63c"/>
  <p:tag name="MIO_UPDATE" val="True"/>
  <p:tag name="MIO_VERSION" val="02.03.2020 12:29:07"/>
  <p:tag name="MIO_DBID" val="12b0c59e-2253-4124-a5e9-470adf4cb168"/>
  <p:tag name="MIO_LASTDOWNLOADED" val="02.03.2020 13:02:59"/>
  <p:tag name="MIO_OBJECTNAME" val="Why Use Visual Studio for XAML?"/>
  <p:tag name="MIO_LASTEDITORNAME" val="Devid Treuling"/>
</p:tagLst>
</file>

<file path=ppt/tags/tag22.xml><?xml version="1.0" encoding="utf-8"?>
<p:tagLst xmlns:a="http://schemas.openxmlformats.org/drawingml/2006/main" xmlns:r="http://schemas.openxmlformats.org/officeDocument/2006/relationships" xmlns:p="http://schemas.openxmlformats.org/presentationml/2006/main">
  <p:tag name="MIO_GUID" val="9e86dc29-d7fd-4b7b-a737-9cad1ee8be1e"/>
  <p:tag name="MIO_EKGUID" val="f14b4573-794d-4a11-80f7-fe82e1d3a81a"/>
  <p:tag name="MIO_UPDATE" val="True"/>
  <p:tag name="MIO_VERSION" val="02.03.2020 12:29:07"/>
  <p:tag name="MIO_DBID" val="12b0c59e-2253-4124-a5e9-470adf4cb168"/>
  <p:tag name="MIO_LASTDOWNLOADED" val="02.03.2020 13:02:59"/>
  <p:tag name="MIO_OBJECTNAME" val="Visual Studio Editions"/>
  <p:tag name="MIO_LASTEDITORNAME" val="Devid Treuling"/>
</p:tagLst>
</file>

<file path=ppt/tags/tag23.xml><?xml version="1.0" encoding="utf-8"?>
<p:tagLst xmlns:a="http://schemas.openxmlformats.org/drawingml/2006/main" xmlns:r="http://schemas.openxmlformats.org/officeDocument/2006/relationships" xmlns:p="http://schemas.openxmlformats.org/presentationml/2006/main">
  <p:tag name="MIO_GUID" val="1452e984-412c-48af-9f42-c20bc5c9384d"/>
  <p:tag name="MIO_EKGUID" val="92f648fa-55ff-40c6-b333-4049a60196b0"/>
  <p:tag name="MIO_UPDATE" val="True"/>
  <p:tag name="MIO_VERSION" val="02.03.2020 12:29:07"/>
  <p:tag name="MIO_DBID" val="12b0c59e-2253-4124-a5e9-470adf4cb168"/>
  <p:tag name="MIO_LASTDOWNLOADED" val="02.03.2020 13:02:59"/>
  <p:tag name="MIO_OBJECTNAME" val="Visual Studio Versions"/>
  <p:tag name="MIO_LASTEDITORNAME" val="Devid Treuling"/>
</p:tagLst>
</file>

<file path=ppt/tags/tag24.xml><?xml version="1.0" encoding="utf-8"?>
<p:tagLst xmlns:a="http://schemas.openxmlformats.org/drawingml/2006/main" xmlns:r="http://schemas.openxmlformats.org/officeDocument/2006/relationships" xmlns:p="http://schemas.openxmlformats.org/presentationml/2006/main">
  <p:tag name="MIO_GUID" val="08bde4e5-1ee5-4704-844b-1faff87507b3"/>
  <p:tag name="MIO_EKGUID" val="9e3a96c9-4d9f-4361-b07a-77b646dffb2b"/>
  <p:tag name="MIO_UPDATE" val="True"/>
  <p:tag name="MIO_VERSION" val="02.03.2020 12:29:07"/>
  <p:tag name="MIO_DBID" val="12b0c59e-2253-4124-a5e9-470adf4cb168"/>
  <p:tag name="MIO_LASTDOWNLOADED" val="02.03.2020 13:02:59"/>
  <p:tag name="MIO_OBJECTNAME" val="VS Installation for XAML Requirements"/>
  <p:tag name="MIO_LASTEDITORNAME" val="Devid Treuling"/>
</p:tagLst>
</file>

<file path=ppt/tags/tag25.xml><?xml version="1.0" encoding="utf-8"?>
<p:tagLst xmlns:a="http://schemas.openxmlformats.org/drawingml/2006/main" xmlns:r="http://schemas.openxmlformats.org/officeDocument/2006/relationships" xmlns:p="http://schemas.openxmlformats.org/presentationml/2006/main">
  <p:tag name="MIO_GUID" val="3cb2d54a-dc2a-4c99-9d7e-69e837c69cad"/>
  <p:tag name="MIO_EKGUID" val="9b2f6f4f-d5c4-49be-a6b2-4ad57c94d192"/>
  <p:tag name="MIO_UPDATE" val="True"/>
  <p:tag name="MIO_VERSION" val="02.03.2020 12:29:07"/>
  <p:tag name="MIO_DBID" val="12b0c59e-2253-4124-a5e9-470adf4cb168"/>
  <p:tag name="MIO_LASTDOWNLOADED" val="02.03.2020 13:02:59"/>
  <p:tag name="MIO_OBJECTNAME" val="Creating a XAML project"/>
  <p:tag name="MIO_LASTEDITORNAME" val="Devid Treuling"/>
</p:tagLst>
</file>

<file path=ppt/tags/tag26.xml><?xml version="1.0" encoding="utf-8"?>
<p:tagLst xmlns:a="http://schemas.openxmlformats.org/drawingml/2006/main" xmlns:r="http://schemas.openxmlformats.org/officeDocument/2006/relationships" xmlns:p="http://schemas.openxmlformats.org/presentationml/2006/main">
  <p:tag name="MIO_GUID" val="0e22c353-13ae-4d4a-98f5-40b0f3b1d811"/>
  <p:tag name="MIO_EKGUID" val="1d16d6b3-41cb-4543-a74c-7ff9a5d17837"/>
  <p:tag name="MIO_UPDATE" val="True"/>
  <p:tag name="MIO_VERSION" val="02.03.2020 12:29:07"/>
  <p:tag name="MIO_DBID" val="12b0c59e-2253-4124-a5e9-470adf4cb168"/>
  <p:tag name="MIO_LASTDOWNLOADED" val="02.03.2020 13:02:59"/>
  <p:tag name="MIO_OBJECTNAME" val="Visual Studio Layout"/>
  <p:tag name="MIO_LASTEDITORNAME" val="Devid Treuling"/>
</p:tagLst>
</file>

<file path=ppt/tags/tag27.xml><?xml version="1.0" encoding="utf-8"?>
<p:tagLst xmlns:a="http://schemas.openxmlformats.org/drawingml/2006/main" xmlns:r="http://schemas.openxmlformats.org/officeDocument/2006/relationships" xmlns:p="http://schemas.openxmlformats.org/presentationml/2006/main">
  <p:tag name="MIO_GUID" val="73ffa27a-6905-43d5-9c3b-236b33ab5c28"/>
  <p:tag name="MIO_EKGUID" val="e78c395f-1235-4288-b35c-cf7c570c037e"/>
  <p:tag name="MIO_UPDATE" val="True"/>
  <p:tag name="MIO_VERSION" val="02.03.2020 12:29:07"/>
  <p:tag name="MIO_DBID" val="12b0c59e-2253-4124-a5e9-470adf4cb168"/>
  <p:tag name="MIO_LASTDOWNLOADED" val="02.03.2020 13:02:59"/>
  <p:tag name="MIO_OBJECTNAME" val="Visual Studio Layout  (continued)"/>
  <p:tag name="MIO_LASTEDITORNAME" val="Devid Treuling"/>
</p:tagLst>
</file>

<file path=ppt/tags/tag28.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9b059f27-637c-4f1d-8351-2096a288053b"/>
  <p:tag name="MIO_UPDATE" val="True"/>
  <p:tag name="MIO_VERSION" val="02.03.2020 12:29:07"/>
  <p:tag name="MIO_DBID" val="12b0c59e-2253-4124-a5e9-470adf4cb168"/>
  <p:tag name="MIO_LASTDOWNLOADED" val="02.03.2020 13:03:00"/>
  <p:tag name="MIO_OBJECTNAME" val="Demonstration"/>
  <p:tag name="MIO_LASTEDITORNAME" val="Devid Treuling"/>
</p:tagLst>
</file>

<file path=ppt/tags/tag29.xml><?xml version="1.0" encoding="utf-8"?>
<p:tagLst xmlns:a="http://schemas.openxmlformats.org/drawingml/2006/main" xmlns:r="http://schemas.openxmlformats.org/officeDocument/2006/relationships" xmlns:p="http://schemas.openxmlformats.org/presentationml/2006/main">
  <p:tag name="MIO_EKGUID" val="e57b3715-f015-4c7d-9eec-962d302a9633"/>
  <p:tag name="MIO_GUID" val="93a76f6a-6876-4b0f-b7ce-00ce9a700cc6"/>
  <p:tag name="MIO_UPDATE" val="True"/>
  <p:tag name="MIO_VERSION" val="20.09.2019 20:13:13"/>
  <p:tag name="MIO_DBID" val="12B0C59E-2253-4124-A5E9-470ADF4CB168"/>
  <p:tag name="MIO_LASTDOWNLOADED" val="13.12.2019 11:59:17"/>
  <p:tag name="MIO_OBJECTNAME" val="Demo 01"/>
  <p:tag name="MIO_LASTEDITORNAME" val="Devid Treuling"/>
</p:tagLst>
</file>

<file path=ppt/tags/tag30.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03718b0a-1246-4492-8f03-c78394e90427"/>
  <p:tag name="MIO_UPDATE" val="True"/>
  <p:tag name="MIO_VERSION" val="02.03.2020 12:29:08"/>
  <p:tag name="MIO_DBID" val="12b0c59e-2253-4124-a5e9-470adf4cb168"/>
  <p:tag name="MIO_LASTDOWNLOADED" val="02.03.2020 13:03:00"/>
  <p:tag name="MIO_OBJECTNAME" val="Questions? (2)"/>
  <p:tag name="MIO_LASTEDITORNAME" val="Devid Treuling"/>
</p:tagLst>
</file>

<file path=ppt/tags/tag31.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32.xml><?xml version="1.0" encoding="utf-8"?>
<p:tagLst xmlns:a="http://schemas.openxmlformats.org/drawingml/2006/main" xmlns:r="http://schemas.openxmlformats.org/officeDocument/2006/relationships" xmlns:p="http://schemas.openxmlformats.org/presentationml/2006/main">
  <p:tag name="MIO_GUID" val="9b7aae20-6851-4534-bcd6-190955ff0678"/>
  <p:tag name="MIO_EKGUID" val="366e31fb-21cb-46cf-9adb-d95c6e2f701e"/>
  <p:tag name="MIO_UPDATE" val="True"/>
  <p:tag name="MIO_VERSION" val="02.03.2020 12:29:08"/>
  <p:tag name="MIO_DBID" val="12b0c59e-2253-4124-a5e9-470adf4cb168"/>
  <p:tag name="MIO_LASTDOWNLOADED" val="02.03.2020 13:03:00"/>
  <p:tag name="MIO_OBJECTNAME" val="Graphical User Interface Design"/>
  <p:tag name="MIO_LASTEDITORNAME" val="Devid Treuling"/>
</p:tagLst>
</file>

<file path=ppt/tags/tag33.xml><?xml version="1.0" encoding="utf-8"?>
<p:tagLst xmlns:a="http://schemas.openxmlformats.org/drawingml/2006/main" xmlns:r="http://schemas.openxmlformats.org/officeDocument/2006/relationships" xmlns:p="http://schemas.openxmlformats.org/presentationml/2006/main">
  <p:tag name="MIO_GUID" val="6ed700c0-949b-4693-b580-47adfdad5a92"/>
  <p:tag name="MIO_EKGUID" val="c935979b-7a55-4fd7-80cf-d3196c110696"/>
  <p:tag name="MIO_UPDATE" val="True"/>
  <p:tag name="MIO_VERSION" val="02.03.2020 12:29:08"/>
  <p:tag name="MIO_DBID" val="12b0c59e-2253-4124-a5e9-470adf4cb168"/>
  <p:tag name="MIO_LASTDOWNLOADED" val="02.03.2020 13:03:00"/>
  <p:tag name="MIO_OBJECTNAME" val="WPF GUI design"/>
  <p:tag name="MIO_LASTEDITORNAME" val="Devid Treuling"/>
</p:tagLst>
</file>

<file path=ppt/tags/tag34.xml><?xml version="1.0" encoding="utf-8"?>
<p:tagLst xmlns:a="http://schemas.openxmlformats.org/drawingml/2006/main" xmlns:r="http://schemas.openxmlformats.org/officeDocument/2006/relationships" xmlns:p="http://schemas.openxmlformats.org/presentationml/2006/main">
  <p:tag name="MIO_GUID" val="886ef388-c8e8-48d9-968f-1973629f2b26"/>
  <p:tag name="MIO_EKGUID" val="98d992cb-4f65-4807-9361-5133689527fd"/>
  <p:tag name="MIO_UPDATE" val="True"/>
  <p:tag name="MIO_VERSION" val="02.03.2020 12:29:08"/>
  <p:tag name="MIO_DBID" val="12b0c59e-2253-4124-a5e9-470adf4cb168"/>
  <p:tag name="MIO_LASTDOWNLOADED" val="02.03.2020 13:03:00"/>
  <p:tag name="MIO_OBJECTNAME" val="XAML Controls"/>
  <p:tag name="MIO_LASTEDITORNAME" val="Devid Treuling"/>
</p:tagLst>
</file>

<file path=ppt/tags/tag35.xml><?xml version="1.0" encoding="utf-8"?>
<p:tagLst xmlns:a="http://schemas.openxmlformats.org/drawingml/2006/main" xmlns:r="http://schemas.openxmlformats.org/officeDocument/2006/relationships" xmlns:p="http://schemas.openxmlformats.org/presentationml/2006/main">
  <p:tag name="MIO_GUID" val="aa04ec43-c604-4a73-b2eb-0ef0ee77f79c"/>
  <p:tag name="MIO_EKGUID" val="dafb3762-f513-4e69-bb0e-4687d6422df8"/>
  <p:tag name="MIO_UPDATE" val="True"/>
  <p:tag name="MIO_VERSION" val="02.03.2020 12:29:08"/>
  <p:tag name="MIO_DBID" val="12b0c59e-2253-4124-a5e9-470adf4cb168"/>
  <p:tag name="MIO_LASTDOWNLOADED" val="02.03.2020 13:03:00"/>
  <p:tag name="MIO_OBJECTNAME" val="Basic GUI controls"/>
  <p:tag name="MIO_LASTEDITORNAME" val="Devid Treuling"/>
</p:tagLst>
</file>

<file path=ppt/tags/tag36.xml><?xml version="1.0" encoding="utf-8"?>
<p:tagLst xmlns:a="http://schemas.openxmlformats.org/drawingml/2006/main" xmlns:r="http://schemas.openxmlformats.org/officeDocument/2006/relationships" xmlns:p="http://schemas.openxmlformats.org/presentationml/2006/main">
  <p:tag name="MIO_GUID" val="aa04ec43-c604-4a73-b2eb-0ef0ee77f79c"/>
  <p:tag name="MIO_EKGUID" val="72fb7f1d-476c-4238-a9ee-e895da901694"/>
  <p:tag name="MIO_UPDATE" val="True"/>
  <p:tag name="MIO_VERSION" val="02.03.2020 12:29:09"/>
  <p:tag name="MIO_DBID" val="12b0c59e-2253-4124-a5e9-470adf4cb168"/>
  <p:tag name="MIO_LASTDOWNLOADED" val="02.03.2020 13:03:01"/>
  <p:tag name="MIO_OBJECTNAME" val="Advanced / Grouping GUI controls"/>
  <p:tag name="MIO_LASTEDITORNAME" val="Devid Treuling"/>
</p:tagLst>
</file>

<file path=ppt/tags/tag37.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2962b241-d80f-47d4-a6ad-fcba43fc0096"/>
  <p:tag name="MIO_UPDATE" val="True"/>
  <p:tag name="MIO_VERSION" val="02.03.2020 12:29:09"/>
  <p:tag name="MIO_DBID" val="12b0c59e-2253-4124-a5e9-470adf4cb168"/>
  <p:tag name="MIO_LASTDOWNLOADED" val="02.03.2020 13:03:01"/>
  <p:tag name="MIO_OBJECTNAME" val="Demonstration (4)"/>
  <p:tag name="MIO_LASTEDITORNAME" val="Devid Treuling"/>
</p:tagLst>
</file>

<file path=ppt/tags/tag38.xml><?xml version="1.0" encoding="utf-8"?>
<p:tagLst xmlns:a="http://schemas.openxmlformats.org/drawingml/2006/main" xmlns:r="http://schemas.openxmlformats.org/officeDocument/2006/relationships" xmlns:p="http://schemas.openxmlformats.org/presentationml/2006/main">
  <p:tag name="MIO_EKGUID" val="e57b3715-f015-4c7d-9eec-962d302a9633"/>
  <p:tag name="MIO_GUID" val="b9d59480-4237-4381-ad6f-855bd6aca0d6"/>
  <p:tag name="MIO_UPDATE" val="True"/>
  <p:tag name="MIO_VERSION" val="20.09.2019 20:13:13"/>
  <p:tag name="MIO_DBID" val="12B0C59E-2253-4124-A5E9-470ADF4CB168"/>
  <p:tag name="MIO_LASTDOWNLOADED" val="13.12.2019 12:00:15"/>
  <p:tag name="MIO_OBJECTNAME" val="Demo 01"/>
  <p:tag name="MIO_LASTEDITORNAME" val="Devid Treuling"/>
</p:tagLst>
</file>

<file path=ppt/tags/tag39.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ca9e1933-4c89-4b30-a47d-944eb8838495"/>
  <p:tag name="MIO_UPDATE" val="True"/>
  <p:tag name="MIO_VERSION" val="02.03.2020 12:29:09"/>
  <p:tag name="MIO_DBID" val="12b0c59e-2253-4124-a5e9-470adf4cb168"/>
  <p:tag name="MIO_LASTDOWNLOADED" val="02.03.2020 13:03:01"/>
  <p:tag name="MIO_OBJECTNAME" val="Questions? (3)"/>
  <p:tag name="MIO_LASTEDITORNAME" val="Devid Treuling"/>
</p:tagLst>
</file>

<file path=ppt/tags/tag40.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41.xml><?xml version="1.0" encoding="utf-8"?>
<p:tagLst xmlns:a="http://schemas.openxmlformats.org/drawingml/2006/main" xmlns:r="http://schemas.openxmlformats.org/officeDocument/2006/relationships" xmlns:p="http://schemas.openxmlformats.org/presentationml/2006/main">
  <p:tag name="MIO_GUID" val="05e2e4eb-3636-45bf-83af-2559bc340d6e"/>
  <p:tag name="MIO_EKGUID" val="a95869ad-18d4-4865-9d19-b5ace552de2d"/>
  <p:tag name="MIO_UPDATE" val="True"/>
  <p:tag name="MIO_VERSION" val="02.03.2020 12:29:09"/>
  <p:tag name="MIO_DBID" val="12b0c59e-2253-4124-a5e9-470adf4cb168"/>
  <p:tag name="MIO_LASTDOWNLOADED" val="02.03.2020 13:03:01"/>
  <p:tag name="MIO_OBJECTNAME" val="Your first GUI"/>
  <p:tag name="MIO_LASTEDITORNAME" val="Devid Treuling"/>
</p:tagLst>
</file>

<file path=ppt/tags/tag42.xml><?xml version="1.0" encoding="utf-8"?>
<p:tagLst xmlns:a="http://schemas.openxmlformats.org/drawingml/2006/main" xmlns:r="http://schemas.openxmlformats.org/officeDocument/2006/relationships" xmlns:p="http://schemas.openxmlformats.org/presentationml/2006/main">
  <p:tag name="MIO_GUID" val="69e6b5ff-290f-4cda-b6b1-10505bbdd8d7"/>
  <p:tag name="MIO_EKGUID" val="9272985f-3a45-48b5-bbb1-8a6b0643b56f"/>
  <p:tag name="MIO_UPDATE" val="True"/>
  <p:tag name="MIO_VERSION" val="02.03.2020 12:29:09"/>
  <p:tag name="MIO_DBID" val="12b0c59e-2253-4124-a5e9-470adf4cb168"/>
  <p:tag name="MIO_LASTDOWNLOADED" val="02.03.2020 13:03:01"/>
  <p:tag name="MIO_OBJECTNAME" val="WPF / XAML GUI Workflow"/>
  <p:tag name="MIO_LASTEDITORNAME" val="Devid Treuling"/>
</p:tagLst>
</file>

<file path=ppt/tags/tag43.xml><?xml version="1.0" encoding="utf-8"?>
<p:tagLst xmlns:a="http://schemas.openxmlformats.org/drawingml/2006/main" xmlns:r="http://schemas.openxmlformats.org/officeDocument/2006/relationships" xmlns:p="http://schemas.openxmlformats.org/presentationml/2006/main">
  <p:tag name="MIO_GUID" val="e034c1ea-52a5-444f-a74c-43fe7d77260c"/>
  <p:tag name="MIO_EKGUID" val="9a82c4e7-8a09-4033-bd15-c764bd5400d6"/>
  <p:tag name="MIO_UPDATE" val="True"/>
  <p:tag name="MIO_VERSION" val="02.03.2020 12:29:10"/>
  <p:tag name="MIO_DBID" val="12b0c59e-2253-4124-a5e9-470adf4cb168"/>
  <p:tag name="MIO_LASTDOWNLOADED" val="02.03.2020 13:03:01"/>
  <p:tag name="MIO_OBJECTNAME" val="XAML GUI for PowerShell"/>
  <p:tag name="MIO_LASTEDITORNAME" val="Devid Treuling"/>
</p:tagLst>
</file>

<file path=ppt/tags/tag44.xml><?xml version="1.0" encoding="utf-8"?>
<p:tagLst xmlns:a="http://schemas.openxmlformats.org/drawingml/2006/main" xmlns:r="http://schemas.openxmlformats.org/officeDocument/2006/relationships" xmlns:p="http://schemas.openxmlformats.org/presentationml/2006/main">
  <p:tag name="MIO_GUID" val="b9394d3d-ed46-4b52-ac98-fb055487c471"/>
  <p:tag name="MIO_EKGUID" val="be5e549b-8ebc-4afe-b6bf-dcde06fe8418"/>
  <p:tag name="MIO_UPDATE" val="True"/>
  <p:tag name="MIO_VERSION" val="02.03.2020 12:29:10"/>
  <p:tag name="MIO_DBID" val="12b0c59e-2253-4124-a5e9-470adf4cb168"/>
  <p:tag name="MIO_LASTDOWNLOADED" val="02.03.2020 13:03:01"/>
  <p:tag name="MIO_OBJECTNAME" val="My First GUI - Sample"/>
  <p:tag name="MIO_LASTEDITORNAME" val="Devid Treuling"/>
</p:tagLst>
</file>

<file path=ppt/tags/tag45.xml><?xml version="1.0" encoding="utf-8"?>
<p:tagLst xmlns:a="http://schemas.openxmlformats.org/drawingml/2006/main" xmlns:r="http://schemas.openxmlformats.org/officeDocument/2006/relationships" xmlns:p="http://schemas.openxmlformats.org/presentationml/2006/main">
  <p:tag name="MIO_GUID" val="63753b48-e8f7-4eb7-bdc6-89c778b1065e"/>
  <p:tag name="MIO_EKGUID" val="bf6e8ceb-a487-4f7d-8df8-ba7de94afc38"/>
  <p:tag name="MIO_UPDATE" val="True"/>
  <p:tag name="MIO_VERSION" val="02.03.2020 12:29:10"/>
  <p:tag name="MIO_DBID" val="12b0c59e-2253-4124-a5e9-470adf4cb168"/>
  <p:tag name="MIO_LASTDOWNLOADED" val="02.03.2020 13:03:01"/>
  <p:tag name="MIO_OBJECTNAME" val="Preparing the XAML Code for PowerShell"/>
  <p:tag name="MIO_LASTEDITORNAME" val="Devid Treuling"/>
</p:tagLst>
</file>

<file path=ppt/tags/tag46.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6.12.2019 11:08:48"/>
  <p:tag name="MIO_OBJECTNAME" val="Code Box"/>
  <p:tag name="MIO_LASTEDITORNAME" val="Devid Treuling"/>
</p:tagLst>
</file>

<file path=ppt/tags/tag47.xml><?xml version="1.0" encoding="utf-8"?>
<p:tagLst xmlns:a="http://schemas.openxmlformats.org/drawingml/2006/main" xmlns:r="http://schemas.openxmlformats.org/officeDocument/2006/relationships" xmlns:p="http://schemas.openxmlformats.org/presentationml/2006/main">
  <p:tag name="MIO_GUID" val="25b37a22-ecbf-4612-9564-469362e62bce"/>
  <p:tag name="MIO_EKGUID" val="bac8a108-0a13-42b3-8943-df1fa6bd4df4"/>
  <p:tag name="MIO_UPDATE" val="True"/>
  <p:tag name="MIO_VERSION" val="02.03.2020 12:29:10"/>
  <p:tag name="MIO_DBID" val="12b0c59e-2253-4124-a5e9-470adf4cb168"/>
  <p:tag name="MIO_LASTDOWNLOADED" val="02.03.2020 13:03:01"/>
  <p:tag name="MIO_OBJECTNAME" val="Converting GUI Form to Hash Table"/>
  <p:tag name="MIO_LASTEDITORNAME" val="Devid Treuling"/>
</p:tagLst>
</file>

<file path=ppt/tags/tag48.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6.12.2019 11:08:48"/>
  <p:tag name="MIO_OBJECTNAME" val="Code Box"/>
  <p:tag name="MIO_LASTEDITORNAME" val="Devid Treuling"/>
</p:tagLst>
</file>

<file path=ppt/tags/tag49.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2962b241-d80f-47d4-a6ad-fcba43fc0096"/>
  <p:tag name="MIO_UPDATE" val="True"/>
  <p:tag name="MIO_VERSION" val="02.03.2020 12:29:09"/>
  <p:tag name="MIO_DBID" val="12b0c59e-2253-4124-a5e9-470adf4cb168"/>
  <p:tag name="MIO_LASTDOWNLOADED" val="02.03.2020 13:03:01"/>
  <p:tag name="MIO_OBJECTNAME" val="Demonstration (4)"/>
  <p:tag name="MIO_LASTEDITORNAME" val="Devid Treuling"/>
</p:tagLst>
</file>

<file path=ppt/tags/tag50.xml><?xml version="1.0" encoding="utf-8"?>
<p:tagLst xmlns:a="http://schemas.openxmlformats.org/drawingml/2006/main" xmlns:r="http://schemas.openxmlformats.org/officeDocument/2006/relationships" xmlns:p="http://schemas.openxmlformats.org/presentationml/2006/main">
  <p:tag name="MIO_EKGUID" val="e57b3715-f015-4c7d-9eec-962d302a9633"/>
  <p:tag name="MIO_GUID" val="b9d59480-4237-4381-ad6f-855bd6aca0d6"/>
  <p:tag name="MIO_UPDATE" val="True"/>
  <p:tag name="MIO_VERSION" val="20.09.2019 20:13:13"/>
  <p:tag name="MIO_DBID" val="12B0C59E-2253-4124-A5E9-470ADF4CB168"/>
  <p:tag name="MIO_LASTDOWNLOADED" val="13.12.2019 12:00:15"/>
  <p:tag name="MIO_OBJECTNAME" val="Demo 01"/>
  <p:tag name="MIO_LASTEDITORNAME" val="Devid Treuling"/>
</p:tagLst>
</file>

<file path=ppt/tags/tag51.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925c0341-72f2-4a79-85e3-ba971e87ac16"/>
  <p:tag name="MIO_UPDATE" val="True"/>
  <p:tag name="MIO_VERSION" val="02.03.2020 12:29:10"/>
  <p:tag name="MIO_DBID" val="12b0c59e-2253-4124-a5e9-470adf4cb168"/>
  <p:tag name="MIO_LASTDOWNLOADED" val="02.03.2020 13:03:02"/>
  <p:tag name="MIO_OBJECTNAME" val="Questions? (4)"/>
  <p:tag name="MIO_LASTEDITORNAME" val="Devid Treuling"/>
</p:tagLst>
</file>

<file path=ppt/tags/tag52.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53.xml><?xml version="1.0" encoding="utf-8"?>
<p:tagLst xmlns:a="http://schemas.openxmlformats.org/drawingml/2006/main" xmlns:r="http://schemas.openxmlformats.org/officeDocument/2006/relationships" xmlns:p="http://schemas.openxmlformats.org/presentationml/2006/main">
  <p:tag name="MIO_GUID" val="9bb154c4-6ed5-41e6-89ea-2ad66a70eeba"/>
  <p:tag name="MIO_EKGUID" val="2d0967d7-476c-40e1-bb3b-4c919ede3b4a"/>
  <p:tag name="MIO_UPDATE" val="True"/>
  <p:tag name="MIO_VERSION" val="02.03.2020 12:29:11"/>
  <p:tag name="MIO_DBID" val="12b0c59e-2253-4124-a5e9-470adf4cb168"/>
  <p:tag name="MIO_LASTDOWNLOADED" val="02.03.2020 13:03:02"/>
  <p:tag name="MIO_OBJECTNAME" val="Code Behind a Form"/>
  <p:tag name="MIO_LASTEDITORNAME" val="Devid Treuling"/>
</p:tagLst>
</file>

<file path=ppt/tags/tag54.xml><?xml version="1.0" encoding="utf-8"?>
<p:tagLst xmlns:a="http://schemas.openxmlformats.org/drawingml/2006/main" xmlns:r="http://schemas.openxmlformats.org/officeDocument/2006/relationships" xmlns:p="http://schemas.openxmlformats.org/presentationml/2006/main">
  <p:tag name="MIO_GUID" val="04e0259d-79c8-41c6-91b6-f978e1e448c6"/>
  <p:tag name="MIO_EKGUID" val="99cd310a-e841-4aed-af1e-edcafe0f55c7"/>
  <p:tag name="MIO_UPDATE" val="True"/>
  <p:tag name="MIO_VERSION" val="02.03.2020 12:29:11"/>
  <p:tag name="MIO_DBID" val="12b0c59e-2253-4124-a5e9-470adf4cb168"/>
  <p:tag name="MIO_LASTDOWNLOADED" val="02.03.2020 13:03:03"/>
  <p:tag name="MIO_OBJECTNAME" val="PowerShell as an Engine For WPF"/>
  <p:tag name="MIO_LASTEDITORNAME" val="Devid Treuling"/>
</p:tagLst>
</file>

<file path=ppt/tags/tag55.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56.xml><?xml version="1.0" encoding="utf-8"?>
<p:tagLst xmlns:a="http://schemas.openxmlformats.org/drawingml/2006/main" xmlns:r="http://schemas.openxmlformats.org/officeDocument/2006/relationships" xmlns:p="http://schemas.openxmlformats.org/presentationml/2006/main">
  <p:tag name="MIO_GUID" val="67f960c0-5fea-44d4-8b4d-3461579f0b6f"/>
  <p:tag name="MIO_EKGUID" val="c5d9de4a-5f32-4d2d-9d96-c60cd32677dd"/>
  <p:tag name="MIO_UPDATE" val="True"/>
  <p:tag name="MIO_VERSION" val="02.03.2020 12:29:12"/>
  <p:tag name="MIO_DBID" val="12b0c59e-2253-4124-a5e9-470adf4cb168"/>
  <p:tag name="MIO_LASTDOWNLOADED" val="02.03.2020 13:03:03"/>
  <p:tag name="MIO_OBJECTNAME" val="Control Properties"/>
  <p:tag name="MIO_LASTEDITORNAME" val="Devid Treuling"/>
</p:tagLst>
</file>

<file path=ppt/tags/tag57.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6.12.2019 11:27:19"/>
  <p:tag name="MIO_OBJECTNAME" val="Code Box"/>
  <p:tag name="MIO_LASTEDITORNAME" val="Devid Treuling"/>
</p:tagLst>
</file>

<file path=ppt/tags/tag58.xml><?xml version="1.0" encoding="utf-8"?>
<p:tagLst xmlns:a="http://schemas.openxmlformats.org/drawingml/2006/main" xmlns:r="http://schemas.openxmlformats.org/officeDocument/2006/relationships" xmlns:p="http://schemas.openxmlformats.org/presentationml/2006/main">
  <p:tag name="MIO_GUID" val="412669ed-55d6-4297-9dd8-02f40a16eefe"/>
  <p:tag name="MIO_EKGUID" val="505417a3-5e57-4237-abfc-9cb58d79fb6d"/>
  <p:tag name="MIO_UPDATE" val="True"/>
  <p:tag name="MIO_VERSION" val="02.03.2020 12:29:12"/>
  <p:tag name="MIO_DBID" val="12b0c59e-2253-4124-a5e9-470adf4cb168"/>
  <p:tag name="MIO_LASTDOWNLOADED" val="02.03.2020 13:03:03"/>
  <p:tag name="MIO_OBJECTNAME" val="Programming Control Properties"/>
  <p:tag name="MIO_LASTEDITORNAME" val="Devid Treuling"/>
</p:tagLst>
</file>

<file path=ppt/tags/tag59.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6.12.2019 11:27:19"/>
  <p:tag name="MIO_OBJECTNAME" val="Code Box"/>
  <p:tag name="MIO_LASTEDITORNAME" val="Devid Treuling"/>
</p:tagLst>
</file>

<file path=ppt/tags/tag60.xml><?xml version="1.0" encoding="utf-8"?>
<p:tagLst xmlns:a="http://schemas.openxmlformats.org/drawingml/2006/main" xmlns:r="http://schemas.openxmlformats.org/officeDocument/2006/relationships" xmlns:p="http://schemas.openxmlformats.org/presentationml/2006/main">
  <p:tag name="MIO_GUID" val="9062b6b1-9200-4310-9c04-835fa55424bf"/>
  <p:tag name="MIO_EKGUID" val="3554ebb0-c204-4b98-a2fb-d784bc95aa72"/>
  <p:tag name="MIO_UPDATE" val="True"/>
  <p:tag name="MIO_VERSION" val="02.03.2020 12:29:12"/>
  <p:tag name="MIO_DBID" val="12b0c59e-2253-4124-a5e9-470adf4cb168"/>
  <p:tag name="MIO_LASTDOWNLOADED" val="02.03.2020 13:03:03"/>
  <p:tag name="MIO_OBJECTNAME" val="Event Driven Actions"/>
  <p:tag name="MIO_LASTEDITORNAME" val="Devid Treuling"/>
</p:tagLst>
</file>

<file path=ppt/tags/tag61.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6.12.2019 11:27:19"/>
  <p:tag name="MIO_OBJECTNAME" val="Code Box"/>
  <p:tag name="MIO_LASTEDITORNAME" val="Devid Treuling"/>
</p:tagLst>
</file>

<file path=ppt/tags/tag62.xml><?xml version="1.0" encoding="utf-8"?>
<p:tagLst xmlns:a="http://schemas.openxmlformats.org/drawingml/2006/main" xmlns:r="http://schemas.openxmlformats.org/officeDocument/2006/relationships" xmlns:p="http://schemas.openxmlformats.org/presentationml/2006/main">
  <p:tag name="MIO_GUID" val="602a351b-7e38-4baa-8028-af23bc9c3ac8"/>
  <p:tag name="MIO_EKGUID" val="fee64428-b376-4007-8d5b-6fb4299f46ed"/>
  <p:tag name="MIO_UPDATE" val="True"/>
  <p:tag name="MIO_VERSION" val="02.03.2020 12:29:12"/>
  <p:tag name="MIO_DBID" val="12b0c59e-2253-4124-a5e9-470adf4cb168"/>
  <p:tag name="MIO_LASTDOWNLOADED" val="02.03.2020 13:03:03"/>
  <p:tag name="MIO_OBJECTNAME" val="Programming Events"/>
  <p:tag name="MIO_LASTEDITORNAME" val="Devid Treuling"/>
</p:tagLst>
</file>

<file path=ppt/tags/tag63.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6.12.2019 11:27:19"/>
  <p:tag name="MIO_OBJECTNAME" val="Code Box"/>
  <p:tag name="MIO_LASTEDITORNAME" val="Devid Treuling"/>
</p:tagLst>
</file>

<file path=ppt/tags/tag64.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ce242934-87cb-445c-9a2c-1f45ac3f7bd2"/>
  <p:tag name="MIO_UPDATE" val="True"/>
  <p:tag name="MIO_VERSION" val="02.03.2020 12:29:12"/>
  <p:tag name="MIO_DBID" val="12b0c59e-2253-4124-a5e9-470adf4cb168"/>
  <p:tag name="MIO_LASTDOWNLOADED" val="02.03.2020 13:03:03"/>
  <p:tag name="MIO_OBJECTNAME" val="Demonstration (7)"/>
  <p:tag name="MIO_LASTEDITORNAME" val="Devid Treuling"/>
</p:tagLst>
</file>

<file path=ppt/tags/tag65.xml><?xml version="1.0" encoding="utf-8"?>
<p:tagLst xmlns:a="http://schemas.openxmlformats.org/drawingml/2006/main" xmlns:r="http://schemas.openxmlformats.org/officeDocument/2006/relationships" xmlns:p="http://schemas.openxmlformats.org/presentationml/2006/main">
  <p:tag name="MIO_EKGUID" val="e57b3715-f015-4c7d-9eec-962d302a9633"/>
  <p:tag name="MIO_GUID" val="464ac977-0236-4049-8a4c-8c175f098050"/>
  <p:tag name="MIO_UPDATE" val="True"/>
  <p:tag name="MIO_VERSION" val="20.09.2019 20:13:13"/>
  <p:tag name="MIO_DBID" val="12B0C59E-2253-4124-A5E9-470ADF4CB168"/>
  <p:tag name="MIO_LASTDOWNLOADED" val="16.12.2019 11:16:00"/>
  <p:tag name="MIO_OBJECTNAME" val="Demo 01"/>
  <p:tag name="MIO_LASTEDITORNAME" val="Devid Treuling"/>
</p:tagLst>
</file>

<file path=ppt/tags/tag66.xml><?xml version="1.0" encoding="utf-8"?>
<p:tagLst xmlns:a="http://schemas.openxmlformats.org/drawingml/2006/main" xmlns:r="http://schemas.openxmlformats.org/officeDocument/2006/relationships" xmlns:p="http://schemas.openxmlformats.org/presentationml/2006/main">
  <p:tag name="MIO_GUID" val="eaa91e26-b31c-47e7-89ef-83184570f752"/>
  <p:tag name="MIO_EKGUID" val="17f8d8e2-5fab-4912-8dcf-edca46ceac0f"/>
  <p:tag name="MIO_UPDATE" val="True"/>
  <p:tag name="MIO_VERSION" val="02.03.2020 12:29:12"/>
  <p:tag name="MIO_DBID" val="12b0c59e-2253-4124-a5e9-470adf4cb168"/>
  <p:tag name="MIO_LASTDOWNLOADED" val="02.03.2020 13:03:03"/>
  <p:tag name="MIO_OBJECTNAME" val="Data Binding"/>
  <p:tag name="MIO_LASTEDITORNAME" val="Devid Treuling"/>
</p:tagLst>
</file>

<file path=ppt/tags/tag67.xml><?xml version="1.0" encoding="utf-8"?>
<p:tagLst xmlns:a="http://schemas.openxmlformats.org/drawingml/2006/main" xmlns:r="http://schemas.openxmlformats.org/officeDocument/2006/relationships" xmlns:p="http://schemas.openxmlformats.org/presentationml/2006/main">
  <p:tag name="MIO_GUID" val="67eb36b0-5ff9-4c19-bd29-8ac9bf84413e"/>
  <p:tag name="MIO_EKGUID" val="a966a18d-cd47-498d-b70c-84b8a8427b6d"/>
  <p:tag name="MIO_UPDATE" val="True"/>
  <p:tag name="MIO_VERSION" val="02.03.2020 12:29:12"/>
  <p:tag name="MIO_DBID" val="12b0c59e-2253-4124-a5e9-470adf4cb168"/>
  <p:tag name="MIO_LASTDOWNLOADED" val="02.03.2020 13:03:03"/>
  <p:tag name="MIO_OBJECTNAME" val="XAML Based Data Binding"/>
  <p:tag name="MIO_LASTEDITORNAME" val="Devid Treuling"/>
</p:tagLst>
</file>

<file path=ppt/tags/tag68.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6.12.2019 11:27:19"/>
  <p:tag name="MIO_OBJECTNAME" val="Code Box"/>
  <p:tag name="MIO_LASTEDITORNAME" val="Devid Treuling"/>
</p:tagLst>
</file>

<file path=ppt/tags/tag69.xml><?xml version="1.0" encoding="utf-8"?>
<p:tagLst xmlns:a="http://schemas.openxmlformats.org/drawingml/2006/main" xmlns:r="http://schemas.openxmlformats.org/officeDocument/2006/relationships" xmlns:p="http://schemas.openxmlformats.org/presentationml/2006/main">
  <p:tag name="MIO_GUID" val="e24c42ee-f8b6-464d-8325-c253b964aaef"/>
  <p:tag name="MIO_EKGUID" val="2b3b2311-e82b-431f-9792-84d64335f728"/>
  <p:tag name="MIO_UPDATE" val="True"/>
  <p:tag name="MIO_VERSION" val="02.03.2020 12:29:13"/>
  <p:tag name="MIO_DBID" val="12b0c59e-2253-4124-a5e9-470adf4cb168"/>
  <p:tag name="MIO_LASTDOWNLOADED" val="02.03.2020 13:03:03"/>
  <p:tag name="MIO_OBJECTNAME" val="PowerShell Based Data Binding"/>
  <p:tag name="MIO_LASTEDITORNAME" val="Devid Treuling"/>
</p:tagLst>
</file>

<file path=ppt/tags/tag70.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6.12.2019 11:27:19"/>
  <p:tag name="MIO_OBJECTNAME" val="Code Box"/>
  <p:tag name="MIO_LASTEDITORNAME" val="Devid Treuling"/>
</p:tagLst>
</file>

<file path=ppt/tags/tag71.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7134df38-7912-4803-9000-eb64bc479c8d"/>
  <p:tag name="MIO_UPDATE" val="True"/>
  <p:tag name="MIO_VERSION" val="02.03.2020 12:29:13"/>
  <p:tag name="MIO_DBID" val="12b0c59e-2253-4124-a5e9-470adf4cb168"/>
  <p:tag name="MIO_LASTDOWNLOADED" val="02.03.2020 13:03:03"/>
  <p:tag name="MIO_OBJECTNAME" val="Demonstration (8)"/>
  <p:tag name="MIO_LASTEDITORNAME" val="Devid Treuling"/>
</p:tagLst>
</file>

<file path=ppt/tags/tag72.xml><?xml version="1.0" encoding="utf-8"?>
<p:tagLst xmlns:a="http://schemas.openxmlformats.org/drawingml/2006/main" xmlns:r="http://schemas.openxmlformats.org/officeDocument/2006/relationships" xmlns:p="http://schemas.openxmlformats.org/presentationml/2006/main">
  <p:tag name="MIO_EKGUID" val="e57b3715-f015-4c7d-9eec-962d302a9633"/>
  <p:tag name="MIO_GUID" val="18a0dbd3-2237-4c7e-a990-f5cfd2767d45"/>
  <p:tag name="MIO_UPDATE" val="True"/>
  <p:tag name="MIO_VERSION" val="20.09.2019 20:13:13"/>
  <p:tag name="MIO_DBID" val="12B0C59E-2253-4124-A5E9-470ADF4CB168"/>
  <p:tag name="MIO_LASTDOWNLOADED" val="16.12.2019 11:38:28"/>
  <p:tag name="MIO_OBJECTNAME" val="Demo 01"/>
  <p:tag name="MIO_LASTEDITORNAME" val="Devid Treuling"/>
</p:tagLst>
</file>

<file path=ppt/tags/tag73.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2828d84c-c09e-4bff-b609-8ebbee3d55ec"/>
  <p:tag name="MIO_UPDATE" val="True"/>
  <p:tag name="MIO_VERSION" val="02.03.2020 12:29:13"/>
  <p:tag name="MIO_DBID" val="12b0c59e-2253-4124-a5e9-470adf4cb168"/>
  <p:tag name="MIO_LASTDOWNLOADED" val="02.03.2020 13:03:04"/>
  <p:tag name="MIO_OBJECTNAME" val="Questions? (6)"/>
  <p:tag name="MIO_LASTEDITORNAME" val="Devid Treuling"/>
</p:tagLst>
</file>

<file path=ppt/tags/tag74.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75.xml><?xml version="1.0" encoding="utf-8"?>
<p:tagLst xmlns:a="http://schemas.openxmlformats.org/drawingml/2006/main" xmlns:r="http://schemas.openxmlformats.org/officeDocument/2006/relationships" xmlns:p="http://schemas.openxmlformats.org/presentationml/2006/main">
  <p:tag name="MIO_GUID" val="7d3ca52e-b83a-4352-9033-d32233762adb"/>
  <p:tag name="MIO_EKGUID" val="5326460a-e70d-4913-b5fc-8c166daf97b6"/>
  <p:tag name="MIO_UPDATE" val="True"/>
  <p:tag name="MIO_VERSION" val="02.03.2020 12:29:13"/>
  <p:tag name="MIO_DBID" val="12b0c59e-2253-4124-a5e9-470adf4cb168"/>
  <p:tag name="MIO_LASTDOWNLOADED" val="02.03.2020 13:03:04"/>
  <p:tag name="MIO_OBJECTNAME" val="Advanced Techniques"/>
  <p:tag name="MIO_LASTEDITORNAME" val="Devid Treuling"/>
</p:tagLst>
</file>

<file path=ppt/tags/tag76.xml><?xml version="1.0" encoding="utf-8"?>
<p:tagLst xmlns:a="http://schemas.openxmlformats.org/drawingml/2006/main" xmlns:r="http://schemas.openxmlformats.org/officeDocument/2006/relationships" xmlns:p="http://schemas.openxmlformats.org/presentationml/2006/main">
  <p:tag name="MIO_GUID" val="dc1080d8-a2b4-48b6-8fa2-b82a88a3149c"/>
  <p:tag name="MIO_EKGUID" val="a34215d6-5bd1-4288-b6dc-51ff6be11a53"/>
  <p:tag name="MIO_UPDATE" val="True"/>
  <p:tag name="MIO_VERSION" val="02.03.2020 12:29:13"/>
  <p:tag name="MIO_DBID" val="12b0c59e-2253-4124-a5e9-470adf4cb168"/>
  <p:tag name="MIO_LASTDOWNLOADED" val="02.03.2020 13:03:04"/>
  <p:tag name="MIO_OBJECTNAME" val="Why Does My GUI Get Unresponsive"/>
  <p:tag name="MIO_LASTEDITORNAME" val="Devid Treuling"/>
</p:tagLst>
</file>

<file path=ppt/tags/tag77.xml><?xml version="1.0" encoding="utf-8"?>
<p:tagLst xmlns:a="http://schemas.openxmlformats.org/drawingml/2006/main" xmlns:r="http://schemas.openxmlformats.org/officeDocument/2006/relationships" xmlns:p="http://schemas.openxmlformats.org/presentationml/2006/main">
  <p:tag name="MIO_GUID" val="0d847602-a8aa-4590-9229-496f317842e5"/>
  <p:tag name="MIO_EKGUID" val="e7f093ad-4466-4839-99f2-15e2d8f4449c"/>
  <p:tag name="MIO_UPDATE" val="True"/>
  <p:tag name="MIO_VERSION" val="02.03.2020 12:29:13"/>
  <p:tag name="MIO_DBID" val="12b0c59e-2253-4124-a5e9-470adf4cb168"/>
  <p:tag name="MIO_LASTDOWNLOADED" val="02.03.2020 13:03:04"/>
  <p:tag name="MIO_OBJECTNAME" val="Creating Timers"/>
  <p:tag name="MIO_LASTEDITORNAME" val="Devid Treuling"/>
</p:tagLst>
</file>

<file path=ppt/tags/tag78.xml><?xml version="1.0" encoding="utf-8"?>
<p:tagLst xmlns:a="http://schemas.openxmlformats.org/drawingml/2006/main" xmlns:r="http://schemas.openxmlformats.org/officeDocument/2006/relationships" xmlns:p="http://schemas.openxmlformats.org/presentationml/2006/main">
  <p:tag name="MIO_GUID" val="92deb490-99e4-49d0-85c0-997cd0ac21a1"/>
  <p:tag name="MIO_EKGUID" val="835e4425-720d-4b75-bc3c-a51a62800249"/>
  <p:tag name="MIO_UPDATE" val="True"/>
  <p:tag name="MIO_VERSION" val="02.03.2020 12:29:14"/>
  <p:tag name="MIO_DBID" val="12b0c59e-2253-4124-a5e9-470adf4cb168"/>
  <p:tag name="MIO_LASTDOWNLOADED" val="02.03.2020 13:03:04"/>
  <p:tag name="MIO_OBJECTNAME" val="Creating Timers - Example"/>
  <p:tag name="MIO_LASTEDITORNAME" val="Devid Treuling"/>
</p:tagLst>
</file>

<file path=ppt/tags/tag79.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6.12.2019 11:27:19"/>
  <p:tag name="MIO_OBJECTNAME" val="Code Box"/>
  <p:tag name="MIO_LASTEDITORNAME" val="Devid Treuling"/>
</p:tagLst>
</file>

<file path=ppt/tags/tag80.xml><?xml version="1.0" encoding="utf-8"?>
<p:tagLst xmlns:a="http://schemas.openxmlformats.org/drawingml/2006/main" xmlns:r="http://schemas.openxmlformats.org/officeDocument/2006/relationships" xmlns:p="http://schemas.openxmlformats.org/presentationml/2006/main">
  <p:tag name="MIO_GUID" val="25c0cb24-d792-4af7-897c-949530ab1874"/>
  <p:tag name="MIO_EKGUID" val="3ab8c8ac-6ae1-43b0-8b8f-e3c3b7279732"/>
  <p:tag name="MIO_UPDATE" val="True"/>
  <p:tag name="MIO_VERSION" val="02.03.2020 12:29:14"/>
  <p:tag name="MIO_DBID" val="12b0c59e-2253-4124-a5e9-470adf4cb168"/>
  <p:tag name="MIO_LASTDOWNLOADED" val="02.03.2020 13:03:04"/>
  <p:tag name="MIO_OBJECTNAME" val="Use a Runspace for GUI"/>
  <p:tag name="MIO_LASTEDITORNAME" val="Devid Treuling"/>
</p:tagLst>
</file>

<file path=ppt/tags/tag81.xml><?xml version="1.0" encoding="utf-8"?>
<p:tagLst xmlns:a="http://schemas.openxmlformats.org/drawingml/2006/main" xmlns:r="http://schemas.openxmlformats.org/officeDocument/2006/relationships" xmlns:p="http://schemas.openxmlformats.org/presentationml/2006/main">
  <p:tag name="MIO_GUID" val="28517585-2678-4bd7-8224-524315ad1524"/>
  <p:tag name="MIO_EKGUID" val="6c5fc586-133f-48c6-9ed9-bfae7f08a52a"/>
  <p:tag name="MIO_UPDATE" val="True"/>
  <p:tag name="MIO_VERSION" val="02.03.2020 12:29:14"/>
  <p:tag name="MIO_DBID" val="12b0c59e-2253-4124-a5e9-470adf4cb168"/>
  <p:tag name="MIO_LASTDOWNLOADED" val="02.03.2020 13:03:04"/>
  <p:tag name="MIO_OBJECTNAME" val="Use a Runspace to Run WFP GUI - Example"/>
  <p:tag name="MIO_LASTEDITORNAME" val="Devid Treuling"/>
</p:tagLst>
</file>

<file path=ppt/tags/tag82.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6.12.2019 11:27:19"/>
  <p:tag name="MIO_OBJECTNAME" val="Code Box"/>
  <p:tag name="MIO_LASTEDITORNAME" val="Devid Treuling"/>
</p:tagLst>
</file>

<file path=ppt/tags/tag83.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9d468427-3eee-4b74-8fb5-112a4fb1ded3"/>
  <p:tag name="MIO_UPDATE" val="True"/>
  <p:tag name="MIO_VERSION" val="02.03.2020 12:29:14"/>
  <p:tag name="MIO_DBID" val="12b0c59e-2253-4124-a5e9-470adf4cb168"/>
  <p:tag name="MIO_LASTDOWNLOADED" val="02.03.2020 13:03:05"/>
  <p:tag name="MIO_OBJECTNAME" val="Questions? (7)"/>
  <p:tag name="MIO_LASTEDITORNAME" val="Devid Treuling"/>
</p:tagLst>
</file>

<file path=ppt/tags/tag84.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85.xml><?xml version="1.0" encoding="utf-8"?>
<p:tagLst xmlns:a="http://schemas.openxmlformats.org/drawingml/2006/main" xmlns:r="http://schemas.openxmlformats.org/officeDocument/2006/relationships" xmlns:p="http://schemas.openxmlformats.org/presentationml/2006/main">
  <p:tag name="MIO_GUID" val="e5936d9c-b546-443b-afcc-e10e11a5dae6"/>
  <p:tag name="MIO_EKGUID" val="fd9723a2-4ee6-4290-bd51-b0cc0d6025fe"/>
  <p:tag name="MIO_UPDATE" val="True"/>
  <p:tag name="MIO_VERSION" val="02.03.2020 12:29:14"/>
  <p:tag name="MIO_DBID" val="12b0c59e-2253-4124-a5e9-470adf4cb168"/>
  <p:tag name="MIO_LASTDOWNLOADED" val="02.03.2020 13:03:05"/>
  <p:tag name="MIO_OBJECTNAME" val="PowerShell Graphical User Interfaces"/>
  <p:tag name="MIO_LASTEDITORNAME" val="Devid Treuling"/>
</p:tagLst>
</file>

<file path=ppt/tags/tag86.xml><?xml version="1.0" encoding="utf-8"?>
<p:tagLst xmlns:a="http://schemas.openxmlformats.org/drawingml/2006/main" xmlns:r="http://schemas.openxmlformats.org/officeDocument/2006/relationships" xmlns:p="http://schemas.openxmlformats.org/presentationml/2006/main">
  <p:tag name="MIO_EKGUID" val="170dc400-483e-4562-80b5-bb9a3cab0c5d"/>
  <p:tag name="MIO_GUID" val="0229fb4d-e62b-4219-8a73-f5cc3f9e6df4"/>
  <p:tag name="MIO_UPDATE" val="True"/>
  <p:tag name="MIO_DBID" val="12B0C59E-2253-4124-A5E9-470ADF4CB168"/>
  <p:tag name="MIO_LASTDOWNLOADED" val="28.08.2019 16:32:58"/>
  <p:tag name="MIO_OBJECTNAME" val="Lab"/>
  <p:tag name="MIO_LASTEDITORNAME" val="Devid Treuling"/>
</p:tagLst>
</file>

<file path=ppt/tags/tag87.xml><?xml version="1.0" encoding="utf-8"?>
<p:tagLst xmlns:a="http://schemas.openxmlformats.org/drawingml/2006/main" xmlns:r="http://schemas.openxmlformats.org/officeDocument/2006/relationships" xmlns:p="http://schemas.openxmlformats.org/presentationml/2006/main">
  <p:tag name="MIO_GUID" val="17ce0788-41bb-427a-a2e7-715c149b0a2f"/>
  <p:tag name="MIO_EKGUID" val="03f6c3b3-2864-4df1-b16f-89f466f8f758"/>
  <p:tag name="MIO_UPDATE" val="True"/>
  <p:tag name="MIO_VERSION" val="02.03.2020 12:29:14"/>
  <p:tag name="MIO_DBID" val="12b0c59e-2253-4124-a5e9-470adf4cb168"/>
  <p:tag name="MIO_LASTDOWNLOADED" val="02.03.2020 13:03:05"/>
  <p:tag name="MIO_OBJECTNAME" val="Microsoft"/>
  <p:tag name="MIO_LASTEDITORNAME" val="Devid Treuling"/>
</p:tagLst>
</file>

<file path=ppt/theme/theme1.xml><?xml version="1.0" encoding="utf-8"?>
<a:theme xmlns:a="http://schemas.openxmlformats.org/drawingml/2006/main" name="Light Grey">
  <a:themeElements>
    <a:clrScheme name="Dark Grey">
      <a:dk1>
        <a:srgbClr val="000000"/>
      </a:dk1>
      <a:lt1>
        <a:srgbClr val="FFFFFF"/>
      </a:lt1>
      <a:dk2>
        <a:srgbClr val="414241"/>
      </a:dk2>
      <a:lt2>
        <a:srgbClr val="E6E6E6"/>
      </a:lt2>
      <a:accent1>
        <a:srgbClr val="0078D4"/>
      </a:accent1>
      <a:accent2>
        <a:srgbClr val="243A5E"/>
      </a:accent2>
      <a:accent3>
        <a:srgbClr val="D83B01"/>
      </a:accent3>
      <a:accent4>
        <a:srgbClr val="107C10"/>
      </a:accent4>
      <a:accent5>
        <a:srgbClr val="8661C5"/>
      </a:accent5>
      <a:accent6>
        <a:srgbClr val="D2D2D2"/>
      </a:accent6>
      <a:hlink>
        <a:srgbClr val="737373"/>
      </a:hlink>
      <a:folHlink>
        <a:srgbClr val="0078D4"/>
      </a:folHlink>
    </a:clrScheme>
    <a:fontScheme name="Microsoft">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a:gradFill>
              <a:gsLst>
                <a:gs pos="2917">
                  <a:schemeClr val="tx1"/>
                </a:gs>
                <a:gs pos="30000">
                  <a:schemeClr val="tx1"/>
                </a:gs>
              </a:gsLst>
              <a:lin ang="5400000" scaled="0"/>
            </a:gradFill>
          </a:defRPr>
        </a:defPPr>
      </a:lstStyle>
    </a:txDef>
  </a:objectDefaults>
  <a:extraClrSchemeLst/>
  <a:custClrLst>
    <a:custClr name="White ">
      <a:srgbClr val="FFFFFF"/>
    </a:custClr>
    <a:custClr name="White ">
      <a:srgbClr val="FFFFFF"/>
    </a:custClr>
    <a:custClr name="White ">
      <a:srgbClr val="FFFFFF"/>
    </a:custClr>
    <a:custClr name="Rich Black">
      <a:srgbClr val="000000"/>
    </a:custClr>
    <a:custClr name="Rich Black">
      <a:srgbClr val="000000"/>
    </a:custClr>
    <a:custClr name="Rich Black">
      <a:srgbClr val="000000"/>
    </a:custClr>
    <a:custClr name="White ">
      <a:srgbClr val="FFFFFF"/>
    </a:custClr>
    <a:custClr name="White ">
      <a:srgbClr val="FFFFFF"/>
    </a:custClr>
    <a:custClr name="White ">
      <a:srgbClr val="FFFFFF"/>
    </a:custClr>
    <a:custClr name="White ">
      <a:srgbClr val="FFFFFF"/>
    </a:custClr>
    <a:custClr name="Orange">
      <a:srgbClr val="FF9349"/>
    </a:custClr>
    <a:custClr name="Yellow">
      <a:srgbClr val="FEF000"/>
    </a:custClr>
    <a:custClr name="Green">
      <a:srgbClr val="9BF00B"/>
    </a:custClr>
    <a:custClr name="Teal">
      <a:srgbClr val="30E5D0"/>
    </a:custClr>
    <a:custClr name="Aqua">
      <a:srgbClr val="50E6FF"/>
    </a:custClr>
    <a:custClr name="Lavender">
      <a:srgbClr val="D59DFF"/>
    </a:custClr>
    <a:custClr name="White ">
      <a:srgbClr val="FFFFFF"/>
    </a:custClr>
    <a:custClr name="White ">
      <a:srgbClr val="FFFFFF"/>
    </a:custClr>
    <a:custClr name="White ">
      <a:srgbClr val="FFFFFF"/>
    </a:custClr>
    <a:custClr name="White ">
      <a:srgbClr val="FFFFFF"/>
    </a:custClr>
    <a:custClr name="Red">
      <a:srgbClr val="D83B01"/>
    </a:custClr>
    <a:custClr name="Gold">
      <a:srgbClr val="FFB900"/>
    </a:custClr>
    <a:custClr name="Dark Green">
      <a:srgbClr val="107C10"/>
    </a:custClr>
    <a:custClr name="Dark Teal">
      <a:srgbClr val="008575"/>
    </a:custClr>
    <a:custClr name="Blue">
      <a:srgbClr val="0078D4"/>
    </a:custClr>
    <a:custClr name="Purple">
      <a:srgbClr val="8661C5"/>
    </a:custClr>
    <a:custClr name="White ">
      <a:srgbClr val="FFFFFF"/>
    </a:custClr>
    <a:custClr name="White ">
      <a:srgbClr val="FFFFFF"/>
    </a:custClr>
    <a:custClr name="White ">
      <a:srgbClr val="FFFFFF"/>
    </a:custClr>
    <a:custClr name="White ">
      <a:srgbClr val="FFFFFF"/>
    </a:custClr>
    <a:custClr name="Dark Red">
      <a:srgbClr val="6B2929"/>
    </a:custClr>
    <a:custClr name="Dark Yellow">
      <a:srgbClr val="6A4B16"/>
    </a:custClr>
    <a:custClr name="Dark Green">
      <a:srgbClr val="054B16"/>
    </a:custClr>
    <a:custClr name="Dark Teal">
      <a:srgbClr val="274B47"/>
    </a:custClr>
    <a:custClr name="Blue-grey">
      <a:srgbClr val="243A5E"/>
    </a:custClr>
    <a:custClr name="Dark Purple">
      <a:srgbClr val="3B2E58"/>
    </a:custClr>
    <a:custClr name="White ">
      <a:srgbClr val="FFFFFF"/>
    </a:custClr>
    <a:custClr name="White ">
      <a:srgbClr val="FFFFFF"/>
    </a:custClr>
    <a:custClr name="White ">
      <a:srgbClr val="FFFFFF"/>
    </a:custClr>
    <a:custClr name="White ">
      <a:srgbClr val="FFFFFF"/>
    </a:custClr>
    <a:custClr name="Light Grey">
      <a:srgbClr val="F2F2F2"/>
    </a:custClr>
    <a:custClr name="Light Grey">
      <a:srgbClr val="E6E6E6"/>
    </a:custClr>
    <a:custClr name="Grey">
      <a:srgbClr val="D2D2D2"/>
    </a:custClr>
    <a:custClr name="Grey">
      <a:srgbClr val="737373"/>
    </a:custClr>
    <a:custClr name="Dark Gray">
      <a:srgbClr val="505050"/>
    </a:custClr>
    <a:custClr name="Dark Gray">
      <a:srgbClr val="2F2F2F"/>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Default Theme.pptx" id="{867CC9CB-F73F-4ACD-AE78-6D3F313B22BF}" vid="{BEC7D606-3AAB-4491-94AF-9E21D5FE87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item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xml><?xml version="1.0" encoding="utf-8"?>
<ct:contentTypeSchema xmlns:ct="http://schemas.microsoft.com/office/2006/metadata/contentType" xmlns:ma="http://schemas.microsoft.com/office/2006/metadata/properties/metaAttributes" ct:_="" ma:_="" ma:contentTypeName="Document" ma:contentTypeID="0x01010039A62E282DDA434E979CD3E03185182E" ma:contentTypeVersion="22" ma:contentTypeDescription="Create a new document." ma:contentTypeScope="" ma:versionID="411f8dbfa59cee283d63b31959e752b1">
  <xsd:schema xmlns:xsd="http://www.w3.org/2001/XMLSchema" xmlns:xs="http://www.w3.org/2001/XMLSchema" xmlns:p="http://schemas.microsoft.com/office/2006/metadata/properties" xmlns:ns1="http://schemas.microsoft.com/sharepoint/v3" xmlns:ns2="cea7764e-6bf9-427d-be15-e74097e0a61c" xmlns:ns3="fb9ea31f-0ab8-44ff-80d1-5777f6d9d945" targetNamespace="http://schemas.microsoft.com/office/2006/metadata/properties" ma:root="true" ma:fieldsID="492dae4bbc73fa3e5f26ae1920f661a0" ns1:_="" ns2:_="" ns3:_="">
    <xsd:import namespace="http://schemas.microsoft.com/sharepoint/v3"/>
    <xsd:import namespace="cea7764e-6bf9-427d-be15-e74097e0a61c"/>
    <xsd:import namespace="fb9ea31f-0ab8-44ff-80d1-5777f6d9d945"/>
    <xsd:element name="properties">
      <xsd:complexType>
        <xsd:sequence>
          <xsd:element name="documentManagement">
            <xsd:complexType>
              <xsd:all>
                <xsd:element ref="ns2:Title_x0020_ID" minOccurs="0"/>
                <xsd:element ref="ns2:Title_x0020_URL" minOccurs="0"/>
                <xsd:element ref="ns2:Comments" minOccurs="0"/>
                <xsd:element ref="ns2:Sign_x002d_off_x0020_status" minOccurs="0"/>
                <xsd:element ref="ns2:Mail_x0020_Sent"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1:_ip_UnifiedCompliancePolicyProperties" minOccurs="0"/>
                <xsd:element ref="ns1:_ip_UnifiedCompliancePolicyUIAction" minOccurs="0"/>
                <xsd:element ref="ns2:_Flow_SignoffStatus" minOccurs="0"/>
                <xsd:element ref="ns2:MediaServiceDateTaken" minOccurs="0"/>
                <xsd:element ref="ns2:Lead_x0020_Signoff"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ma:readOnly="false">
      <xsd:simpleType>
        <xsd:restriction base="dms:Note"/>
      </xsd:simpleType>
    </xsd:element>
    <xsd:element name="_ip_UnifiedCompliancePolicyUIAction" ma:index="24"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ea7764e-6bf9-427d-be15-e74097e0a61c" elementFormDefault="qualified">
    <xsd:import namespace="http://schemas.microsoft.com/office/2006/documentManagement/types"/>
    <xsd:import namespace="http://schemas.microsoft.com/office/infopath/2007/PartnerControls"/>
    <xsd:element name="Title_x0020_ID" ma:index="2" nillable="true" ma:displayName="Title ID" ma:internalName="Title_x0020_ID" ma:readOnly="false">
      <xsd:simpleType>
        <xsd:restriction base="dms:Number"/>
      </xsd:simpleType>
    </xsd:element>
    <xsd:element name="Title_x0020_URL" ma:index="3" nillable="true" ma:displayName="Title URL" ma:format="Hyperlink" ma:internalName="Title_x0020_URL"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Comments" ma:index="4" nillable="true" ma:displayName="Comments" ma:internalName="Comments" ma:readOnly="false">
      <xsd:simpleType>
        <xsd:restriction base="dms:Note">
          <xsd:maxLength value="255"/>
        </xsd:restriction>
      </xsd:simpleType>
    </xsd:element>
    <xsd:element name="Sign_x002d_off_x0020_status" ma:index="5" nillable="true" ma:displayName="Sign-off status" ma:format="Dropdown" ma:internalName="Sign_x002d_off_x0020_status" ma:readOnly="false">
      <xsd:simpleType>
        <xsd:restriction base="dms:Choice">
          <xsd:enumeration value="Approve"/>
          <xsd:enumeration value="Approved with Comments"/>
          <xsd:enumeration value="Rejected with Comments"/>
        </xsd:restriction>
      </xsd:simpleType>
    </xsd:element>
    <xsd:element name="Mail_x0020_Sent" ma:index="6" nillable="true" ma:displayName="Mail Sent" ma:default="0" ma:internalName="Mail_x0020_Sent" ma:readOnly="false">
      <xsd:simpleType>
        <xsd:restriction base="dms:Boolea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hidden="true" ma:internalName="MediaServiceKeyPoints" ma:readOnly="true">
      <xsd:simpleType>
        <xsd:restriction base="dms:Note"/>
      </xsd:simpleType>
    </xsd:element>
    <xsd:element name="MediaServiceAutoTags" ma:index="19" nillable="true" ma:displayName="Tags" ma:hidden="true" ma:internalName="MediaServiceAutoTags" ma:readOnly="true">
      <xsd:simpleType>
        <xsd:restriction base="dms:Text"/>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CR" ma:index="22" nillable="true" ma:displayName="Extracted Text" ma:hidden="true" ma:internalName="MediaServiceOCR" ma:readOnly="true">
      <xsd:simpleType>
        <xsd:restriction base="dms:Note"/>
      </xsd:simpleType>
    </xsd:element>
    <xsd:element name="_Flow_SignoffStatus" ma:index="25" nillable="true" ma:displayName="Sign-off status" ma:hidden="true" ma:internalName="Sign_x002d_off_x0020_status0" ma:readOnly="false">
      <xsd:simpleType>
        <xsd:restriction base="dms:Text"/>
      </xsd:simpleType>
    </xsd:element>
    <xsd:element name="MediaServiceDateTaken" ma:index="26" nillable="true" ma:displayName="MediaServiceDateTaken" ma:hidden="true" ma:internalName="MediaServiceDateTaken" ma:readOnly="true">
      <xsd:simpleType>
        <xsd:restriction base="dms:Text"/>
      </xsd:simpleType>
    </xsd:element>
    <xsd:element name="Lead_x0020_Signoff" ma:index="27" nillable="true" ma:displayName="Lead Signoff" ma:default="0" ma:internalName="Lead_x0020_Signoff">
      <xsd:simpleType>
        <xsd:restriction base="dms:Boolean"/>
      </xsd:simpleType>
    </xsd:element>
    <xsd:element name="MediaServiceLocation" ma:index="28"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9ea31f-0ab8-44ff-80d1-5777f6d9d945" elementFormDefault="qualified">
    <xsd:import namespace="http://schemas.microsoft.com/office/2006/documentManagement/types"/>
    <xsd:import namespace="http://schemas.microsoft.com/office/infopath/2007/PartnerControls"/>
    <xsd:element name="SharedWithUsers" ma:index="17"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6.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7.xml><?xml version="1.0" encoding="utf-8"?>
<?mso-contentType ?>
<FormTemplates xmlns="http://schemas.microsoft.com/sharepoint/v3/contenttype/forms">
  <Display>DocumentLibraryForm</Display>
  <Edit>DocumentLibraryForm</Edit>
  <New>DocumentLibraryForm</New>
</FormTemplates>
</file>

<file path=customXml/item8.xml><?xml version="1.0" encoding="utf-8"?>
<pd:PersonalizationDefinition xmlns:pd="Strauss.PersonalizationDefinition" name="">
  <pd:DataReferenceList>
    <pd:DataReference datasourceID="feebff45-792f-402d-b0b2-aef9b0ece030" dataFieldID="944fd981-3167-462e-9bbb-e193bf7f30d0" variableListUniqueId="d6c5d8a6-45b5-4a0e-b0e7-cf1e0e53bdd5"/>
  </pd:DataReferenceList>
  <pd:VariableReplacementDescriptor name="" desc="" uid="">
    <pd:DataReferenceList>
      <pd:DataReference datasourceID="feebff45-792f-402d-b0b2-aef9b0ece030" dataFieldID="944fd981-3167-462e-9bbb-e193bf7f30d0" variableListUniqueId="d6c5d8a6-45b5-4a0e-b0e7-cf1e0e53bdd5"/>
    </pd:DataReferenceList>
  </pd:VariableReplacementDescriptor>
</pd:PersonalizationDefinition>
</file>

<file path=customXml/item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1.xml><?xml version="1.0" encoding="utf-8"?>
<pd:PersonalizationDefinition xmlns:pd="Strauss.PersonalizationDefinition" name="">
  <pd:DataReferenceList>
    <pd:DataReference datasourceID="feebff45-792f-402d-b0b2-aef9b0ece030" dataFieldID="4479520e-c01d-46b7-8288-e62ea01161ee" variableListUniqueId="d6c5d8a6-45b5-4a0e-b0e7-cf1e0e53bdd5"/>
  </pd:DataReferenceList>
  <pd:VariableReplacementDescriptor name="" desc="" uid="">
    <pd:DataReferenceList>
      <pd:DataReference datasourceID="feebff45-792f-402d-b0b2-aef9b0ece030" dataFieldID="4479520e-c01d-46b7-8288-e62ea01161ee" variableListUniqueId="d6c5d8a6-45b5-4a0e-b0e7-cf1e0e53bdd5"/>
    </pd:DataReferenceList>
  </pd:VariableReplacementDescriptor>
</pd:PersonalizationDefinition>
</file>

<file path=customXml/item1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ServiceKeyPoints xmlns="cea7764e-6bf9-427d-be15-e74097e0a61c" xsi:nil="true"/>
    <Sign_x002d_off_x0020_status xmlns="cea7764e-6bf9-427d-be15-e74097e0a61c" xsi:nil="true"/>
    <Title_x0020_URL xmlns="cea7764e-6bf9-427d-be15-e74097e0a61c">
      <Url>https://sirona.visualstudio.com/_workitems/edit/41659</Url>
      <Description>https://sirona.visualstudio.com/_workitems/edit/41659</Description>
    </Title_x0020_URL>
    <Mail_x0020_Sent xmlns="cea7764e-6bf9-427d-be15-e74097e0a61c">false</Mail_x0020_Sent>
    <_Flow_SignoffStatus xmlns="cea7764e-6bf9-427d-be15-e74097e0a61c" xsi:nil="true"/>
    <Comments xmlns="cea7764e-6bf9-427d-be15-e74097e0a61c" xsi:nil="true"/>
    <Lead_x0020_Signoff xmlns="cea7764e-6bf9-427d-be15-e74097e0a61c">false</Lead_x0020_Signoff>
    <Title_x0020_ID xmlns="cea7764e-6bf9-427d-be15-e74097e0a61c">41659</Title_x0020_ID>
  </documentManagement>
</p:properties>
</file>

<file path=customXml/itemProps1.xml><?xml version="1.0" encoding="utf-8"?>
<ds:datastoreItem xmlns:ds="http://schemas.openxmlformats.org/officeDocument/2006/customXml" ds:itemID="{A4CDA701-DC90-4D13-B88C-87608D653368}">
  <ds:schemaRefs>
    <ds:schemaRef ds:uri="Strauss.PersonalizationDefinition"/>
  </ds:schemaRefs>
</ds:datastoreItem>
</file>

<file path=customXml/itemProps2.xml><?xml version="1.0" encoding="utf-8"?>
<ds:datastoreItem xmlns:ds="http://schemas.openxmlformats.org/officeDocument/2006/customXml" ds:itemID="{788DB311-6284-497B-861F-578121C3CC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cea7764e-6bf9-427d-be15-e74097e0a61c"/>
    <ds:schemaRef ds:uri="fb9ea31f-0ab8-44ff-80d1-5777f6d9d9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2902826-9B13-4DA1-84B3-F3DC74D0511A}">
  <ds:schemaRefs>
    <ds:schemaRef ds:uri="Strauss.PersonalizationDefinition"/>
  </ds:schemaRefs>
</ds:datastoreItem>
</file>

<file path=customXml/itemProps4.xml><?xml version="1.0" encoding="utf-8"?>
<ds:datastoreItem xmlns:ds="http://schemas.openxmlformats.org/officeDocument/2006/customXml" ds:itemID="{3DBC632C-9B9B-41AF-9889-7AF25D37930E}">
  <ds:schemaRefs>
    <ds:schemaRef ds:uri="Strauss.PersonalizationDefinition"/>
  </ds:schemaRefs>
</ds:datastoreItem>
</file>

<file path=customXml/itemProps5.xml><?xml version="1.0" encoding="utf-8"?>
<ds:datastoreItem xmlns:ds="http://schemas.openxmlformats.org/officeDocument/2006/customXml" ds:itemID="{C9BCA92C-6726-4067-9941-5BBBB9C32D37}">
  <ds:schemaRefs>
    <ds:schemaRef ds:uri="Strauss.PersonalizationDefinition"/>
  </ds:schemaRefs>
</ds:datastoreItem>
</file>

<file path=customXml/itemProps6.xml><?xml version="1.0" encoding="utf-8"?>
<ds:datastoreItem xmlns:ds="http://schemas.openxmlformats.org/officeDocument/2006/customXml" ds:itemID="{C0ADF447-988B-4A98-B6C4-AC9BBB2916F5}">
  <ds:schemaRefs>
    <ds:schemaRef ds:uri="Strauss.PersonalizationDefinition"/>
  </ds:schemaRefs>
</ds:datastoreItem>
</file>

<file path=customXml/itemProps7.xml><?xml version="1.0" encoding="utf-8"?>
<ds:datastoreItem xmlns:ds="http://schemas.openxmlformats.org/officeDocument/2006/customXml" ds:itemID="{27BBC284-8415-4B0F-983F-E0D7051D8092}">
  <ds:schemaRefs>
    <ds:schemaRef ds:uri="http://schemas.microsoft.com/sharepoint/v3/contenttype/forms"/>
  </ds:schemaRefs>
</ds:datastoreItem>
</file>

<file path=customXml/itemProps8.xml><?xml version="1.0" encoding="utf-8"?>
<ds:datastoreItem xmlns:ds="http://schemas.openxmlformats.org/officeDocument/2006/customXml" ds:itemID="{D90DEB8C-C00E-4B1C-B45B-737A9292CE09}">
  <ds:schemaRefs>
    <ds:schemaRef ds:uri="Strauss.PersonalizationDefinition"/>
  </ds:schemaRefs>
</ds:datastoreItem>
</file>

<file path=customXml/itemProps9.xml><?xml version="1.0" encoding="utf-8"?>
<ds:datastoreItem xmlns:ds="http://schemas.openxmlformats.org/officeDocument/2006/customXml" ds:itemID="{B09E3EAE-66CA-4A91-A5FE-A34A70B099ED}">
  <ds:schemaRefs>
    <ds:schemaRef ds:uri="Strauss.PersonalizationDefinition"/>
  </ds:schemaRefs>
</ds:datastoreItem>
</file>

<file path=customXml/itemProps10.xml><?xml version="1.0" encoding="utf-8"?>
<ds:datastoreItem xmlns:ds="http://schemas.openxmlformats.org/officeDocument/2006/customXml" ds:itemID="{0FC88FB3-76E4-4DF0-A08C-CAC473B463F6}">
  <ds:schemaRefs>
    <ds:schemaRef ds:uri="Strauss.PersonalizationDefinition"/>
  </ds:schemaRefs>
</ds:datastoreItem>
</file>

<file path=customXml/itemProps11.xml><?xml version="1.0" encoding="utf-8"?>
<ds:datastoreItem xmlns:ds="http://schemas.openxmlformats.org/officeDocument/2006/customXml" ds:itemID="{F1A705D6-28A3-4570-82B4-CEDEABCA00D2}">
  <ds:schemaRefs>
    <ds:schemaRef ds:uri="Strauss.PersonalizationDefinition"/>
  </ds:schemaRefs>
</ds:datastoreItem>
</file>

<file path=customXml/itemProps12.xml><?xml version="1.0" encoding="utf-8"?>
<ds:datastoreItem xmlns:ds="http://schemas.openxmlformats.org/officeDocument/2006/customXml" ds:itemID="{A7E69EF2-E589-4CF0-8EE5-23D163E39118}">
  <ds:schemaRefs>
    <ds:schemaRef ds:uri="http://schemas.microsoft.com/office/2006/metadata/properties"/>
    <ds:schemaRef ds:uri="http://schemas.microsoft.com/office/infopath/2007/PartnerControls"/>
    <ds:schemaRef ds:uri="http://schemas.microsoft.com/sharepoint/v3"/>
    <ds:schemaRef ds:uri="fa9ac045-4823-4e55-900e-1aa609c35a06"/>
    <ds:schemaRef ds:uri="cea7764e-6bf9-427d-be15-e74097e0a61c"/>
  </ds:schemaRefs>
</ds:datastoreItem>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7417</TotalTime>
  <Words>3968</Words>
  <Application>Microsoft Office PowerPoint</Application>
  <PresentationFormat>Widescreen</PresentationFormat>
  <Paragraphs>672</Paragraphs>
  <Slides>58</Slides>
  <Notes>58</Notes>
  <HiddenSlides>1</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58</vt:i4>
      </vt:variant>
    </vt:vector>
  </HeadingPairs>
  <TitlesOfParts>
    <vt:vector size="71" baseType="lpstr">
      <vt:lpstr>Arial</vt:lpstr>
      <vt:lpstr>Arial Nova</vt:lpstr>
      <vt:lpstr>Calibri</vt:lpstr>
      <vt:lpstr>Cascadia Mono</vt:lpstr>
      <vt:lpstr>Comic Sans MS</vt:lpstr>
      <vt:lpstr>Consolas</vt:lpstr>
      <vt:lpstr>Lucida Console</vt:lpstr>
      <vt:lpstr>Segoe UI</vt:lpstr>
      <vt:lpstr>Segoe UI Light</vt:lpstr>
      <vt:lpstr>Segoe UI Semibold</vt:lpstr>
      <vt:lpstr>Wingdings</vt:lpstr>
      <vt:lpstr>Light Grey</vt:lpstr>
      <vt:lpstr>Bitmap Image</vt:lpstr>
      <vt:lpstr>Create a GUI in PowerShell</vt:lpstr>
      <vt:lpstr>Disclaimer</vt:lpstr>
      <vt:lpstr>Learnings covered in this Unit</vt:lpstr>
      <vt:lpstr>Windows Presentation Foundation Introduction</vt:lpstr>
      <vt:lpstr>Windows Presentation Framework</vt:lpstr>
      <vt:lpstr>Why Use WPF in PowerShell</vt:lpstr>
      <vt:lpstr>Pros of Creating WPF Objects Directly in PowerShell</vt:lpstr>
      <vt:lpstr>Cons of Creating WPF Objects Directly in PowerShell</vt:lpstr>
      <vt:lpstr>Demonstration</vt:lpstr>
      <vt:lpstr>Tools to create XAML code (continued)</vt:lpstr>
      <vt:lpstr>Tools to create XAML code</vt:lpstr>
      <vt:lpstr>Questions?</vt:lpstr>
      <vt:lpstr>Introduction to Visual Studio</vt:lpstr>
      <vt:lpstr>Why Use Visual Studio for XAML?</vt:lpstr>
      <vt:lpstr>Visual Studio Editions</vt:lpstr>
      <vt:lpstr>Visual Studio Versions</vt:lpstr>
      <vt:lpstr>VS Installation for XAML Requirements</vt:lpstr>
      <vt:lpstr>Creating a XAML project</vt:lpstr>
      <vt:lpstr>Visual Studio Layout</vt:lpstr>
      <vt:lpstr>Visual Studio Layout  (continued)</vt:lpstr>
      <vt:lpstr>Demonstration</vt:lpstr>
      <vt:lpstr>Questions?</vt:lpstr>
      <vt:lpstr>Graphical User Interface Design</vt:lpstr>
      <vt:lpstr>WPF GUI design</vt:lpstr>
      <vt:lpstr>XAML Controls</vt:lpstr>
      <vt:lpstr>Basic GUI controls</vt:lpstr>
      <vt:lpstr>Advanced / Grouping GUI controls</vt:lpstr>
      <vt:lpstr>Demonstration</vt:lpstr>
      <vt:lpstr>Questions?</vt:lpstr>
      <vt:lpstr>Your first GUI</vt:lpstr>
      <vt:lpstr>WPF / XAML GUI Workflow</vt:lpstr>
      <vt:lpstr>XAML GUI for PowerShell </vt:lpstr>
      <vt:lpstr>My First GUI - Sample</vt:lpstr>
      <vt:lpstr>Preparing the XAML Code for PowerShell</vt:lpstr>
      <vt:lpstr>Converting GUI Form to Hash Table</vt:lpstr>
      <vt:lpstr>Demonstration</vt:lpstr>
      <vt:lpstr>Questions?</vt:lpstr>
      <vt:lpstr>Code Behind a Form</vt:lpstr>
      <vt:lpstr>PowerShell as an Engine For WPF</vt:lpstr>
      <vt:lpstr>Control Properties</vt:lpstr>
      <vt:lpstr>Programming Control Properties</vt:lpstr>
      <vt:lpstr>Event Driven Actions</vt:lpstr>
      <vt:lpstr>Programming Events</vt:lpstr>
      <vt:lpstr>Demonstration</vt:lpstr>
      <vt:lpstr>Data Binding</vt:lpstr>
      <vt:lpstr>XAML Based Data Binding</vt:lpstr>
      <vt:lpstr>PowerShell Based Data Binding</vt:lpstr>
      <vt:lpstr>Demonstration</vt:lpstr>
      <vt:lpstr>Questions?</vt:lpstr>
      <vt:lpstr>Advanced Techniques</vt:lpstr>
      <vt:lpstr>Why Does My GUI Get Unresponsive</vt:lpstr>
      <vt:lpstr>Creating Timers</vt:lpstr>
      <vt:lpstr>Creating Timers - Example</vt:lpstr>
      <vt:lpstr>Use a Runspace for GUI</vt:lpstr>
      <vt:lpstr>Use a Runspace to Run WFP GUI - Example</vt:lpstr>
      <vt:lpstr>Questions?</vt:lpstr>
      <vt:lpstr>PowerShell Graphical User Interfaces</vt:lpstr>
      <vt:lpstr>Microsoft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Tool Building</dc:title>
  <dc:creator>Advanced Services Delivery</dc:creator>
  <cp:keywords>2002</cp:keywords>
  <cp:lastModifiedBy>Gadi Lev-Ari</cp:lastModifiedBy>
  <cp:revision>39</cp:revision>
  <dcterms:created xsi:type="dcterms:W3CDTF">2020-02-27T18:57:20Z</dcterms:created>
  <dcterms:modified xsi:type="dcterms:W3CDTF">2025-07-05T15:08:30Z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0x01010039A62E282DDA434E979CD3E03185182E</vt:lpwstr>
  </property>
  <property fmtid="{D5CDD505-2E9C-101B-9397-08002B2CF9AE}" pid="3" name="MSIP_Label_f42aa342-8706-4288-bd11-ebb85995028c_Enabled">
    <vt:lpwstr>True</vt:lpwstr>
  </property>
  <property fmtid="{D5CDD505-2E9C-101B-9397-08002B2CF9AE}" pid="4" name="MSIP_Label_f42aa342-8706-4288-bd11-ebb85995028c_SiteId">
    <vt:lpwstr>72f988bf-86f1-41af-91ab-2d7cd011db47</vt:lpwstr>
  </property>
  <property fmtid="{D5CDD505-2E9C-101B-9397-08002B2CF9AE}" pid="5" name="MSIP_Label_f42aa342-8706-4288-bd11-ebb85995028c_Owner">
    <vt:lpwstr/>
  </property>
  <property fmtid="{D5CDD505-2E9C-101B-9397-08002B2CF9AE}" pid="6" name="MSIP_Label_f42aa342-8706-4288-bd11-ebb85995028c_SetDate">
    <vt:lpwstr>2020-03-02T13:03:15.8390230Z</vt:lpwstr>
  </property>
  <property fmtid="{D5CDD505-2E9C-101B-9397-08002B2CF9AE}" pid="7" name="MSIP_Label_f42aa342-8706-4288-bd11-ebb85995028c_Name">
    <vt:lpwstr>General</vt:lpwstr>
  </property>
  <property fmtid="{D5CDD505-2E9C-101B-9397-08002B2CF9AE}" pid="8" name="MSIP_Label_f42aa342-8706-4288-bd11-ebb85995028c_Application">
    <vt:lpwstr>Microsoft Azure Information Protection</vt:lpwstr>
  </property>
  <property fmtid="{D5CDD505-2E9C-101B-9397-08002B2CF9AE}" pid="9" name="MSIP_Label_f42aa342-8706-4288-bd11-ebb85995028c_ActionId">
    <vt:lpwstr>d803b357-c192-484a-8b2f-d744e0e3ed4e</vt:lpwstr>
  </property>
  <property fmtid="{D5CDD505-2E9C-101B-9397-08002B2CF9AE}" pid="10" name="MSIP_Label_f42aa342-8706-4288-bd11-ebb85995028c_Extended_MSFT_Method">
    <vt:lpwstr>Automatic</vt:lpwstr>
  </property>
  <property fmtid="{D5CDD505-2E9C-101B-9397-08002B2CF9AE}" pid="11" name="Sensitivity">
    <vt:lpwstr>General</vt:lpwstr>
  </property>
</Properties>
</file>