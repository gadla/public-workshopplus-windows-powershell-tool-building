
<file path=[Content_Types].xml><?xml version="1.0" encoding="utf-8"?>
<Types xmlns="http://schemas.openxmlformats.org/package/2006/content-types">
  <Default Extension="bin"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media/image2.bin" ContentType="image/png"/>
  <Override PartName="/ppt/media/image3.bin" ContentType="image/png"/>
  <Override PartName="/ppt/theme/theme2.xml" ContentType="application/vnd.openxmlformats-officedocument.theme+xml"/>
  <Override PartName="/ppt/theme/theme3.xml" ContentType="application/vnd.openxmlformats-officedocument.theme+xml"/>
  <Override PartName="/ppt/tags/tag6.xml" ContentType="application/vnd.openxmlformats-officedocument.presentationml.tags+xml"/>
  <Override PartName="/ppt/notesSlides/notesSlide1.xml" ContentType="application/vnd.openxmlformats-officedocument.presentationml.notesSlide+xml"/>
  <Override PartName="/ppt/tags/tag7.xml" ContentType="application/vnd.openxmlformats-officedocument.presentationml.tags+xml"/>
  <Override PartName="/ppt/notesSlides/notesSlide2.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notesSlides/notesSlide3.xml" ContentType="application/vnd.openxmlformats-officedocument.presentationml.notesSlide+xml"/>
  <Override PartName="/ppt/media/image4.bin" ContentType="image/png"/>
  <Override PartName="/ppt/tags/tag10.xml" ContentType="application/vnd.openxmlformats-officedocument.presentationml.tags+xml"/>
  <Override PartName="/ppt/tags/tag11.xml" ContentType="application/vnd.openxmlformats-officedocument.presentationml.tags+xml"/>
  <Override PartName="/ppt/notesSlides/notesSlide4.xml" ContentType="application/vnd.openxmlformats-officedocument.presentationml.notesSlide+xml"/>
  <Override PartName="/ppt/tags/tag12.xml" ContentType="application/vnd.openxmlformats-officedocument.presentationml.tags+xml"/>
  <Override PartName="/ppt/notesSlides/notesSlide5.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notesSlides/notesSlide6.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7.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8.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notesSlides/notesSlide9.xml" ContentType="application/vnd.openxmlformats-officedocument.presentationml.notesSlide+xml"/>
  <Override PartName="/ppt/media/image6.bin" ContentType="image/jpeg"/>
  <Override PartName="/ppt/tags/tag24.xml" ContentType="application/vnd.openxmlformats-officedocument.presentationml.tags+xml"/>
  <Override PartName="/ppt/tags/tag25.xml" ContentType="application/vnd.openxmlformats-officedocument.presentationml.tags+xml"/>
  <Override PartName="/ppt/notesSlides/notesSlide10.xml" ContentType="application/vnd.openxmlformats-officedocument.presentationml.notesSlide+xml"/>
  <Override PartName="/ppt/media/image7.bin" ContentType="image/jpeg"/>
  <Override PartName="/ppt/tags/tag26.xml" ContentType="application/vnd.openxmlformats-officedocument.presentationml.tags+xml"/>
  <Override PartName="/ppt/tags/tag27.xml" ContentType="application/vnd.openxmlformats-officedocument.presentationml.tags+xml"/>
  <Override PartName="/ppt/notesSlides/notesSlide11.xml" ContentType="application/vnd.openxmlformats-officedocument.presentationml.notesSlide+xml"/>
  <Override PartName="/ppt/tags/tag28.xml" ContentType="application/vnd.openxmlformats-officedocument.presentationml.tags+xml"/>
  <Override PartName="/ppt/notesSlides/notesSlide12.xml" ContentType="application/vnd.openxmlformats-officedocument.presentationml.notesSlide+xml"/>
  <Override PartName="/ppt/tags/tag29.xml" ContentType="application/vnd.openxmlformats-officedocument.presentationml.tags+xml"/>
  <Override PartName="/ppt/media/image8.bin" ContentType="image/png"/>
  <Override PartName="/ppt/tags/tag30.xml" ContentType="application/vnd.openxmlformats-officedocument.presentationml.tags+xml"/>
  <Override PartName="/ppt/notesSlides/notesSlide13.xml" ContentType="application/vnd.openxmlformats-officedocument.presentationml.notesSlide+xml"/>
  <Override PartName="/ppt/tags/tag31.xml" ContentType="application/vnd.openxmlformats-officedocument.presentationml.tags+xml"/>
  <Override PartName="/ppt/notesSlides/notesSlide14.xml" ContentType="application/vnd.openxmlformats-officedocument.presentationml.notesSlide+xml"/>
  <Override PartName="/ppt/tags/tag32.xml" ContentType="application/vnd.openxmlformats-officedocument.presentationml.tags+xml"/>
  <Override PartName="/ppt/notesSlides/notesSlide15.xml" ContentType="application/vnd.openxmlformats-officedocument.presentationml.notesSlide+xml"/>
  <Override PartName="/ppt/tags/tag33.xml" ContentType="application/vnd.openxmlformats-officedocument.presentationml.tags+xml"/>
  <Override PartName="/ppt/notesSlides/notesSlide16.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notesSlides/notesSlide17.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notesSlides/notesSlide18.xml" ContentType="application/vnd.openxmlformats-officedocument.presentationml.notesSlide+xml"/>
  <Override PartName="/ppt/tags/tag38.xml" ContentType="application/vnd.openxmlformats-officedocument.presentationml.tags+xml"/>
  <Override PartName="/ppt/notesSlides/notesSlide19.xml" ContentType="application/vnd.openxmlformats-officedocument.presentationml.notesSlide+xml"/>
  <Override PartName="/ppt/tags/tag39.xml" ContentType="application/vnd.openxmlformats-officedocument.presentationml.tags+xml"/>
  <Override PartName="/ppt/notesSlides/notesSlide20.xml" ContentType="application/vnd.openxmlformats-officedocument.presentationml.notesSlide+xml"/>
  <Override PartName="/ppt/tags/tag40.xml" ContentType="application/vnd.openxmlformats-officedocument.presentationml.tags+xml"/>
  <Override PartName="/ppt/notesSlides/notesSlide21.xml" ContentType="application/vnd.openxmlformats-officedocument.presentationml.notesSlide+xml"/>
  <Override PartName="/ppt/tags/tag41.xml" ContentType="application/vnd.openxmlformats-officedocument.presentationml.tags+xml"/>
  <Override PartName="/ppt/notesSlides/notesSlide22.xml" ContentType="application/vnd.openxmlformats-officedocument.presentationml.notesSlide+xml"/>
  <Override PartName="/ppt/tags/tag42.xml" ContentType="application/vnd.openxmlformats-officedocument.presentationml.tags+xml"/>
  <Override PartName="/ppt/notesSlides/notesSlide23.xml" ContentType="application/vnd.openxmlformats-officedocument.presentationml.notesSlide+xml"/>
  <Override PartName="/ppt/tags/tag43.xml" ContentType="application/vnd.openxmlformats-officedocument.presentationml.tags+xml"/>
  <Override PartName="/ppt/notesSlides/notesSlide24.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notesSlides/notesSlide25.xml" ContentType="application/vnd.openxmlformats-officedocument.presentationml.notesSlide+xml"/>
  <Override PartName="/ppt/tags/tag46.xml" ContentType="application/vnd.openxmlformats-officedocument.presentationml.tags+xml"/>
  <Override PartName="/ppt/notesSlides/notesSlide26.xml" ContentType="application/vnd.openxmlformats-officedocument.presentationml.notesSlid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media/image9.bin" ContentType="image/png"/>
  <Override PartName="/ppt/tags/tag51.xml" ContentType="application/vnd.openxmlformats-officedocument.presentationml.tags+xml"/>
  <Override PartName="/ppt/notesSlides/notesSlide27.xml" ContentType="application/vnd.openxmlformats-officedocument.presentationml.notesSlide+xml"/>
  <Override PartName="/ppt/tags/tag52.xml" ContentType="application/vnd.openxmlformats-officedocument.presentationml.tags+xml"/>
  <Override PartName="/ppt/notesSlides/notesSlide28.xml" ContentType="application/vnd.openxmlformats-officedocument.presentationml.notesSlide+xml"/>
  <Override PartName="/ppt/tags/tag53.xml" ContentType="application/vnd.openxmlformats-officedocument.presentationml.tags+xml"/>
  <Override PartName="/ppt/tags/tag54.xml" ContentType="application/vnd.openxmlformats-officedocument.presentationml.tags+xml"/>
  <Override PartName="/ppt/notesSlides/notesSlide29.xml" ContentType="application/vnd.openxmlformats-officedocument.presentationml.notesSlide+xml"/>
  <Override PartName="/ppt/tags/tag55.xml" ContentType="application/vnd.openxmlformats-officedocument.presentationml.tags+xml"/>
  <Override PartName="/ppt/tags/tag56.xml" ContentType="application/vnd.openxmlformats-officedocument.presentationml.tags+xml"/>
  <Override PartName="/ppt/notesSlides/notesSlide30.xml" ContentType="application/vnd.openxmlformats-officedocument.presentationml.notesSlide+xml"/>
  <Override PartName="/ppt/media/image11.bin" ContentType="image/png"/>
  <Override PartName="/ppt/tags/tag57.xml" ContentType="application/vnd.openxmlformats-officedocument.presentationml.tags+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8"/>
  </p:sldMasterIdLst>
  <p:notesMasterIdLst>
    <p:notesMasterId r:id="rId45"/>
  </p:notesMasterIdLst>
  <p:handoutMasterIdLst>
    <p:handoutMasterId r:id="rId46"/>
  </p:handoutMasterIdLst>
  <p:sldIdLst>
    <p:sldId id="256" r:id="rId9"/>
    <p:sldId id="257" r:id="rId10"/>
    <p:sldId id="258" r:id="rId11"/>
    <p:sldId id="259" r:id="rId12"/>
    <p:sldId id="260" r:id="rId13"/>
    <p:sldId id="261" r:id="rId14"/>
    <p:sldId id="262" r:id="rId15"/>
    <p:sldId id="263" r:id="rId16"/>
    <p:sldId id="292" r:id="rId17"/>
    <p:sldId id="293"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Lst>
  <p:sldSz cx="12192000" cy="6858000"/>
  <p:notesSz cx="6858000" cy="9144000"/>
  <p:custDataLst>
    <p:tags r:id="rId47"/>
  </p:custDataLst>
  <p:defaultTextStyle>
    <a:defPPr>
      <a:defRPr lang="en-US"/>
    </a:defPPr>
    <a:lvl1pPr marL="0" algn="l" defTabSz="914460" rtl="0" eaLnBrk="1" latinLnBrk="0" hangingPunct="1">
      <a:defRPr sz="1765" kern="1200">
        <a:solidFill>
          <a:schemeClr val="tx1"/>
        </a:solidFill>
        <a:latin typeface="+mn-lt"/>
        <a:ea typeface="+mn-ea"/>
        <a:cs typeface="+mn-cs"/>
      </a:defRPr>
    </a:lvl1pPr>
    <a:lvl2pPr marL="457230" algn="l" defTabSz="914460" rtl="0" eaLnBrk="1" latinLnBrk="0" hangingPunct="1">
      <a:defRPr sz="1765" kern="1200">
        <a:solidFill>
          <a:schemeClr val="tx1"/>
        </a:solidFill>
        <a:latin typeface="+mn-lt"/>
        <a:ea typeface="+mn-ea"/>
        <a:cs typeface="+mn-cs"/>
      </a:defRPr>
    </a:lvl2pPr>
    <a:lvl3pPr marL="914460" algn="l" defTabSz="914460" rtl="0" eaLnBrk="1" latinLnBrk="0" hangingPunct="1">
      <a:defRPr sz="1765" kern="1200">
        <a:solidFill>
          <a:schemeClr val="tx1"/>
        </a:solidFill>
        <a:latin typeface="+mn-lt"/>
        <a:ea typeface="+mn-ea"/>
        <a:cs typeface="+mn-cs"/>
      </a:defRPr>
    </a:lvl3pPr>
    <a:lvl4pPr marL="1371690" algn="l" defTabSz="914460" rtl="0" eaLnBrk="1" latinLnBrk="0" hangingPunct="1">
      <a:defRPr sz="1765" kern="1200">
        <a:solidFill>
          <a:schemeClr val="tx1"/>
        </a:solidFill>
        <a:latin typeface="+mn-lt"/>
        <a:ea typeface="+mn-ea"/>
        <a:cs typeface="+mn-cs"/>
      </a:defRPr>
    </a:lvl4pPr>
    <a:lvl5pPr marL="1828921" algn="l" defTabSz="914460" rtl="0" eaLnBrk="1" latinLnBrk="0" hangingPunct="1">
      <a:defRPr sz="1765" kern="1200">
        <a:solidFill>
          <a:schemeClr val="tx1"/>
        </a:solidFill>
        <a:latin typeface="+mn-lt"/>
        <a:ea typeface="+mn-ea"/>
        <a:cs typeface="+mn-cs"/>
      </a:defRPr>
    </a:lvl5pPr>
    <a:lvl6pPr marL="2286152" algn="l" defTabSz="914460" rtl="0" eaLnBrk="1" latinLnBrk="0" hangingPunct="1">
      <a:defRPr sz="1765" kern="1200">
        <a:solidFill>
          <a:schemeClr val="tx1"/>
        </a:solidFill>
        <a:latin typeface="+mn-lt"/>
        <a:ea typeface="+mn-ea"/>
        <a:cs typeface="+mn-cs"/>
      </a:defRPr>
    </a:lvl6pPr>
    <a:lvl7pPr marL="2743381" algn="l" defTabSz="914460" rtl="0" eaLnBrk="1" latinLnBrk="0" hangingPunct="1">
      <a:defRPr sz="1765" kern="1200">
        <a:solidFill>
          <a:schemeClr val="tx1"/>
        </a:solidFill>
        <a:latin typeface="+mn-lt"/>
        <a:ea typeface="+mn-ea"/>
        <a:cs typeface="+mn-cs"/>
      </a:defRPr>
    </a:lvl7pPr>
    <a:lvl8pPr marL="3200611" algn="l" defTabSz="914460" rtl="0" eaLnBrk="1" latinLnBrk="0" hangingPunct="1">
      <a:defRPr sz="1765" kern="1200">
        <a:solidFill>
          <a:schemeClr val="tx1"/>
        </a:solidFill>
        <a:latin typeface="+mn-lt"/>
        <a:ea typeface="+mn-ea"/>
        <a:cs typeface="+mn-cs"/>
      </a:defRPr>
    </a:lvl8pPr>
    <a:lvl9pPr marL="3657842" algn="l" defTabSz="914460"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WorkshopPLUS - Windows PowerShell: Tool Building" id="{E255A3AB-A43B-4FB9-AAB5-3F0F215CF2F6}">
          <p14:sldIdLst>
            <p14:sldId id="256"/>
            <p14:sldId id="257"/>
          </p14:sldIdLst>
        </p14:section>
        <p14:section name="Parameter attribute" id="{7B5054B6-A008-45F3-B652-1081E59E62B6}">
          <p14:sldIdLst>
            <p14:sldId id="258"/>
            <p14:sldId id="259"/>
            <p14:sldId id="260"/>
            <p14:sldId id="261"/>
            <p14:sldId id="262"/>
            <p14:sldId id="263"/>
            <p14:sldId id="292"/>
            <p14:sldId id="293"/>
            <p14:sldId id="266"/>
            <p14:sldId id="267"/>
          </p14:sldIdLst>
        </p14:section>
        <p14:section name="Parameter validation" id="{D9F216FE-A770-4526-ADC3-CDB4CA8ACA0B}">
          <p14:sldIdLst>
            <p14:sldId id="268"/>
            <p14:sldId id="269"/>
            <p14:sldId id="270"/>
            <p14:sldId id="271"/>
            <p14:sldId id="272"/>
            <p14:sldId id="273"/>
            <p14:sldId id="274"/>
            <p14:sldId id="275"/>
            <p14:sldId id="276"/>
          </p14:sldIdLst>
        </p14:section>
        <p14:section name="Risk Mitigation" id="{D6B235E2-F7A0-484F-A875-608B83B07F95}">
          <p14:sldIdLst>
            <p14:sldId id="277"/>
            <p14:sldId id="278"/>
            <p14:sldId id="279"/>
            <p14:sldId id="280"/>
            <p14:sldId id="281"/>
            <p14:sldId id="282"/>
            <p14:sldId id="283"/>
          </p14:sldIdLst>
        </p14:section>
        <p14:section name="Help" id="{E8406602-96AA-47EA-9059-4E065D507854}">
          <p14:sldIdLst>
            <p14:sldId id="284"/>
            <p14:sldId id="285"/>
            <p14:sldId id="286"/>
          </p14:sldIdLst>
        </p14:section>
        <p14:section name="Output type" id="{3C448D17-67A9-40D8-B184-B7E32FF85A31}">
          <p14:sldIdLst>
            <p14:sldId id="287"/>
            <p14:sldId id="288"/>
            <p14:sldId id="289"/>
          </p14:sldIdLst>
        </p14:section>
        <p14:section name="Lab" id="{6F8CB3A6-B6AF-4CAF-B261-75B2450A9880}">
          <p14:sldIdLst>
            <p14:sldId id="290"/>
            <p14:sldId id="291"/>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7" name="Kory Thacher" initials="KT" lastIdx="21" clrIdx="7">
    <p:extLst>
      <p:ext uri="{19B8F6BF-5375-455C-9EA6-DF929625EA0E}">
        <p15:presenceInfo xmlns:p15="http://schemas.microsoft.com/office/powerpoint/2012/main" userId="Kory Thacher" providerId="None"/>
      </p:ext>
    </p:extLst>
  </p:cmAuthor>
  <p:cmAuthor id="1" name="Mary Feil-Jacobs" initials="MFJ" lastIdx="43" clrIdx="1"/>
  <p:cmAuthor id="8" name="Bobby Reed" initials="BR" lastIdx="1" clrIdx="8">
    <p:extLst>
      <p:ext uri="{19B8F6BF-5375-455C-9EA6-DF929625EA0E}">
        <p15:presenceInfo xmlns:p15="http://schemas.microsoft.com/office/powerpoint/2012/main" userId="S-1-5-21-124525095-708259637-1543119021-1282804" providerId="AD"/>
      </p:ext>
    </p:extLst>
  </p:cmAuthor>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9" name="Kory Thacher" initials="KT [2]" lastIdx="3" clrIdx="9">
    <p:extLst>
      <p:ext uri="{19B8F6BF-5375-455C-9EA6-DF929625EA0E}">
        <p15:presenceInfo xmlns:p15="http://schemas.microsoft.com/office/powerpoint/2012/main" userId="S::korythac@microsoft.com::995eb0f2-f21c-467c-a947-4f8fc26d0f2e" providerId="AD"/>
      </p:ext>
    </p:extLst>
  </p:cmAuthor>
  <p:cmAuthor id="3" name="Mary Feil-Jacobs" initials="MF" lastIdx="22" clrIdx="3">
    <p:extLst>
      <p:ext uri="{19B8F6BF-5375-455C-9EA6-DF929625EA0E}">
        <p15:presenceInfo xmlns:p15="http://schemas.microsoft.com/office/powerpoint/2012/main" userId="S-1-5-21-2127521184-1604012920-1887927527-65006" providerId="AD"/>
      </p:ext>
    </p:extLst>
  </p:cmAuthor>
  <p:cmAuthor id="10" name="Daniele De Angelis" initials="DDA" lastIdx="10" clrIdx="10">
    <p:extLst>
      <p:ext uri="{19B8F6BF-5375-455C-9EA6-DF929625EA0E}">
        <p15:presenceInfo xmlns:p15="http://schemas.microsoft.com/office/powerpoint/2012/main" userId="S-1-12-1-2452767479-1291761134-4129584829-612651018" providerId="AD"/>
      </p:ext>
    </p:extLst>
  </p:cmAuthor>
  <p:cmAuthor id="4" name="Mark Short" initials="MS" lastIdx="3" clrIdx="4">
    <p:extLst>
      <p:ext uri="{19B8F6BF-5375-455C-9EA6-DF929625EA0E}">
        <p15:presenceInfo xmlns:p15="http://schemas.microsoft.com/office/powerpoint/2012/main" userId="S-1-5-21-2127521184-1604012920-1887927527-228755" providerId="AD"/>
      </p:ext>
    </p:extLst>
  </p:cmAuthor>
  <p:cmAuthor id="5" name="Martijn van Geffen" initials="MvG" lastIdx="11" clrIdx="5">
    <p:extLst>
      <p:ext uri="{19B8F6BF-5375-455C-9EA6-DF929625EA0E}">
        <p15:presenceInfo xmlns:p15="http://schemas.microsoft.com/office/powerpoint/2012/main" userId="S::mavangef@microsoft.com::0d8ea57d-840a-4839-b208-007caa94e8f4" providerId="AD"/>
      </p:ext>
    </p:extLst>
  </p:cmAuthor>
  <p:cmAuthor id="6" name="Ivan Mirchev" initials="IM" lastIdx="4" clrIdx="6">
    <p:extLst>
      <p:ext uri="{19B8F6BF-5375-455C-9EA6-DF929625EA0E}">
        <p15:presenceInfo xmlns:p15="http://schemas.microsoft.com/office/powerpoint/2012/main" userId="S-1-5-21-1721254763-462695806-1538882281-382001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D7D7"/>
    <a:srgbClr val="00317B"/>
    <a:srgbClr val="0078D7"/>
    <a:srgbClr val="969696"/>
    <a:srgbClr val="525252"/>
    <a:srgbClr val="E3008C"/>
    <a:srgbClr val="5C005C"/>
    <a:srgbClr val="603C88"/>
    <a:srgbClr val="32145A"/>
    <a:srgbClr val="B4A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89" autoAdjust="0"/>
    <p:restoredTop sz="71406" autoAdjust="0"/>
  </p:normalViewPr>
  <p:slideViewPr>
    <p:cSldViewPr>
      <p:cViewPr varScale="1">
        <p:scale>
          <a:sx n="70" d="100"/>
          <a:sy n="70" d="100"/>
        </p:scale>
        <p:origin x="2148" y="288"/>
      </p:cViewPr>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6240"/>
    </p:cViewPr>
  </p:sorterViewPr>
  <p:notesViewPr>
    <p:cSldViewPr showGuides="1">
      <p:cViewPr varScale="1">
        <p:scale>
          <a:sx n="84" d="100"/>
          <a:sy n="84" d="100"/>
        </p:scale>
        <p:origin x="5748"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tags" Target="tags/tag1.xml"/><Relationship Id="rId50" Type="http://schemas.openxmlformats.org/officeDocument/2006/relationships/viewProps" Target="viewProps.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notesMaster" Target="notesMasters/notesMaster1.xml"/><Relationship Id="rId5" Type="http://schemas.openxmlformats.org/officeDocument/2006/relationships/customXml" Target="../customXml/item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presProps" Target="presProps.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commentAuthors" Target="commentAuthors.xml"/><Relationship Id="rId8" Type="http://schemas.openxmlformats.org/officeDocument/2006/relationships/slideMaster" Target="slideMasters/slideMaster1.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handoutMaster" Target="handoutMasters/handoutMaster1.xml"/><Relationship Id="rId20" Type="http://schemas.openxmlformats.org/officeDocument/2006/relationships/slide" Target="slides/slide12.xml"/><Relationship Id="rId41" Type="http://schemas.openxmlformats.org/officeDocument/2006/relationships/slide" Target="slides/slide33.xml"/><Relationship Id="rId1" Type="http://schemas.openxmlformats.org/officeDocument/2006/relationships/customXml" Target="../customXml/item1.xml"/><Relationship Id="rId6" Type="http://schemas.openxmlformats.org/officeDocument/2006/relationships/customXml" Target="../customXml/item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5"/>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95D4D88-BF28-4553-8204-4C69621EE518}" type="datetime8">
              <a:rPr lang="en-US">
                <a:latin typeface="Segoe UI" pitchFamily="34" charset="0"/>
              </a:rPr>
              <a:t>7/5/2025 6:00 PM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5"/>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2017 Microsoft Corporation. All rights reserved. MICROSOFT MAKES NO WARRANTIES, EXPRESS, IMPLIED OR STATUTORY, AS TO THE INFORMATION IN THIS PRESENTATION.</a:t>
            </a:r>
            <a:endPar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dirty="0"/>
          </a:p>
        </p:txBody>
      </p:sp>
      <p:sp>
        <p:nvSpPr>
          <p:cNvPr id="9" name="Slide Image Placeholder 8"/>
          <p:cNvSpPr>
            <a:spLocks noGrp="1" noRot="1" noChangeAspect="1"/>
          </p:cNvSpPr>
          <p:nvPr>
            <p:ph type="sldImg" idx="2"/>
          </p:nvPr>
        </p:nvSpPr>
        <p:spPr>
          <a:xfrm>
            <a:off x="685800" y="887413"/>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a:pPr/>
              <a:t>‹#›</a:t>
            </a:fld>
            <a:endParaRPr lang="en-US" dirty="0"/>
          </a:p>
        </p:txBody>
      </p:sp>
      <p:sp>
        <p:nvSpPr>
          <p:cNvPr id="2" name="Date Placeholder 1">
            <a:extLst>
              <a:ext uri="{FF2B5EF4-FFF2-40B4-BE49-F238E27FC236}">
                <a16:creationId xmlns:a16="http://schemas.microsoft.com/office/drawing/2014/main" id="{A02B0B40-81CD-4EB3-BC26-BB787EEFD0A9}"/>
              </a:ext>
            </a:extLst>
          </p:cNvPr>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atin typeface="Segoe UI Light" panose="020B0502040204020203" pitchFamily="34" charset="0"/>
                <a:cs typeface="Segoe UI Light" panose="020B0502040204020203" pitchFamily="34" charset="0"/>
              </a:defRPr>
            </a:lvl1pPr>
          </a:lstStyle>
          <a:p>
            <a:fld id="{B63683C5-D28F-4EF7-868C-6B282EBD67F9}" type="datetime8">
              <a:rPr lang="en-US"/>
              <a:t>7/5/2025 6:00 PM</a:t>
            </a:fld>
            <a:endParaRPr lang="en-US" dirty="0"/>
          </a:p>
        </p:txBody>
      </p:sp>
      <p:sp>
        <p:nvSpPr>
          <p:cNvPr id="3" name="Footer Placeholder 2">
            <a:extLst>
              <a:ext uri="{FF2B5EF4-FFF2-40B4-BE49-F238E27FC236}">
                <a16:creationId xmlns:a16="http://schemas.microsoft.com/office/drawing/2014/main" id="{FF80F9E5-2A8A-4CC6-87EE-0FA1E1FAC953}"/>
              </a:ext>
            </a:extLst>
          </p:cNvPr>
          <p:cNvSpPr>
            <a:spLocks noGrp="1"/>
          </p:cNvSpPr>
          <p:nvPr>
            <p:ph type="ftr" sz="quarter" idx="4"/>
          </p:nvPr>
        </p:nvSpPr>
        <p:spPr>
          <a:xfrm>
            <a:off x="0" y="8685213"/>
            <a:ext cx="5909309" cy="458787"/>
          </a:xfrm>
          <a:prstGeom prst="rect">
            <a:avLst/>
          </a:prstGeom>
        </p:spPr>
        <p:txBody>
          <a:bodyPr vert="horz" lIns="91440" tIns="45720" rIns="91440" bIns="45720" rtlCol="0" anchor="b"/>
          <a:lstStyle>
            <a:lvl1pPr algn="l">
              <a:defRPr sz="900">
                <a:latin typeface="Segoe UI Light" panose="020B0502040204020203" pitchFamily="34" charset="0"/>
                <a:cs typeface="Segoe UI Light" panose="020B0502040204020203" pitchFamily="34" charset="0"/>
              </a:defRPr>
            </a:lvl1pPr>
          </a:lstStyle>
          <a:p>
            <a:r>
              <a:rPr lang="en-US" dirty="0"/>
              <a:t>© 2017 Microsoft Corporation. All rights reserved. MICROSOFT MAKES NO WARRANTIES, EXPRESS, IMPLIED OR STATUTORY, AS TO THE INFORMATION IN THIS PRESENTATION.</a:t>
            </a:r>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hdr="0" ftr="0"/>
  <p:notesStyle>
    <a:lvl1pPr marL="0" algn="l" defTabSz="914460" rtl="0" eaLnBrk="1" latinLnBrk="0" hangingPunct="1">
      <a:lnSpc>
        <a:spcPct val="90000"/>
      </a:lnSpc>
      <a:spcAft>
        <a:spcPts val="333"/>
      </a:spcAft>
      <a:defRPr sz="882" kern="1200">
        <a:solidFill>
          <a:schemeClr val="tx1"/>
        </a:solidFill>
        <a:latin typeface="Segoe UI Light" pitchFamily="34" charset="0"/>
        <a:ea typeface="+mn-ea"/>
        <a:cs typeface="+mn-cs"/>
      </a:defRPr>
    </a:lvl1pPr>
    <a:lvl2pPr marL="213004" indent="-105840" algn="l" defTabSz="914460"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2pPr>
    <a:lvl3pPr marL="328105" indent="-115102" algn="l" defTabSz="914460"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3pPr>
    <a:lvl4pPr marL="482897" indent="-146853" algn="l" defTabSz="914460"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4pPr>
    <a:lvl5pPr marL="615197" indent="-115102" algn="l" defTabSz="914460"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5pPr>
    <a:lvl6pPr marL="2286152" algn="l" defTabSz="914460" rtl="0" eaLnBrk="1" latinLnBrk="0" hangingPunct="1">
      <a:defRPr sz="1176" kern="1200">
        <a:solidFill>
          <a:schemeClr val="tx1"/>
        </a:solidFill>
        <a:latin typeface="+mn-lt"/>
        <a:ea typeface="+mn-ea"/>
        <a:cs typeface="+mn-cs"/>
      </a:defRPr>
    </a:lvl6pPr>
    <a:lvl7pPr marL="2743381" algn="l" defTabSz="914460" rtl="0" eaLnBrk="1" latinLnBrk="0" hangingPunct="1">
      <a:defRPr sz="1176" kern="1200">
        <a:solidFill>
          <a:schemeClr val="tx1"/>
        </a:solidFill>
        <a:latin typeface="+mn-lt"/>
        <a:ea typeface="+mn-ea"/>
        <a:cs typeface="+mn-cs"/>
      </a:defRPr>
    </a:lvl7pPr>
    <a:lvl8pPr marL="3200611" algn="l" defTabSz="914460" rtl="0" eaLnBrk="1" latinLnBrk="0" hangingPunct="1">
      <a:defRPr sz="1176" kern="1200">
        <a:solidFill>
          <a:schemeClr val="tx1"/>
        </a:solidFill>
        <a:latin typeface="+mn-lt"/>
        <a:ea typeface="+mn-ea"/>
        <a:cs typeface="+mn-cs"/>
      </a:defRPr>
    </a:lvl8pPr>
    <a:lvl9pPr marL="3657842" algn="l" defTabSz="914460"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3"/>
          </p:nvPr>
        </p:nvSpPr>
        <p:spPr/>
        <p:txBody>
          <a:bodyPr/>
          <a:lstStyle/>
          <a:p>
            <a:fld id="{B4008EB6-D09E-4580-8CD6-DDB14511944F}" type="slidenum">
              <a:rPr lang="en-US"/>
              <a:pPr/>
              <a:t>1</a:t>
            </a:fld>
            <a:endParaRPr lang="en-US" dirty="0"/>
          </a:p>
        </p:txBody>
      </p:sp>
      <p:sp>
        <p:nvSpPr>
          <p:cNvPr id="2" name="Date Placeholder 1">
            <a:extLst>
              <a:ext uri="{FF2B5EF4-FFF2-40B4-BE49-F238E27FC236}">
                <a16:creationId xmlns:a16="http://schemas.microsoft.com/office/drawing/2014/main" id="{9E5055FA-07D8-4DA6-AC32-4413A421166A}"/>
              </a:ext>
            </a:extLst>
          </p:cNvPr>
          <p:cNvSpPr>
            <a:spLocks noGrp="1"/>
          </p:cNvSpPr>
          <p:nvPr>
            <p:ph type="dt" idx="14"/>
          </p:nvPr>
        </p:nvSpPr>
        <p:spPr/>
        <p:txBody>
          <a:bodyPr/>
          <a:lstStyle/>
          <a:p>
            <a:fld id="{D452F1B2-5A1B-401B-80FA-F451C4A333CD}" type="datetime8">
              <a:rPr lang="en-US"/>
              <a:pPr/>
              <a:t>7/5/2025 6:00 PM</a:t>
            </a:fld>
            <a:endParaRPr lang="en-US" dirty="0"/>
          </a:p>
        </p:txBody>
      </p:sp>
      <p:sp>
        <p:nvSpPr>
          <p:cNvPr id="6" name="Slide Image Placeholder 5">
            <a:extLst>
              <a:ext uri="{FF2B5EF4-FFF2-40B4-BE49-F238E27FC236}">
                <a16:creationId xmlns:a16="http://schemas.microsoft.com/office/drawing/2014/main" id="{33502380-9092-4FF3-B02C-A2938DCFEE50}"/>
              </a:ext>
            </a:extLst>
          </p:cNvPr>
          <p:cNvSpPr>
            <a:spLocks noGrp="1" noRot="1" noChangeAspect="1"/>
          </p:cNvSpPr>
          <p:nvPr>
            <p:ph type="sldImg"/>
          </p:nvPr>
        </p:nvSpPr>
        <p:spPr/>
      </p:sp>
      <p:sp>
        <p:nvSpPr>
          <p:cNvPr id="8" name="Notes Placeholder 7">
            <a:extLst>
              <a:ext uri="{FF2B5EF4-FFF2-40B4-BE49-F238E27FC236}">
                <a16:creationId xmlns:a16="http://schemas.microsoft.com/office/drawing/2014/main" id="{19988937-EEB7-4434-8C3A-2875505BEEB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5255321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D05318A-054E-416C-A1EB-50D2E4AB3C8E}"/>
              </a:ext>
            </a:extLst>
          </p:cNvPr>
          <p:cNvSpPr>
            <a:spLocks noGrp="1"/>
          </p:cNvSpPr>
          <p:nvPr>
            <p:ph type="sldNum" sz="quarter" idx="10"/>
          </p:nvPr>
        </p:nvSpPr>
        <p:spPr/>
        <p:txBody>
          <a:bodyPr/>
          <a:lstStyle/>
          <a:p>
            <a:fld id="{B4008EB6-D09E-4580-8CD6-DDB14511944F}" type="slidenum">
              <a:rPr lang="en-US"/>
              <a:pPr/>
              <a:t>2</a:t>
            </a:fld>
            <a:endParaRPr lang="en-US" dirty="0"/>
          </a:p>
        </p:txBody>
      </p:sp>
      <p:sp>
        <p:nvSpPr>
          <p:cNvPr id="6" name="Slide Image Placeholder 5">
            <a:extLst>
              <a:ext uri="{FF2B5EF4-FFF2-40B4-BE49-F238E27FC236}">
                <a16:creationId xmlns:a16="http://schemas.microsoft.com/office/drawing/2014/main" id="{AB3A5A5B-5223-4DD5-B85D-9233C92BDFA0}"/>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49C6FDCB-6BB2-45D6-9E4C-5FD135C2D1FC}"/>
              </a:ext>
            </a:extLst>
          </p:cNvPr>
          <p:cNvSpPr>
            <a:spLocks noGrp="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E54A3777-CF28-491E-9D6F-EDB52FCF7CC7}"/>
              </a:ext>
            </a:extLst>
          </p:cNvPr>
          <p:cNvSpPr>
            <a:spLocks noGrp="1"/>
          </p:cNvSpPr>
          <p:nvPr>
            <p:ph type="dt" idx="11"/>
          </p:nvPr>
        </p:nvSpPr>
        <p:spPr/>
        <p:txBody>
          <a:bodyPr/>
          <a:lstStyle/>
          <a:p>
            <a:fld id="{8BF1F277-1E2C-482D-B27F-EC05DCDBE7D6}" type="datetime8">
              <a:rPr lang="en-US"/>
              <a:t>7/5/2025 6:00 PM</a:t>
            </a:fld>
            <a:endParaRPr lang="en-US" dirty="0"/>
          </a:p>
        </p:txBody>
      </p:sp>
    </p:spTree>
    <p:extLst>
      <p:ext uri="{BB962C8B-B14F-4D97-AF65-F5344CB8AC3E}">
        <p14:creationId xmlns:p14="http://schemas.microsoft.com/office/powerpoint/2010/main" val="26856699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pPr lvl="0"/>
            <a:fld id="{8B263312-38AA-4E1E-B2B5-0F8F122B24FE}" type="slidenum">
              <a:rPr lang="en-US" noProof="0"/>
              <a:pPr lvl="0"/>
              <a:t>3</a:t>
            </a:fld>
            <a:endParaRPr lang="en-US" noProof="0" dirty="0"/>
          </a:p>
        </p:txBody>
      </p:sp>
      <p:sp>
        <p:nvSpPr>
          <p:cNvPr id="3" name="Date Placeholder 2">
            <a:extLst>
              <a:ext uri="{FF2B5EF4-FFF2-40B4-BE49-F238E27FC236}">
                <a16:creationId xmlns:a16="http://schemas.microsoft.com/office/drawing/2014/main" id="{AADD9822-205E-411A-98E8-614EE76611C1}"/>
              </a:ext>
            </a:extLst>
          </p:cNvPr>
          <p:cNvSpPr>
            <a:spLocks noGrp="1"/>
          </p:cNvSpPr>
          <p:nvPr>
            <p:ph type="dt" idx="14"/>
          </p:nvPr>
        </p:nvSpPr>
        <p:spPr/>
        <p:txBody>
          <a:bodyPr/>
          <a:lstStyle/>
          <a:p>
            <a:fld id="{C6C9641A-9089-4752-A056-B1CBB82B5AD3}" type="datetime1">
              <a:rPr lang="en-US"/>
              <a:t>7/5/2025</a:t>
            </a:fld>
            <a:endParaRPr lang="en-US" dirty="0"/>
          </a:p>
        </p:txBody>
      </p:sp>
      <p:sp>
        <p:nvSpPr>
          <p:cNvPr id="8" name="Slide Image Placeholder 7">
            <a:extLst>
              <a:ext uri="{FF2B5EF4-FFF2-40B4-BE49-F238E27FC236}">
                <a16:creationId xmlns:a16="http://schemas.microsoft.com/office/drawing/2014/main" id="{93D79A44-A14C-46C2-9D88-AA4F08A12BF7}"/>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A6027BF1-B3D5-47B5-BC6F-966DC5AB1C5A}"/>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Header Placeholder 3">
            <a:extLst>
              <a:ext uri="{FF2B5EF4-FFF2-40B4-BE49-F238E27FC236}">
                <a16:creationId xmlns:a16="http://schemas.microsoft.com/office/drawing/2014/main" id="{024AF13D-BB1E-4F4A-BD0B-2ACA4B636AC1}"/>
              </a:ext>
            </a:extLst>
          </p:cNvPr>
          <p:cNvSpPr>
            <a:spLocks noGrp="1"/>
          </p:cNvSpPr>
          <p:nvPr>
            <p:ph type="hdr" sz="quarter" idx="15"/>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39850741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Tree>
    <p:extLst>
      <p:ext uri="{BB962C8B-B14F-4D97-AF65-F5344CB8AC3E}">
        <p14:creationId xmlns:p14="http://schemas.microsoft.com/office/powerpoint/2010/main" val="30805292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491792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008EB6-D09E-4580-8CD6-DDB14511944F}" type="slidenum">
              <a:rPr lang="en-US"/>
              <a:pPr/>
              <a:t>7</a:t>
            </a:fld>
            <a:endParaRPr lang="en-US" dirty="0"/>
          </a:p>
        </p:txBody>
      </p:sp>
      <p:sp>
        <p:nvSpPr>
          <p:cNvPr id="5" name="Date Placeholder 4"/>
          <p:cNvSpPr>
            <a:spLocks noGrp="1"/>
          </p:cNvSpPr>
          <p:nvPr>
            <p:ph type="dt" idx="1"/>
          </p:nvPr>
        </p:nvSpPr>
        <p:spPr/>
        <p:txBody>
          <a:bodyPr/>
          <a:lstStyle/>
          <a:p>
            <a:fld id="{B63683C5-D28F-4EF7-868C-6B282EBD67F9}" type="datetime8">
              <a:rPr lang="en-US"/>
              <a:t>7/5/2025 6:00 PM</a:t>
            </a:fld>
            <a:endParaRPr lang="en-US" dirty="0"/>
          </a:p>
        </p:txBody>
      </p:sp>
    </p:spTree>
    <p:extLst>
      <p:ext uri="{BB962C8B-B14F-4D97-AF65-F5344CB8AC3E}">
        <p14:creationId xmlns:p14="http://schemas.microsoft.com/office/powerpoint/2010/main" val="29417094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Controlling input for new user creation. If function then creates UPN or SMTP values based on name values, need to ensure and control when a value is required or not and what to do with the rest of the incoming data. Without the </a:t>
            </a:r>
            <a:r>
              <a:rPr lang="en-US" dirty="0" err="1"/>
              <a:t>ValueFromRemaingArgumensts</a:t>
            </a:r>
            <a:r>
              <a:rPr lang="en-US" dirty="0"/>
              <a:t>, some data is lost. </a:t>
            </a:r>
          </a:p>
        </p:txBody>
      </p:sp>
      <p:sp>
        <p:nvSpPr>
          <p:cNvPr id="4" name="Slide Number Placeholder 3"/>
          <p:cNvSpPr>
            <a:spLocks noGrp="1"/>
          </p:cNvSpPr>
          <p:nvPr>
            <p:ph type="sldNum" sz="quarter" idx="5"/>
          </p:nvPr>
        </p:nvSpPr>
        <p:spPr/>
        <p:txBody>
          <a:bodyPr/>
          <a:lstStyle/>
          <a:p>
            <a:fld id="{B4008EB6-D09E-4580-8CD6-DDB14511944F}" type="slidenum">
              <a:rPr lang="en-US"/>
              <a:pPr/>
              <a:t>9</a:t>
            </a:fld>
            <a:endParaRPr lang="en-US" dirty="0"/>
          </a:p>
        </p:txBody>
      </p:sp>
      <p:sp>
        <p:nvSpPr>
          <p:cNvPr id="5" name="Date Placeholder 4"/>
          <p:cNvSpPr>
            <a:spLocks noGrp="1"/>
          </p:cNvSpPr>
          <p:nvPr>
            <p:ph type="dt" idx="1"/>
          </p:nvPr>
        </p:nvSpPr>
        <p:spPr/>
        <p:txBody>
          <a:bodyPr/>
          <a:lstStyle/>
          <a:p>
            <a:fld id="{B63683C5-D28F-4EF7-868C-6B282EBD67F9}" type="datetime8">
              <a:rPr lang="en-US"/>
              <a:t>7/5/2025 6:00 PM</a:t>
            </a:fld>
            <a:endParaRPr lang="en-US" dirty="0"/>
          </a:p>
        </p:txBody>
      </p:sp>
    </p:spTree>
    <p:extLst>
      <p:ext uri="{BB962C8B-B14F-4D97-AF65-F5344CB8AC3E}">
        <p14:creationId xmlns:p14="http://schemas.microsoft.com/office/powerpoint/2010/main" val="14516145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60" rtl="0" eaLnBrk="1" fontAlgn="auto" latinLnBrk="0" hangingPunct="1">
              <a:lnSpc>
                <a:spcPct val="90000"/>
              </a:lnSpc>
              <a:spcBef>
                <a:spcPts val="0"/>
              </a:spcBef>
              <a:spcAft>
                <a:spcPts val="333"/>
              </a:spcAft>
              <a:buClrTx/>
              <a:buSzTx/>
              <a:buFontTx/>
              <a:buNone/>
              <a:tabLst/>
              <a:defRPr/>
            </a:pPr>
            <a:r>
              <a:rPr lang="en-US" dirty="0"/>
              <a:t>Example: This allows Surname and </a:t>
            </a:r>
            <a:r>
              <a:rPr lang="en-US" dirty="0" err="1"/>
              <a:t>GivenName</a:t>
            </a:r>
            <a:r>
              <a:rPr lang="en-US" dirty="0"/>
              <a:t> to be required and both options of if there are more than 3 names for an individual or if there are only 2 names listed for an individual. The function can control the behavior and be flexible to accept a basic variety of input values. </a:t>
            </a:r>
          </a:p>
        </p:txBody>
      </p:sp>
      <p:sp>
        <p:nvSpPr>
          <p:cNvPr id="4" name="Slide Number Placeholder 3"/>
          <p:cNvSpPr>
            <a:spLocks noGrp="1"/>
          </p:cNvSpPr>
          <p:nvPr>
            <p:ph type="sldNum" sz="quarter" idx="5"/>
          </p:nvPr>
        </p:nvSpPr>
        <p:spPr/>
        <p:txBody>
          <a:bodyPr/>
          <a:lstStyle/>
          <a:p>
            <a:fld id="{B4008EB6-D09E-4580-8CD6-DDB14511944F}" type="slidenum">
              <a:rPr lang="en-US"/>
              <a:pPr/>
              <a:t>10</a:t>
            </a:fld>
            <a:endParaRPr lang="en-US" dirty="0"/>
          </a:p>
        </p:txBody>
      </p:sp>
      <p:sp>
        <p:nvSpPr>
          <p:cNvPr id="5" name="Date Placeholder 4"/>
          <p:cNvSpPr>
            <a:spLocks noGrp="1"/>
          </p:cNvSpPr>
          <p:nvPr>
            <p:ph type="dt" idx="1"/>
          </p:nvPr>
        </p:nvSpPr>
        <p:spPr/>
        <p:txBody>
          <a:bodyPr/>
          <a:lstStyle/>
          <a:p>
            <a:fld id="{B63683C5-D28F-4EF7-868C-6B282EBD67F9}" type="datetime8">
              <a:rPr lang="en-US"/>
              <a:t>7/5/2025 6:00 PM</a:t>
            </a:fld>
            <a:endParaRPr lang="en-US" dirty="0"/>
          </a:p>
        </p:txBody>
      </p:sp>
    </p:spTree>
    <p:extLst>
      <p:ext uri="{BB962C8B-B14F-4D97-AF65-F5344CB8AC3E}">
        <p14:creationId xmlns:p14="http://schemas.microsoft.com/office/powerpoint/2010/main" val="29438138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11</a:t>
            </a:fld>
            <a:endParaRPr lang="en-US" dirty="0"/>
          </a:p>
        </p:txBody>
      </p:sp>
      <p:sp>
        <p:nvSpPr>
          <p:cNvPr id="6" name="Date Placeholder 5">
            <a:extLst>
              <a:ext uri="{FF2B5EF4-FFF2-40B4-BE49-F238E27FC236}">
                <a16:creationId xmlns:a16="http://schemas.microsoft.com/office/drawing/2014/main" id="{3EB16111-A97F-457F-91C8-272E5E8DFF89}"/>
              </a:ext>
            </a:extLst>
          </p:cNvPr>
          <p:cNvSpPr>
            <a:spLocks noGrp="1"/>
          </p:cNvSpPr>
          <p:nvPr>
            <p:ph type="dt" idx="12"/>
          </p:nvPr>
        </p:nvSpPr>
        <p:spPr/>
        <p:txBody>
          <a:bodyPr/>
          <a:lstStyle/>
          <a:p>
            <a:fld id="{997C9337-20C5-41EF-80F6-63D1F94ABC0C}" type="datetime1">
              <a:rPr lang="en-US"/>
              <a:t>7/5/2025</a:t>
            </a:fld>
            <a:endParaRPr lang="en-US" dirty="0"/>
          </a:p>
        </p:txBody>
      </p:sp>
      <p:sp>
        <p:nvSpPr>
          <p:cNvPr id="10" name="Slide Image Placeholder 9">
            <a:extLst>
              <a:ext uri="{FF2B5EF4-FFF2-40B4-BE49-F238E27FC236}">
                <a16:creationId xmlns:a16="http://schemas.microsoft.com/office/drawing/2014/main" id="{1E1408CB-E158-45EC-A705-EC77EDB9E722}"/>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80831AF6-C812-4CA9-9A84-72B9BD292CB0}"/>
              </a:ext>
            </a:extLst>
          </p:cNvPr>
          <p:cNvSpPr>
            <a:spLocks noGrp="1"/>
          </p:cNvSpPr>
          <p:nvPr>
            <p:ph type="body" idx="1"/>
          </p:nvPr>
        </p:nvSpPr>
        <p:spPr>
          <a:xfrm>
            <a:off x="685800" y="4400550"/>
            <a:ext cx="5486400" cy="3600450"/>
          </a:xfrm>
          <a:prstGeom prst="rect">
            <a:avLst/>
          </a:prstGeom>
        </p:spPr>
        <p:txBody>
          <a:bodyPr/>
          <a:lstStyle/>
          <a:p>
            <a:endParaRPr lang="en-IL"/>
          </a:p>
        </p:txBody>
      </p:sp>
      <p:sp>
        <p:nvSpPr>
          <p:cNvPr id="2" name="Header Placeholder 1">
            <a:extLst>
              <a:ext uri="{FF2B5EF4-FFF2-40B4-BE49-F238E27FC236}">
                <a16:creationId xmlns:a16="http://schemas.microsoft.com/office/drawing/2014/main" id="{9830E05C-8F70-4854-835C-C7C6F7556052}"/>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33327012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12</a:t>
            </a:fld>
            <a:endParaRPr lang="en-US" dirty="0"/>
          </a:p>
        </p:txBody>
      </p:sp>
      <p:sp>
        <p:nvSpPr>
          <p:cNvPr id="3" name="Date Placeholder 2">
            <a:extLst>
              <a:ext uri="{FF2B5EF4-FFF2-40B4-BE49-F238E27FC236}">
                <a16:creationId xmlns:a16="http://schemas.microsoft.com/office/drawing/2014/main" id="{3F5CF34F-AAAC-430A-B32E-0E692172CC07}"/>
              </a:ext>
            </a:extLst>
          </p:cNvPr>
          <p:cNvSpPr>
            <a:spLocks noGrp="1"/>
          </p:cNvSpPr>
          <p:nvPr>
            <p:ph type="dt" idx="12"/>
          </p:nvPr>
        </p:nvSpPr>
        <p:spPr/>
        <p:txBody>
          <a:bodyPr/>
          <a:lstStyle/>
          <a:p>
            <a:fld id="{592BAB5C-9CDE-47A0-89B0-1BD39C8B7942}" type="datetime1">
              <a:rPr lang="en-US"/>
              <a:t>7/5/2025</a:t>
            </a:fld>
            <a:endParaRPr lang="en-US" dirty="0"/>
          </a:p>
        </p:txBody>
      </p:sp>
      <p:sp>
        <p:nvSpPr>
          <p:cNvPr id="8" name="Slide Image Placeholder 7">
            <a:extLst>
              <a:ext uri="{FF2B5EF4-FFF2-40B4-BE49-F238E27FC236}">
                <a16:creationId xmlns:a16="http://schemas.microsoft.com/office/drawing/2014/main" id="{654651DE-103E-4094-B964-7B0DFE8C6CAE}"/>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C3520F82-A4D0-447A-A8E5-3467A10ECFD1}"/>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5" name="Header Placeholder 4">
            <a:extLst>
              <a:ext uri="{FF2B5EF4-FFF2-40B4-BE49-F238E27FC236}">
                <a16:creationId xmlns:a16="http://schemas.microsoft.com/office/drawing/2014/main" id="{8EE692BC-11D2-4F9E-8DF7-B5F3979836BF}"/>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31780399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r>
              <a:rPr lang="en-US" dirty="0"/>
              <a:t>Example: List of 30 names to create user objects for AD. However, if any of the values are wrong and checked at the parameter level, then none are created. If however, code is used to accept all rows of data and then confirm if users can be created, job would have a higher success rate, but additional coding and error handling of users not being created would need to be taken into account. Or just ensure all data is sanitized before ingesting into function. </a:t>
            </a:r>
          </a:p>
        </p:txBody>
      </p:sp>
    </p:spTree>
    <p:extLst>
      <p:ext uri="{BB962C8B-B14F-4D97-AF65-F5344CB8AC3E}">
        <p14:creationId xmlns:p14="http://schemas.microsoft.com/office/powerpoint/2010/main" val="30805292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allows an input from various sources, or from a CSV file that people keep changing the header column information. Easy to just add an alias instead of re-coding all variable references in code. </a:t>
            </a:r>
          </a:p>
        </p:txBody>
      </p:sp>
      <p:sp>
        <p:nvSpPr>
          <p:cNvPr id="4" name="Slide Number Placeholder 3"/>
          <p:cNvSpPr>
            <a:spLocks noGrp="1"/>
          </p:cNvSpPr>
          <p:nvPr>
            <p:ph type="sldNum" sz="quarter" idx="5"/>
          </p:nvPr>
        </p:nvSpPr>
        <p:spPr/>
        <p:txBody>
          <a:bodyPr/>
          <a:lstStyle/>
          <a:p>
            <a:fld id="{B4008EB6-D09E-4580-8CD6-DDB14511944F}" type="slidenum">
              <a:rPr lang="en-US"/>
              <a:pPr/>
              <a:t>14</a:t>
            </a:fld>
            <a:endParaRPr lang="en-US" dirty="0"/>
          </a:p>
        </p:txBody>
      </p:sp>
      <p:sp>
        <p:nvSpPr>
          <p:cNvPr id="5" name="Date Placeholder 4"/>
          <p:cNvSpPr>
            <a:spLocks noGrp="1"/>
          </p:cNvSpPr>
          <p:nvPr>
            <p:ph type="dt" idx="1"/>
          </p:nvPr>
        </p:nvSpPr>
        <p:spPr/>
        <p:txBody>
          <a:bodyPr/>
          <a:lstStyle/>
          <a:p>
            <a:fld id="{B63683C5-D28F-4EF7-868C-6B282EBD67F9}" type="datetime8">
              <a:rPr lang="en-US"/>
              <a:t>7/5/2025 6:00 PM</a:t>
            </a:fld>
            <a:endParaRPr lang="en-US" dirty="0"/>
          </a:p>
        </p:txBody>
      </p:sp>
    </p:spTree>
    <p:extLst>
      <p:ext uri="{BB962C8B-B14F-4D97-AF65-F5344CB8AC3E}">
        <p14:creationId xmlns:p14="http://schemas.microsoft.com/office/powerpoint/2010/main" val="34989396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ußzeilenplatzhalter 3"/>
          <p:cNvSpPr>
            <a:spLocks noGrp="1"/>
          </p:cNvSpPr>
          <p:nvPr>
            <p:ph type="ftr" sz="quarter" idx="4"/>
          </p:nvPr>
        </p:nvSpPr>
        <p:spPr/>
        <p:txBody>
          <a:bodyPr/>
          <a:lstStyle/>
          <a:p>
            <a:r>
              <a:rPr lang="en-US" noProof="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a:p>
            <a:endParaRPr lang="en-US" noProof="0" dirty="0"/>
          </a:p>
        </p:txBody>
      </p:sp>
      <p:sp>
        <p:nvSpPr>
          <p:cNvPr id="5" name="Foliennummernplatzhalter 4"/>
          <p:cNvSpPr>
            <a:spLocks noGrp="1"/>
          </p:cNvSpPr>
          <p:nvPr>
            <p:ph type="sldNum" sz="quarter" idx="5"/>
          </p:nvPr>
        </p:nvSpPr>
        <p:spPr/>
        <p:txBody>
          <a:bodyPr/>
          <a:lstStyle/>
          <a:p>
            <a:fld id="{2910A2D9-F064-48EF-99CB-A51108C1AB40}" type="slidenum">
              <a:rPr lang="en-US" noProof="0"/>
              <a:t>16</a:t>
            </a:fld>
            <a:endParaRPr lang="en-US" noProof="0" dirty="0"/>
          </a:p>
        </p:txBody>
      </p:sp>
    </p:spTree>
    <p:extLst>
      <p:ext uri="{BB962C8B-B14F-4D97-AF65-F5344CB8AC3E}">
        <p14:creationId xmlns:p14="http://schemas.microsoft.com/office/powerpoint/2010/main" val="11869287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ußzeilenplatzhalter 3"/>
          <p:cNvSpPr>
            <a:spLocks noGrp="1"/>
          </p:cNvSpPr>
          <p:nvPr>
            <p:ph type="ftr" sz="quarter" idx="4"/>
          </p:nvPr>
        </p:nvSpPr>
        <p:spPr/>
        <p:txBody>
          <a:bodyPr/>
          <a:lstStyle/>
          <a:p>
            <a:r>
              <a:rPr lang="en-US" noProof="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a:p>
            <a:endParaRPr lang="en-US" noProof="0" dirty="0"/>
          </a:p>
        </p:txBody>
      </p:sp>
      <p:sp>
        <p:nvSpPr>
          <p:cNvPr id="5" name="Foliennummernplatzhalter 4"/>
          <p:cNvSpPr>
            <a:spLocks noGrp="1"/>
          </p:cNvSpPr>
          <p:nvPr>
            <p:ph type="sldNum" sz="quarter" idx="5"/>
          </p:nvPr>
        </p:nvSpPr>
        <p:spPr/>
        <p:txBody>
          <a:bodyPr/>
          <a:lstStyle/>
          <a:p>
            <a:fld id="{2910A2D9-F064-48EF-99CB-A51108C1AB40}" type="slidenum">
              <a:rPr lang="en-US" noProof="0"/>
              <a:t>17</a:t>
            </a:fld>
            <a:endParaRPr lang="en-US" noProof="0" dirty="0"/>
          </a:p>
        </p:txBody>
      </p:sp>
    </p:spTree>
    <p:extLst>
      <p:ext uri="{BB962C8B-B14F-4D97-AF65-F5344CB8AC3E}">
        <p14:creationId xmlns:p14="http://schemas.microsoft.com/office/powerpoint/2010/main" val="11869287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ußzeilenplatzhalter 3"/>
          <p:cNvSpPr>
            <a:spLocks noGrp="1"/>
          </p:cNvSpPr>
          <p:nvPr>
            <p:ph type="ftr" sz="quarter" idx="4"/>
          </p:nvPr>
        </p:nvSpPr>
        <p:spPr/>
        <p:txBody>
          <a:bodyPr/>
          <a:lstStyle/>
          <a:p>
            <a:r>
              <a:rPr lang="en-US" noProof="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a:p>
            <a:endParaRPr lang="en-US" noProof="0" dirty="0"/>
          </a:p>
        </p:txBody>
      </p:sp>
      <p:sp>
        <p:nvSpPr>
          <p:cNvPr id="5" name="Foliennummernplatzhalter 4"/>
          <p:cNvSpPr>
            <a:spLocks noGrp="1"/>
          </p:cNvSpPr>
          <p:nvPr>
            <p:ph type="sldNum" sz="quarter" idx="5"/>
          </p:nvPr>
        </p:nvSpPr>
        <p:spPr/>
        <p:txBody>
          <a:bodyPr/>
          <a:lstStyle/>
          <a:p>
            <a:fld id="{2910A2D9-F064-48EF-99CB-A51108C1AB40}" type="slidenum">
              <a:rPr lang="en-US" noProof="0"/>
              <a:t>18</a:t>
            </a:fld>
            <a:endParaRPr lang="en-US" noProof="0" dirty="0"/>
          </a:p>
        </p:txBody>
      </p:sp>
    </p:spTree>
    <p:extLst>
      <p:ext uri="{BB962C8B-B14F-4D97-AF65-F5344CB8AC3E}">
        <p14:creationId xmlns:p14="http://schemas.microsoft.com/office/powerpoint/2010/main" val="11869287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ußzeilenplatzhalter 3"/>
          <p:cNvSpPr>
            <a:spLocks noGrp="1"/>
          </p:cNvSpPr>
          <p:nvPr>
            <p:ph type="ftr" sz="quarter" idx="4"/>
          </p:nvPr>
        </p:nvSpPr>
        <p:spPr/>
        <p:txBody>
          <a:bodyPr/>
          <a:lstStyle/>
          <a:p>
            <a:r>
              <a:rPr lang="en-US" noProof="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a:p>
            <a:endParaRPr lang="en-US" noProof="0" dirty="0"/>
          </a:p>
        </p:txBody>
      </p:sp>
      <p:sp>
        <p:nvSpPr>
          <p:cNvPr id="5" name="Foliennummernplatzhalter 4"/>
          <p:cNvSpPr>
            <a:spLocks noGrp="1"/>
          </p:cNvSpPr>
          <p:nvPr>
            <p:ph type="sldNum" sz="quarter" idx="5"/>
          </p:nvPr>
        </p:nvSpPr>
        <p:spPr/>
        <p:txBody>
          <a:bodyPr/>
          <a:lstStyle/>
          <a:p>
            <a:fld id="{2910A2D9-F064-48EF-99CB-A51108C1AB40}" type="slidenum">
              <a:rPr lang="en-US" noProof="0"/>
              <a:t>19</a:t>
            </a:fld>
            <a:endParaRPr lang="en-US" noProof="0" dirty="0"/>
          </a:p>
        </p:txBody>
      </p:sp>
    </p:spTree>
    <p:extLst>
      <p:ext uri="{BB962C8B-B14F-4D97-AF65-F5344CB8AC3E}">
        <p14:creationId xmlns:p14="http://schemas.microsoft.com/office/powerpoint/2010/main" val="11869287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20</a:t>
            </a:fld>
            <a:endParaRPr lang="en-US" dirty="0"/>
          </a:p>
        </p:txBody>
      </p:sp>
      <p:sp>
        <p:nvSpPr>
          <p:cNvPr id="6" name="Date Placeholder 5">
            <a:extLst>
              <a:ext uri="{FF2B5EF4-FFF2-40B4-BE49-F238E27FC236}">
                <a16:creationId xmlns:a16="http://schemas.microsoft.com/office/drawing/2014/main" id="{3EB16111-A97F-457F-91C8-272E5E8DFF89}"/>
              </a:ext>
            </a:extLst>
          </p:cNvPr>
          <p:cNvSpPr>
            <a:spLocks noGrp="1"/>
          </p:cNvSpPr>
          <p:nvPr>
            <p:ph type="dt" idx="12"/>
          </p:nvPr>
        </p:nvSpPr>
        <p:spPr/>
        <p:txBody>
          <a:bodyPr/>
          <a:lstStyle/>
          <a:p>
            <a:fld id="{997C9337-20C5-41EF-80F6-63D1F94ABC0C}" type="datetime1">
              <a:rPr lang="en-US"/>
              <a:t>7/5/2025</a:t>
            </a:fld>
            <a:endParaRPr lang="en-US" dirty="0"/>
          </a:p>
        </p:txBody>
      </p:sp>
      <p:sp>
        <p:nvSpPr>
          <p:cNvPr id="10" name="Slide Image Placeholder 9">
            <a:extLst>
              <a:ext uri="{FF2B5EF4-FFF2-40B4-BE49-F238E27FC236}">
                <a16:creationId xmlns:a16="http://schemas.microsoft.com/office/drawing/2014/main" id="{1E1408CB-E158-45EC-A705-EC77EDB9E722}"/>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80831AF6-C812-4CA9-9A84-72B9BD292CB0}"/>
              </a:ext>
            </a:extLst>
          </p:cNvPr>
          <p:cNvSpPr>
            <a:spLocks noGrp="1"/>
          </p:cNvSpPr>
          <p:nvPr>
            <p:ph type="body" idx="1"/>
          </p:nvPr>
        </p:nvSpPr>
        <p:spPr>
          <a:xfrm>
            <a:off x="685800" y="4400550"/>
            <a:ext cx="5486400" cy="3600450"/>
          </a:xfrm>
          <a:prstGeom prst="rect">
            <a:avLst/>
          </a:prstGeom>
        </p:spPr>
        <p:txBody>
          <a:bodyPr/>
          <a:lstStyle/>
          <a:p>
            <a:endParaRPr lang="en-IL"/>
          </a:p>
        </p:txBody>
      </p:sp>
      <p:sp>
        <p:nvSpPr>
          <p:cNvPr id="2" name="Header Placeholder 1">
            <a:extLst>
              <a:ext uri="{FF2B5EF4-FFF2-40B4-BE49-F238E27FC236}">
                <a16:creationId xmlns:a16="http://schemas.microsoft.com/office/drawing/2014/main" id="{9830E05C-8F70-4854-835C-C7C6F7556052}"/>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11778484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21</a:t>
            </a:fld>
            <a:endParaRPr lang="en-US" dirty="0"/>
          </a:p>
        </p:txBody>
      </p:sp>
      <p:sp>
        <p:nvSpPr>
          <p:cNvPr id="3" name="Date Placeholder 2">
            <a:extLst>
              <a:ext uri="{FF2B5EF4-FFF2-40B4-BE49-F238E27FC236}">
                <a16:creationId xmlns:a16="http://schemas.microsoft.com/office/drawing/2014/main" id="{3F5CF34F-AAAC-430A-B32E-0E692172CC07}"/>
              </a:ext>
            </a:extLst>
          </p:cNvPr>
          <p:cNvSpPr>
            <a:spLocks noGrp="1"/>
          </p:cNvSpPr>
          <p:nvPr>
            <p:ph type="dt" idx="12"/>
          </p:nvPr>
        </p:nvSpPr>
        <p:spPr/>
        <p:txBody>
          <a:bodyPr/>
          <a:lstStyle/>
          <a:p>
            <a:fld id="{592BAB5C-9CDE-47A0-89B0-1BD39C8B7942}" type="datetime1">
              <a:rPr lang="en-US"/>
              <a:t>7/5/2025</a:t>
            </a:fld>
            <a:endParaRPr lang="en-US" dirty="0"/>
          </a:p>
        </p:txBody>
      </p:sp>
      <p:sp>
        <p:nvSpPr>
          <p:cNvPr id="8" name="Slide Image Placeholder 7">
            <a:extLst>
              <a:ext uri="{FF2B5EF4-FFF2-40B4-BE49-F238E27FC236}">
                <a16:creationId xmlns:a16="http://schemas.microsoft.com/office/drawing/2014/main" id="{654651DE-103E-4094-B964-7B0DFE8C6CAE}"/>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C3520F82-A4D0-447A-A8E5-3467A10ECFD1}"/>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5" name="Header Placeholder 4">
            <a:extLst>
              <a:ext uri="{FF2B5EF4-FFF2-40B4-BE49-F238E27FC236}">
                <a16:creationId xmlns:a16="http://schemas.microsoft.com/office/drawing/2014/main" id="{8EE692BC-11D2-4F9E-8DF7-B5F3979836BF}"/>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34326176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2099535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60" rtl="0" eaLnBrk="1" fontAlgn="auto" latinLnBrk="0" hangingPunct="1">
              <a:lnSpc>
                <a:spcPct val="90000"/>
              </a:lnSpc>
              <a:spcBef>
                <a:spcPts val="0"/>
              </a:spcBef>
              <a:spcAft>
                <a:spcPts val="333"/>
              </a:spcAft>
              <a:buClrTx/>
              <a:buSzTx/>
              <a:buFontTx/>
              <a:buNone/>
              <a:tabLst/>
              <a:defRPr/>
            </a:pPr>
            <a:r>
              <a:rPr lang="en-US" dirty="0"/>
              <a:t>This is a repeat from the first module, but now goes into more depth on the risk mitigation process. </a:t>
            </a:r>
          </a:p>
          <a:p>
            <a:endParaRPr lang="en-US" dirty="0"/>
          </a:p>
        </p:txBody>
      </p:sp>
    </p:spTree>
    <p:extLst>
      <p:ext uri="{BB962C8B-B14F-4D97-AF65-F5344CB8AC3E}">
        <p14:creationId xmlns:p14="http://schemas.microsoft.com/office/powerpoint/2010/main" val="15257595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60" rtl="0" eaLnBrk="1" fontAlgn="auto" latinLnBrk="0" hangingPunct="1">
              <a:lnSpc>
                <a:spcPct val="90000"/>
              </a:lnSpc>
              <a:spcBef>
                <a:spcPts val="0"/>
              </a:spcBef>
              <a:spcAft>
                <a:spcPts val="333"/>
              </a:spcAft>
              <a:buClrTx/>
              <a:buSzTx/>
              <a:buFontTx/>
              <a:buNone/>
              <a:tabLst/>
              <a:defRPr/>
            </a:pPr>
            <a:r>
              <a:rPr lang="en-US" dirty="0"/>
              <a:t>This is a repeat from the first module, but now goes into more depth on the risk mitigation process. </a:t>
            </a:r>
          </a:p>
          <a:p>
            <a:endParaRPr lang="en-US" dirty="0"/>
          </a:p>
        </p:txBody>
      </p:sp>
    </p:spTree>
    <p:extLst>
      <p:ext uri="{BB962C8B-B14F-4D97-AF65-F5344CB8AC3E}">
        <p14:creationId xmlns:p14="http://schemas.microsoft.com/office/powerpoint/2010/main" val="6940707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Tree>
    <p:extLst>
      <p:ext uri="{BB962C8B-B14F-4D97-AF65-F5344CB8AC3E}">
        <p14:creationId xmlns:p14="http://schemas.microsoft.com/office/powerpoint/2010/main" val="27779466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Tree>
    <p:extLst>
      <p:ext uri="{BB962C8B-B14F-4D97-AF65-F5344CB8AC3E}">
        <p14:creationId xmlns:p14="http://schemas.microsoft.com/office/powerpoint/2010/main" val="41182836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7849912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28</a:t>
            </a:fld>
            <a:endParaRPr lang="en-US" dirty="0"/>
          </a:p>
        </p:txBody>
      </p:sp>
      <p:sp>
        <p:nvSpPr>
          <p:cNvPr id="3" name="Date Placeholder 2">
            <a:extLst>
              <a:ext uri="{FF2B5EF4-FFF2-40B4-BE49-F238E27FC236}">
                <a16:creationId xmlns:a16="http://schemas.microsoft.com/office/drawing/2014/main" id="{3F5CF34F-AAAC-430A-B32E-0E692172CC07}"/>
              </a:ext>
            </a:extLst>
          </p:cNvPr>
          <p:cNvSpPr>
            <a:spLocks noGrp="1"/>
          </p:cNvSpPr>
          <p:nvPr>
            <p:ph type="dt" idx="12"/>
          </p:nvPr>
        </p:nvSpPr>
        <p:spPr/>
        <p:txBody>
          <a:bodyPr/>
          <a:lstStyle/>
          <a:p>
            <a:fld id="{592BAB5C-9CDE-47A0-89B0-1BD39C8B7942}" type="datetime1">
              <a:rPr lang="en-US"/>
              <a:t>7/5/2025</a:t>
            </a:fld>
            <a:endParaRPr lang="en-US" dirty="0"/>
          </a:p>
        </p:txBody>
      </p:sp>
      <p:sp>
        <p:nvSpPr>
          <p:cNvPr id="8" name="Slide Image Placeholder 7">
            <a:extLst>
              <a:ext uri="{FF2B5EF4-FFF2-40B4-BE49-F238E27FC236}">
                <a16:creationId xmlns:a16="http://schemas.microsoft.com/office/drawing/2014/main" id="{654651DE-103E-4094-B964-7B0DFE8C6CAE}"/>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C3520F82-A4D0-447A-A8E5-3467A10ECFD1}"/>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5" name="Header Placeholder 4">
            <a:extLst>
              <a:ext uri="{FF2B5EF4-FFF2-40B4-BE49-F238E27FC236}">
                <a16:creationId xmlns:a16="http://schemas.microsoft.com/office/drawing/2014/main" id="{8EE692BC-11D2-4F9E-8DF7-B5F3979836BF}"/>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7215930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Reminder: </a:t>
            </a:r>
            <a:r>
              <a:rPr lang="en-US" dirty="0"/>
              <a:t>CTRL+J (start snippets) in ISE to have get-help syntax already created. Copy/paste into function or script from the snippet. Fill out information and get-help content is populated. Very easy. No one should ever not have Get-Help content as a good steward of code. </a:t>
            </a:r>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6F1BC979-A1C0-4ED2-A678-6D3EBCD72C4B}" type="slidenum">
              <a:rPr kumimoji="0" lang="es-ES" sz="1800" b="0" i="0" u="none" strike="noStrike" kern="1200" cap="none" spc="0" normalizeH="0" baseline="0" noProof="0">
                <a:ln>
                  <a:noFill/>
                </a:ln>
                <a:solidFill>
                  <a:prstClr val="black"/>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a:t>
            </a:fld>
            <a:endParaRPr kumimoji="0" lang="es-ES"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Placeholder 4"/>
          <p:cNvSpPr>
            <a:spLocks noGrp="1"/>
          </p:cNvSpPr>
          <p:nvPr>
            <p:ph type="ftr" sz="quarter" idx="4"/>
          </p:nvPr>
        </p:nvSpPr>
        <p:spPr>
          <a:xfrm>
            <a:off x="-1" y="8685213"/>
            <a:ext cx="6155473" cy="4572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2013 Microsoft Corporation    	Microsoft Confidential</a:t>
            </a:r>
          </a:p>
        </p:txBody>
      </p:sp>
    </p:spTree>
    <p:extLst>
      <p:ext uri="{BB962C8B-B14F-4D97-AF65-F5344CB8AC3E}">
        <p14:creationId xmlns:p14="http://schemas.microsoft.com/office/powerpoint/2010/main" val="25645608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Tree>
    <p:extLst>
      <p:ext uri="{BB962C8B-B14F-4D97-AF65-F5344CB8AC3E}">
        <p14:creationId xmlns:p14="http://schemas.microsoft.com/office/powerpoint/2010/main" val="9591952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Tree>
    <p:extLst>
      <p:ext uri="{BB962C8B-B14F-4D97-AF65-F5344CB8AC3E}">
        <p14:creationId xmlns:p14="http://schemas.microsoft.com/office/powerpoint/2010/main" val="10752458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34</a:t>
            </a:fld>
            <a:endParaRPr lang="en-US" dirty="0"/>
          </a:p>
        </p:txBody>
      </p:sp>
      <p:sp>
        <p:nvSpPr>
          <p:cNvPr id="3" name="Date Placeholder 2">
            <a:extLst>
              <a:ext uri="{FF2B5EF4-FFF2-40B4-BE49-F238E27FC236}">
                <a16:creationId xmlns:a16="http://schemas.microsoft.com/office/drawing/2014/main" id="{3F5CF34F-AAAC-430A-B32E-0E692172CC07}"/>
              </a:ext>
            </a:extLst>
          </p:cNvPr>
          <p:cNvSpPr>
            <a:spLocks noGrp="1"/>
          </p:cNvSpPr>
          <p:nvPr>
            <p:ph type="dt" idx="12"/>
          </p:nvPr>
        </p:nvSpPr>
        <p:spPr/>
        <p:txBody>
          <a:bodyPr/>
          <a:lstStyle/>
          <a:p>
            <a:fld id="{592BAB5C-9CDE-47A0-89B0-1BD39C8B7942}" type="datetime1">
              <a:rPr lang="en-US"/>
              <a:t>7/5/2025</a:t>
            </a:fld>
            <a:endParaRPr lang="en-US" dirty="0"/>
          </a:p>
        </p:txBody>
      </p:sp>
      <p:sp>
        <p:nvSpPr>
          <p:cNvPr id="8" name="Slide Image Placeholder 7">
            <a:extLst>
              <a:ext uri="{FF2B5EF4-FFF2-40B4-BE49-F238E27FC236}">
                <a16:creationId xmlns:a16="http://schemas.microsoft.com/office/drawing/2014/main" id="{654651DE-103E-4094-B964-7B0DFE8C6CAE}"/>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C3520F82-A4D0-447A-A8E5-3467A10ECFD1}"/>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5" name="Header Placeholder 4">
            <a:extLst>
              <a:ext uri="{FF2B5EF4-FFF2-40B4-BE49-F238E27FC236}">
                <a16:creationId xmlns:a16="http://schemas.microsoft.com/office/drawing/2014/main" id="{8EE692BC-11D2-4F9E-8DF7-B5F3979836BF}"/>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8068958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10"/>
          </p:nvPr>
        </p:nvSpPr>
        <p:spPr/>
        <p:txBody>
          <a:bodyPr/>
          <a:lstStyle/>
          <a:p>
            <a:fld id="{B4008EB6-D09E-4580-8CD6-DDB14511944F}" type="slidenum">
              <a:rPr lang="en-US"/>
              <a:pPr/>
              <a:t>35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Slide Image Placeholder 12">
            <a:extLst>
              <a:ext uri="{FF2B5EF4-FFF2-40B4-BE49-F238E27FC236}">
                <a16:creationId xmlns:a16="http://schemas.microsoft.com/office/drawing/2014/main" id="{4F029D2E-C6F0-43A8-B828-60279B978610}"/>
              </a:ext>
            </a:extLst>
          </p:cNvPr>
          <p:cNvSpPr>
            <a:spLocks noGrp="1" noRot="1" noChangeAspect="1"/>
          </p:cNvSpPr>
          <p:nvPr>
            <p:ph type="sldImg"/>
          </p:nvPr>
        </p:nvSpPr>
        <p:spPr>
          <a:xfrm>
            <a:off x="696913" y="857250"/>
            <a:ext cx="5486400" cy="3086100"/>
          </a:xfrm>
        </p:spPr>
      </p:sp>
    </p:spTree>
    <p:extLst>
      <p:ext uri="{BB962C8B-B14F-4D97-AF65-F5344CB8AC3E}">
        <p14:creationId xmlns:p14="http://schemas.microsoft.com/office/powerpoint/2010/main" val="14670122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3"/>
          </p:nvPr>
        </p:nvSpPr>
        <p:spPr/>
        <p:txBody>
          <a:bodyPr/>
          <a:lstStyle/>
          <a:p>
            <a:fld id="{EC87E0CF-87F6-4B58-B8B8-DCAB2DAAF3CA}" type="slidenum">
              <a:rPr lang="en-US"/>
              <a:pPr/>
              <a:t>36</a:t>
            </a:fld>
            <a:endParaRPr lang="en-US" dirty="0"/>
          </a:p>
        </p:txBody>
      </p:sp>
      <p:sp>
        <p:nvSpPr>
          <p:cNvPr id="10" name="Slide Image Placeholder 9">
            <a:extLst>
              <a:ext uri="{FF2B5EF4-FFF2-40B4-BE49-F238E27FC236}">
                <a16:creationId xmlns:a16="http://schemas.microsoft.com/office/drawing/2014/main" id="{78F88C93-2AC6-4259-8E72-48689E75DD8E}"/>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5875227C-7667-4D34-AC4C-D2C34D66B61D}"/>
              </a:ext>
            </a:extLst>
          </p:cNvPr>
          <p:cNvSpPr>
            <a:spLocks noGrp="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CF2BF15B-46B3-461E-B4BD-0EA1A9EAF87F}"/>
              </a:ext>
            </a:extLst>
          </p:cNvPr>
          <p:cNvSpPr>
            <a:spLocks noGrp="1"/>
          </p:cNvSpPr>
          <p:nvPr>
            <p:ph type="dt" idx="15"/>
          </p:nvPr>
        </p:nvSpPr>
        <p:spPr/>
        <p:txBody>
          <a:bodyPr/>
          <a:lstStyle/>
          <a:p>
            <a:fld id="{FEF7E070-ACE9-4688-9DF6-05A4C1EB9BC3}" type="datetime8">
              <a:rPr lang="en-US"/>
              <a:t>7/5/2025 6:00 PM</a:t>
            </a:fld>
            <a:endParaRPr lang="en-US" dirty="0"/>
          </a:p>
        </p:txBody>
      </p:sp>
    </p:spTree>
    <p:extLst>
      <p:ext uri="{BB962C8B-B14F-4D97-AF65-F5344CB8AC3E}">
        <p14:creationId xmlns:p14="http://schemas.microsoft.com/office/powerpoint/2010/main" val="15071878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bin"/><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bin"/><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bin"/><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bin"/><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bin"/><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hyperlink" Target="https://www.microsoft.com/en-us/legal/intellectualproperty/permissions/default.aspx" TargetMode="External"/><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bin"/><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hoto_Option">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9688A36C-BC63-4BAF-B681-46924F4FEF72}"/>
              </a:ext>
              <a:ext uri="{C183D7F6-B498-43B3-948B-1728B52AA6E4}">
                <adec:decorative xmlns:adec="http://schemas.microsoft.com/office/drawing/2017/decorative" val="1"/>
              </a:ext>
            </a:extLst>
          </p:cNvPr>
          <p:cNvSpPr>
            <a:spLocks noGrp="1"/>
          </p:cNvSpPr>
          <p:nvPr>
            <p:ph type="pic" sz="quarter" idx="15" hasCustomPrompt="1"/>
          </p:nvPr>
        </p:nvSpPr>
        <p:spPr>
          <a:xfrm>
            <a:off x="0" y="0"/>
            <a:ext cx="12192000" cy="6858000"/>
          </a:xfrm>
        </p:spPr>
        <p:txBody>
          <a:bodyPr/>
          <a:lstStyle>
            <a:lvl1pPr marL="0" indent="0">
              <a:buNone/>
              <a:defRPr/>
            </a:lvl1pPr>
          </a:lstStyle>
          <a:p>
            <a:r>
              <a:rPr lang="en-US" dirty="0"/>
              <a:t> </a:t>
            </a:r>
          </a:p>
        </p:txBody>
      </p:sp>
      <p:sp>
        <p:nvSpPr>
          <p:cNvPr id="10" name="Title 1">
            <a:extLst>
              <a:ext uri="{FF2B5EF4-FFF2-40B4-BE49-F238E27FC236}">
                <a16:creationId xmlns:a16="http://schemas.microsoft.com/office/drawing/2014/main" id="{6918950D-BA52-4C37-9FC7-9B2441DABC4D}"/>
              </a:ext>
            </a:extLst>
          </p:cNvPr>
          <p:cNvSpPr>
            <a:spLocks noGrp="1"/>
          </p:cNvSpPr>
          <p:nvPr>
            <p:ph type="title" hasCustomPrompt="1"/>
          </p:nvPr>
        </p:nvSpPr>
        <p:spPr>
          <a:xfrm>
            <a:off x="621451" y="4519136"/>
            <a:ext cx="10960949" cy="738664"/>
          </a:xfrm>
          <a:noFill/>
        </p:spPr>
        <p:txBody>
          <a:bodyPr wrap="square" lIns="0" tIns="0" rIns="0" bIns="182880" anchor="b" anchorCtr="0">
            <a:spAutoFit/>
          </a:bodyPr>
          <a:lstStyle>
            <a:lvl1pPr>
              <a:lnSpc>
                <a:spcPct val="100000"/>
              </a:lnSpc>
              <a:defRPr sz="3600" strike="noStrike" spc="-147" baseline="0">
                <a:solidFill>
                  <a:schemeClr val="bg2"/>
                </a:solidFill>
              </a:defRPr>
            </a:lvl1pPr>
          </a:lstStyle>
          <a:p>
            <a:r>
              <a:rPr lang="en-US" dirty="0"/>
              <a:t>Presentation Title</a:t>
            </a:r>
          </a:p>
        </p:txBody>
      </p:sp>
      <p:sp>
        <p:nvSpPr>
          <p:cNvPr id="11" name="Text Placeholder 4">
            <a:extLst>
              <a:ext uri="{FF2B5EF4-FFF2-40B4-BE49-F238E27FC236}">
                <a16:creationId xmlns:a16="http://schemas.microsoft.com/office/drawing/2014/main" id="{4B7969DA-51E9-4FB3-BFCC-63C88E80862C}"/>
              </a:ext>
            </a:extLst>
          </p:cNvPr>
          <p:cNvSpPr>
            <a:spLocks noGrp="1"/>
          </p:cNvSpPr>
          <p:nvPr>
            <p:ph type="body" sz="quarter" idx="12" hasCustomPrompt="1"/>
          </p:nvPr>
        </p:nvSpPr>
        <p:spPr>
          <a:xfrm>
            <a:off x="621759" y="5257800"/>
            <a:ext cx="10960641" cy="915892"/>
          </a:xfrm>
          <a:noFill/>
        </p:spPr>
        <p:txBody>
          <a:bodyPr lIns="0" tIns="0" rIns="0" bIns="0" anchor="t">
            <a:noAutofit/>
          </a:bodyPr>
          <a:lstStyle>
            <a:lvl1pPr marL="0" indent="0">
              <a:lnSpc>
                <a:spcPct val="100000"/>
              </a:lnSpc>
              <a:spcBef>
                <a:spcPts val="0"/>
              </a:spcBef>
              <a:buNone/>
              <a:defRPr sz="2200" spc="0" baseline="0">
                <a:solidFill>
                  <a:schemeClr val="bg2"/>
                </a:solidFill>
                <a:latin typeface="+mn-lt"/>
              </a:defRPr>
            </a:lvl1pPr>
          </a:lstStyle>
          <a:p>
            <a:pPr lvl="0"/>
            <a:r>
              <a:rPr lang="en-US" dirty="0"/>
              <a:t>Presenter Name</a:t>
            </a:r>
          </a:p>
        </p:txBody>
      </p:sp>
      <p:sp>
        <p:nvSpPr>
          <p:cNvPr id="3" name="Picture Placeholder 2" descr="Logo">
            <a:extLst>
              <a:ext uri="{FF2B5EF4-FFF2-40B4-BE49-F238E27FC236}">
                <a16:creationId xmlns:a16="http://schemas.microsoft.com/office/drawing/2014/main" id="{E6B00F91-76AF-4D03-A6BF-A8C5D64009A9}"/>
              </a:ext>
              <a:ext uri="{C183D7F6-B498-43B3-948B-1728B52AA6E4}">
                <adec:decorative xmlns:adec="http://schemas.microsoft.com/office/drawing/2017/decorative" val="0"/>
              </a:ext>
            </a:extLst>
          </p:cNvPr>
          <p:cNvSpPr>
            <a:spLocks noGrp="1"/>
          </p:cNvSpPr>
          <p:nvPr>
            <p:ph type="pic" sz="quarter" idx="14" hasCustomPrompt="1"/>
          </p:nvPr>
        </p:nvSpPr>
        <p:spPr>
          <a:xfrm>
            <a:off x="304809" y="304800"/>
            <a:ext cx="2062163" cy="924737"/>
          </a:xfrm>
          <a:noFill/>
        </p:spPr>
        <p:txBody>
          <a:bodyPr anchor="ctr"/>
          <a:lstStyle>
            <a:lvl1pPr marL="0" indent="0" algn="ctr">
              <a:buNone/>
              <a:defRPr>
                <a:solidFill>
                  <a:schemeClr val="bg1">
                    <a:lumMod val="50000"/>
                  </a:schemeClr>
                </a:solidFill>
              </a:defRPr>
            </a:lvl1pPr>
          </a:lstStyle>
          <a:p>
            <a:r>
              <a:rPr lang="en-US" dirty="0"/>
              <a:t> Select Logo</a:t>
            </a:r>
          </a:p>
        </p:txBody>
      </p:sp>
    </p:spTree>
    <p:extLst>
      <p:ext uri="{BB962C8B-B14F-4D97-AF65-F5344CB8AC3E}">
        <p14:creationId xmlns:p14="http://schemas.microsoft.com/office/powerpoint/2010/main" val="15430796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hoto_Option 2">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B21D95A3-707B-494A-8F6A-B2065D3E09E2}"/>
              </a:ext>
              <a:ext uri="{C183D7F6-B498-43B3-948B-1728B52AA6E4}">
                <adec:decorative xmlns:adec="http://schemas.microsoft.com/office/drawing/2017/decorative" val="1"/>
              </a:ext>
            </a:extLst>
          </p:cNvPr>
          <p:cNvSpPr>
            <a:spLocks noGrp="1"/>
          </p:cNvSpPr>
          <p:nvPr>
            <p:ph type="pic" sz="quarter" idx="15" hasCustomPrompt="1"/>
          </p:nvPr>
        </p:nvSpPr>
        <p:spPr>
          <a:xfrm>
            <a:off x="0" y="0"/>
            <a:ext cx="12192000" cy="6858000"/>
          </a:xfrm>
        </p:spPr>
        <p:txBody>
          <a:bodyPr/>
          <a:lstStyle>
            <a:lvl1pPr marL="0" indent="0">
              <a:buNone/>
              <a:defRPr/>
            </a:lvl1pPr>
          </a:lstStyle>
          <a:p>
            <a:r>
              <a:rPr lang="en-US" dirty="0"/>
              <a:t> </a:t>
            </a:r>
          </a:p>
        </p:txBody>
      </p:sp>
      <p:sp>
        <p:nvSpPr>
          <p:cNvPr id="4" name="Title 1">
            <a:extLst>
              <a:ext uri="{FF2B5EF4-FFF2-40B4-BE49-F238E27FC236}">
                <a16:creationId xmlns:a16="http://schemas.microsoft.com/office/drawing/2014/main" id="{0442A5CB-2756-47D2-94A4-25B9E27E02AB}"/>
              </a:ext>
            </a:extLst>
          </p:cNvPr>
          <p:cNvSpPr>
            <a:spLocks noGrp="1"/>
          </p:cNvSpPr>
          <p:nvPr>
            <p:ph type="title" hasCustomPrompt="1"/>
          </p:nvPr>
        </p:nvSpPr>
        <p:spPr>
          <a:xfrm>
            <a:off x="621452" y="4519136"/>
            <a:ext cx="10960948" cy="738664"/>
          </a:xfrm>
          <a:noFill/>
        </p:spPr>
        <p:txBody>
          <a:bodyPr wrap="square" lIns="0" tIns="0" rIns="0" bIns="182880" anchor="b" anchorCtr="0">
            <a:noAutofit/>
          </a:bodyPr>
          <a:lstStyle>
            <a:lvl1pPr>
              <a:lnSpc>
                <a:spcPct val="100000"/>
              </a:lnSpc>
              <a:defRPr sz="3600" strike="noStrike" spc="-147" baseline="0">
                <a:solidFill>
                  <a:schemeClr val="bg2"/>
                </a:solidFill>
              </a:defRPr>
            </a:lvl1pPr>
          </a:lstStyle>
          <a:p>
            <a:r>
              <a:rPr lang="en-US" dirty="0"/>
              <a:t>Presentation Title</a:t>
            </a:r>
          </a:p>
        </p:txBody>
      </p:sp>
      <p:sp>
        <p:nvSpPr>
          <p:cNvPr id="5" name="Text Placeholder 4">
            <a:extLst>
              <a:ext uri="{FF2B5EF4-FFF2-40B4-BE49-F238E27FC236}">
                <a16:creationId xmlns:a16="http://schemas.microsoft.com/office/drawing/2014/main" id="{1FA97999-5655-43B5-8C83-B51E643EF449}"/>
              </a:ext>
            </a:extLst>
          </p:cNvPr>
          <p:cNvSpPr>
            <a:spLocks noGrp="1"/>
          </p:cNvSpPr>
          <p:nvPr>
            <p:ph type="body" sz="quarter" idx="12" hasCustomPrompt="1"/>
          </p:nvPr>
        </p:nvSpPr>
        <p:spPr>
          <a:xfrm>
            <a:off x="621759" y="5257800"/>
            <a:ext cx="10960641" cy="915892"/>
          </a:xfrm>
          <a:noFill/>
        </p:spPr>
        <p:txBody>
          <a:bodyPr lIns="0" tIns="0" rIns="0" bIns="0" anchor="t">
            <a:noAutofit/>
          </a:bodyPr>
          <a:lstStyle>
            <a:lvl1pPr marL="0" indent="0">
              <a:lnSpc>
                <a:spcPct val="100000"/>
              </a:lnSpc>
              <a:spcBef>
                <a:spcPts val="0"/>
              </a:spcBef>
              <a:buNone/>
              <a:defRPr sz="2200" spc="0" baseline="0">
                <a:solidFill>
                  <a:schemeClr val="bg2"/>
                </a:solidFill>
                <a:latin typeface="+mn-lt"/>
              </a:defRPr>
            </a:lvl1pPr>
          </a:lstStyle>
          <a:p>
            <a:pPr lvl="0"/>
            <a:r>
              <a:rPr lang="en-US" dirty="0"/>
              <a:t>Presenter Name</a:t>
            </a:r>
          </a:p>
        </p:txBody>
      </p:sp>
    </p:spTree>
    <p:extLst>
      <p:ext uri="{BB962C8B-B14F-4D97-AF65-F5344CB8AC3E}">
        <p14:creationId xmlns:p14="http://schemas.microsoft.com/office/powerpoint/2010/main" val="398108289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Square Photo">
    <p:bg>
      <p:bgPr>
        <a:solidFill>
          <a:schemeClr val="bg1"/>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FB5FE381-099C-4376-B457-AA59D20F15BF}"/>
              </a:ext>
            </a:extLst>
          </p:cNvPr>
          <p:cNvSpPr>
            <a:spLocks noGrp="1"/>
          </p:cNvSpPr>
          <p:nvPr>
            <p:ph type="ctrTitle"/>
          </p:nvPr>
        </p:nvSpPr>
        <p:spPr>
          <a:xfrm>
            <a:off x="655637" y="2487168"/>
            <a:ext cx="4352925" cy="1097280"/>
          </a:xfrm>
        </p:spPr>
        <p:txBody>
          <a:bodyPr bIns="45720" anchor="b">
            <a:noAutofit/>
          </a:bodyPr>
          <a:lstStyle>
            <a:lvl1pPr algn="l">
              <a:defRPr sz="3600">
                <a:solidFill>
                  <a:schemeClr val="tx1"/>
                </a:solidFill>
              </a:defRPr>
            </a:lvl1pPr>
          </a:lstStyle>
          <a:p>
            <a:r>
              <a:rPr lang="en-US" noProof="0"/>
              <a:t>Click to edit Master title style</a:t>
            </a:r>
            <a:endParaRPr lang="en-US" noProof="0" dirty="0"/>
          </a:p>
        </p:txBody>
      </p:sp>
      <p:sp>
        <p:nvSpPr>
          <p:cNvPr id="10" name="2 Subtitle">
            <a:extLst>
              <a:ext uri="{FF2B5EF4-FFF2-40B4-BE49-F238E27FC236}">
                <a16:creationId xmlns:a16="http://schemas.microsoft.com/office/drawing/2014/main" id="{D55E7899-E90B-4B88-95E2-00E3DAC8A7A7}"/>
              </a:ext>
            </a:extLst>
          </p:cNvPr>
          <p:cNvSpPr>
            <a:spLocks noGrp="1"/>
          </p:cNvSpPr>
          <p:nvPr>
            <p:ph type="subTitle" idx="1"/>
          </p:nvPr>
        </p:nvSpPr>
        <p:spPr>
          <a:xfrm>
            <a:off x="655638" y="3895090"/>
            <a:ext cx="4352924" cy="311150"/>
          </a:xfrm>
          <a:prstGeom prst="rect">
            <a:avLst/>
          </a:prstGeom>
        </p:spPr>
        <p:txBody>
          <a:bodyPr/>
          <a:lstStyle>
            <a:lvl1pPr marL="0" indent="0" algn="l" defTabSz="932688">
              <a:lnSpc>
                <a:spcPct val="100000"/>
              </a:lnSpc>
              <a:spcBef>
                <a:spcPts val="672"/>
              </a:spcBef>
              <a:buFontTx/>
              <a:buNone/>
              <a:defRPr sz="22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13" name="Picture Placeholder 8">
            <a:extLst>
              <a:ext uri="{FF2B5EF4-FFF2-40B4-BE49-F238E27FC236}">
                <a16:creationId xmlns:a16="http://schemas.microsoft.com/office/drawing/2014/main" id="{182FB499-89AE-4177-A821-127E0BD7F722}"/>
              </a:ext>
            </a:extLst>
          </p:cNvPr>
          <p:cNvSpPr>
            <a:spLocks noGrp="1"/>
          </p:cNvSpPr>
          <p:nvPr>
            <p:ph type="pic" sz="quarter" idx="17" hasCustomPrompt="1"/>
          </p:nvPr>
        </p:nvSpPr>
        <p:spPr>
          <a:xfrm>
            <a:off x="5333682" y="3524"/>
            <a:ext cx="6858000" cy="6858000"/>
          </a:xfrm>
          <a:no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pic>
        <p:nvPicPr>
          <p:cNvPr id="7" name="Picture 6" descr="Microsoft Logo">
            <a:extLst>
              <a:ext uri="{FF2B5EF4-FFF2-40B4-BE49-F238E27FC236}">
                <a16:creationId xmlns:a16="http://schemas.microsoft.com/office/drawing/2014/main" id="{47E9D3B8-4995-4497-883C-57B842669D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9" y="304800"/>
            <a:ext cx="2063191" cy="924737"/>
          </a:xfrm>
          <a:prstGeom prst="rect">
            <a:avLst/>
          </a:prstGeom>
        </p:spPr>
      </p:pic>
    </p:spTree>
    <p:extLst>
      <p:ext uri="{BB962C8B-B14F-4D97-AF65-F5344CB8AC3E}">
        <p14:creationId xmlns:p14="http://schemas.microsoft.com/office/powerpoint/2010/main" val="3300705407"/>
      </p:ext>
    </p:extLst>
  </p:cSld>
  <p:clrMapOvr>
    <a:masterClrMapping/>
  </p:clrMapOvr>
  <p:hf sldNum="0" hdr="0" ftr="0" dt="0"/>
  <p:extLst>
    <p:ext uri="{DCECCB84-F9BA-43D5-87BE-67443E8EF086}">
      <p15:sldGuideLst xmlns:p15="http://schemas.microsoft.com/office/powerpoint/2012/main">
        <p15:guide id="9" orient="horz" pos="2160">
          <p15:clr>
            <a:srgbClr val="547EBF"/>
          </p15:clr>
        </p15:guide>
        <p15:guide id="10" orient="horz" pos="1572">
          <p15:clr>
            <a:srgbClr val="547EBF"/>
          </p15:clr>
        </p15:guide>
        <p15:guide id="11" orient="horz" pos="2258">
          <p15:clr>
            <a:srgbClr val="547EBF"/>
          </p15:clr>
        </p15:guide>
        <p15:guide id="12" orient="horz" pos="2454">
          <p15:clr>
            <a:srgbClr val="547EBF"/>
          </p15:clr>
        </p15:guide>
        <p15:guide id="13" orient="horz" pos="2650">
          <p15:clr>
            <a:srgbClr val="547EBF"/>
          </p15:clr>
        </p15:guide>
        <p15:guide id="14" pos="3155">
          <p15:clr>
            <a:srgbClr val="547EBF"/>
          </p15:clr>
        </p15:guide>
        <p15:guide id="15" pos="413">
          <p15:clr>
            <a:srgbClr val="547EBF"/>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Square Photo 1">
    <p:bg>
      <p:bgPr>
        <a:solidFill>
          <a:srgbClr val="E6E6E6"/>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FB5FE381-099C-4376-B457-AA59D20F15BF}"/>
              </a:ext>
            </a:extLst>
          </p:cNvPr>
          <p:cNvSpPr>
            <a:spLocks noGrp="1"/>
          </p:cNvSpPr>
          <p:nvPr>
            <p:ph type="ctrTitle"/>
          </p:nvPr>
        </p:nvSpPr>
        <p:spPr>
          <a:xfrm>
            <a:off x="655638" y="2487168"/>
            <a:ext cx="4352925" cy="1097280"/>
          </a:xfrm>
          <a:noFill/>
        </p:spPr>
        <p:txBody>
          <a:bodyPr bIns="45720" anchor="b">
            <a:noAutofit/>
          </a:bodyPr>
          <a:lstStyle>
            <a:lvl1pPr algn="l">
              <a:defRPr sz="3600">
                <a:solidFill>
                  <a:srgbClr val="000000"/>
                </a:solidFill>
              </a:defRPr>
            </a:lvl1pPr>
          </a:lstStyle>
          <a:p>
            <a:r>
              <a:rPr lang="en-US" noProof="0"/>
              <a:t>Click to edit Master title style</a:t>
            </a:r>
            <a:endParaRPr lang="en-US" noProof="0" dirty="0"/>
          </a:p>
        </p:txBody>
      </p:sp>
      <p:sp>
        <p:nvSpPr>
          <p:cNvPr id="3" name="2 Subtitle">
            <a:extLst>
              <a:ext uri="{FF2B5EF4-FFF2-40B4-BE49-F238E27FC236}">
                <a16:creationId xmlns:a16="http://schemas.microsoft.com/office/drawing/2014/main" id="{24B82284-0B36-4B6A-8B07-D375444A511C}"/>
              </a:ext>
            </a:extLst>
          </p:cNvPr>
          <p:cNvSpPr>
            <a:spLocks noGrp="1"/>
          </p:cNvSpPr>
          <p:nvPr>
            <p:ph type="subTitle" idx="1"/>
          </p:nvPr>
        </p:nvSpPr>
        <p:spPr>
          <a:xfrm>
            <a:off x="655638" y="3895090"/>
            <a:ext cx="4352924" cy="311150"/>
          </a:xfrm>
          <a:prstGeom prst="rect">
            <a:avLst/>
          </a:prstGeom>
        </p:spPr>
        <p:txBody>
          <a:bodyPr/>
          <a:lstStyle>
            <a:lvl1pPr marL="0" indent="0" algn="l" defTabSz="932688">
              <a:lnSpc>
                <a:spcPct val="100000"/>
              </a:lnSpc>
              <a:spcBef>
                <a:spcPts val="672"/>
              </a:spcBef>
              <a:buFontTx/>
              <a:buNone/>
              <a:defRPr sz="2200" baseline="0">
                <a:solidFill>
                  <a:srgbClr val="000000"/>
                </a:solidFill>
              </a:defRPr>
            </a:lvl1pPr>
            <a:lvl2pPr marL="0" indent="0" algn="l" defTabSz="932688">
              <a:lnSpc>
                <a:spcPct val="100000"/>
              </a:lnSpc>
              <a:spcBef>
                <a:spcPts val="672"/>
              </a:spcBef>
              <a:buFontTx/>
              <a:buNone/>
              <a:defRPr sz="2200" baseline="0">
                <a:solidFill>
                  <a:schemeClr val="bg1"/>
                </a:solidFill>
              </a:defRPr>
            </a:lvl2pPr>
            <a:lvl3pPr marL="0" indent="0" algn="l" defTabSz="932688">
              <a:lnSpc>
                <a:spcPct val="100000"/>
              </a:lnSpc>
              <a:spcBef>
                <a:spcPts val="672"/>
              </a:spcBef>
              <a:buFontTx/>
              <a:buNone/>
              <a:defRPr sz="2200" baseline="0">
                <a:solidFill>
                  <a:schemeClr val="bg1"/>
                </a:solidFill>
              </a:defRPr>
            </a:lvl3pPr>
            <a:lvl4pPr marL="0" indent="0" algn="l" defTabSz="932688">
              <a:lnSpc>
                <a:spcPct val="100000"/>
              </a:lnSpc>
              <a:spcBef>
                <a:spcPts val="672"/>
              </a:spcBef>
              <a:buFontTx/>
              <a:buNone/>
              <a:defRPr sz="2200" baseline="0">
                <a:solidFill>
                  <a:schemeClr val="bg1"/>
                </a:solidFill>
              </a:defRPr>
            </a:lvl4pPr>
            <a:lvl5pPr marL="0" indent="0" algn="l">
              <a:lnSpc>
                <a:spcPct val="110000"/>
              </a:lnSpc>
              <a:buNone/>
              <a:defRPr sz="2200" baseline="0">
                <a:solidFill>
                  <a:schemeClr val="bg1"/>
                </a:solidFill>
              </a:defRPr>
            </a:lvl5pPr>
            <a:lvl6pPr marL="0" indent="0" algn="l" defTabSz="932688">
              <a:lnSpc>
                <a:spcPct val="100000"/>
              </a:lnSpc>
              <a:spcBef>
                <a:spcPts val="672"/>
              </a:spcBef>
              <a:buFontTx/>
              <a:buNone/>
              <a:defRPr sz="2200" baseline="0">
                <a:solidFill>
                  <a:schemeClr val="bg1"/>
                </a:solidFill>
              </a:defRPr>
            </a:lvl6pPr>
            <a:lvl7pPr marL="0" indent="0" algn="l" defTabSz="932688">
              <a:lnSpc>
                <a:spcPct val="100000"/>
              </a:lnSpc>
              <a:spcBef>
                <a:spcPts val="672"/>
              </a:spcBef>
              <a:buFontTx/>
              <a:buNone/>
              <a:defRPr sz="2200" baseline="0">
                <a:solidFill>
                  <a:schemeClr val="bg1"/>
                </a:solidFill>
              </a:defRPr>
            </a:lvl7pPr>
            <a:lvl8pPr marL="0" indent="0" algn="l" defTabSz="932688">
              <a:lnSpc>
                <a:spcPct val="100000"/>
              </a:lnSpc>
              <a:spcBef>
                <a:spcPts val="672"/>
              </a:spcBef>
              <a:buFontTx/>
              <a:buNone/>
              <a:defRPr sz="2200" baseline="0">
                <a:solidFill>
                  <a:schemeClr val="bg1"/>
                </a:solidFill>
              </a:defRPr>
            </a:lvl8pPr>
            <a:lvl9pPr marL="0" indent="0" algn="l" defTabSz="932688">
              <a:lnSpc>
                <a:spcPct val="100000"/>
              </a:lnSpc>
              <a:spcBef>
                <a:spcPts val="672"/>
              </a:spcBef>
              <a:buFontTx/>
              <a:buNone/>
              <a:defRPr sz="2200" baseline="0">
                <a:solidFill>
                  <a:schemeClr val="bg1"/>
                </a:solidFill>
              </a:defRPr>
            </a:lvl9pPr>
          </a:lstStyle>
          <a:p>
            <a:r>
              <a:rPr lang="en-US" noProof="0"/>
              <a:t>Click to edit Master subtitle style</a:t>
            </a:r>
            <a:endParaRPr lang="en-US" noProof="0" dirty="0"/>
          </a:p>
        </p:txBody>
      </p:sp>
      <p:sp>
        <p:nvSpPr>
          <p:cNvPr id="12" name="Picture Placeholder 8">
            <a:extLst>
              <a:ext uri="{FF2B5EF4-FFF2-40B4-BE49-F238E27FC236}">
                <a16:creationId xmlns:a16="http://schemas.microsoft.com/office/drawing/2014/main" id="{B932132E-B617-4844-ABE7-BFFF16E12CCA}"/>
              </a:ext>
            </a:extLst>
          </p:cNvPr>
          <p:cNvSpPr>
            <a:spLocks noGrp="1"/>
          </p:cNvSpPr>
          <p:nvPr>
            <p:ph type="pic" sz="quarter" idx="17" hasCustomPrompt="1"/>
          </p:nvPr>
        </p:nvSpPr>
        <p:spPr>
          <a:xfrm>
            <a:off x="5333682" y="3524"/>
            <a:ext cx="6858000" cy="6858000"/>
          </a:xfrm>
          <a:solidFill>
            <a:schemeClr val="bg1"/>
          </a:solid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pic>
        <p:nvPicPr>
          <p:cNvPr id="8" name="Picture 7">
            <a:extLst>
              <a:ext uri="{FF2B5EF4-FFF2-40B4-BE49-F238E27FC236}">
                <a16:creationId xmlns:a16="http://schemas.microsoft.com/office/drawing/2014/main" id="{7E765150-9B8A-4E90-9E2E-0FE3601E617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07096" y="304800"/>
            <a:ext cx="2058616" cy="924737"/>
          </a:xfrm>
          <a:prstGeom prst="rect">
            <a:avLst/>
          </a:prstGeom>
        </p:spPr>
      </p:pic>
    </p:spTree>
    <p:extLst>
      <p:ext uri="{BB962C8B-B14F-4D97-AF65-F5344CB8AC3E}">
        <p14:creationId xmlns:p14="http://schemas.microsoft.com/office/powerpoint/2010/main" val="2307640022"/>
      </p:ext>
    </p:extLst>
  </p:cSld>
  <p:clrMapOvr>
    <a:masterClrMapping/>
  </p:clrMapOvr>
  <p:hf sldNum="0" hdr="0" ftr="0" dt="0"/>
  <p:extLst>
    <p:ext uri="{DCECCB84-F9BA-43D5-87BE-67443E8EF086}">
      <p15:sldGuideLst xmlns:p15="http://schemas.microsoft.com/office/powerpoint/2012/main">
        <p15:guide id="8" orient="horz" pos="2160">
          <p15:clr>
            <a:srgbClr val="FFFFFF"/>
          </p15:clr>
        </p15:guide>
        <p15:guide id="9" pos="413">
          <p15:clr>
            <a:srgbClr val="FFFFFF"/>
          </p15:clr>
        </p15:guide>
        <p15:guide id="10" pos="3155">
          <p15:clr>
            <a:srgbClr val="FFFFFF"/>
          </p15:clr>
        </p15:guide>
        <p15:guide id="11" orient="horz" pos="1572">
          <p15:clr>
            <a:srgbClr val="FFFFFF"/>
          </p15:clr>
        </p15:guide>
        <p15:guide id="12" orient="horz" pos="2258">
          <p15:clr>
            <a:srgbClr val="FFFFFF"/>
          </p15:clr>
        </p15:guide>
        <p15:guide id="13" orient="horz" pos="2454">
          <p15:clr>
            <a:srgbClr val="FFFFFF"/>
          </p15:clr>
        </p15:guide>
        <p15:guide id="14" orient="horz" pos="2650">
          <p15:clr>
            <a:srgbClr val="FFFFFF"/>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Square Photo 2">
    <p:bg>
      <p:bgPr>
        <a:solidFill>
          <a:schemeClr val="bg1"/>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FB5FE381-099C-4376-B457-AA59D20F15BF}"/>
              </a:ext>
            </a:extLst>
          </p:cNvPr>
          <p:cNvSpPr>
            <a:spLocks noGrp="1"/>
          </p:cNvSpPr>
          <p:nvPr>
            <p:ph type="ctrTitle"/>
          </p:nvPr>
        </p:nvSpPr>
        <p:spPr>
          <a:xfrm>
            <a:off x="655637" y="2487168"/>
            <a:ext cx="4352925" cy="1097280"/>
          </a:xfrm>
        </p:spPr>
        <p:txBody>
          <a:bodyPr bIns="45720" anchor="b">
            <a:noAutofit/>
          </a:bodyPr>
          <a:lstStyle>
            <a:lvl1pPr algn="l">
              <a:defRPr sz="3600">
                <a:solidFill>
                  <a:schemeClr val="tx1"/>
                </a:solidFill>
              </a:defRPr>
            </a:lvl1pPr>
          </a:lstStyle>
          <a:p>
            <a:r>
              <a:rPr lang="en-US" noProof="0"/>
              <a:t>Click to edit Master title style</a:t>
            </a:r>
            <a:endParaRPr lang="en-US" noProof="0" dirty="0"/>
          </a:p>
        </p:txBody>
      </p:sp>
      <p:sp>
        <p:nvSpPr>
          <p:cNvPr id="10" name="2 Subtitle">
            <a:extLst>
              <a:ext uri="{FF2B5EF4-FFF2-40B4-BE49-F238E27FC236}">
                <a16:creationId xmlns:a16="http://schemas.microsoft.com/office/drawing/2014/main" id="{D55E7899-E90B-4B88-95E2-00E3DAC8A7A7}"/>
              </a:ext>
            </a:extLst>
          </p:cNvPr>
          <p:cNvSpPr>
            <a:spLocks noGrp="1"/>
          </p:cNvSpPr>
          <p:nvPr>
            <p:ph type="subTitle" idx="1"/>
          </p:nvPr>
        </p:nvSpPr>
        <p:spPr>
          <a:xfrm>
            <a:off x="655638" y="3895090"/>
            <a:ext cx="4352924" cy="311150"/>
          </a:xfrm>
          <a:prstGeom prst="rect">
            <a:avLst/>
          </a:prstGeom>
        </p:spPr>
        <p:txBody>
          <a:bodyPr/>
          <a:lstStyle>
            <a:lvl1pPr marL="0" indent="0" algn="l" defTabSz="932688">
              <a:lnSpc>
                <a:spcPct val="100000"/>
              </a:lnSpc>
              <a:spcBef>
                <a:spcPts val="672"/>
              </a:spcBef>
              <a:buFontTx/>
              <a:buNone/>
              <a:defRPr sz="22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pic>
        <p:nvPicPr>
          <p:cNvPr id="9" name="Picture 8" descr="Microsoft Logo">
            <a:extLst>
              <a:ext uri="{FF2B5EF4-FFF2-40B4-BE49-F238E27FC236}">
                <a16:creationId xmlns:a16="http://schemas.microsoft.com/office/drawing/2014/main" id="{7B2B8873-2FD0-4CA6-96D3-EB6C967911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9" y="304800"/>
            <a:ext cx="2063191" cy="924737"/>
          </a:xfrm>
          <a:prstGeom prst="rect">
            <a:avLst/>
          </a:prstGeom>
        </p:spPr>
      </p:pic>
      <p:sp>
        <p:nvSpPr>
          <p:cNvPr id="13" name="Picture Placeholder 8">
            <a:extLst>
              <a:ext uri="{FF2B5EF4-FFF2-40B4-BE49-F238E27FC236}">
                <a16:creationId xmlns:a16="http://schemas.microsoft.com/office/drawing/2014/main" id="{182FB499-89AE-4177-A821-127E0BD7F722}"/>
              </a:ext>
              <a:ext uri="{C183D7F6-B498-43B3-948B-1728B52AA6E4}">
                <adec:decorative xmlns:adec="http://schemas.microsoft.com/office/drawing/2017/decorative" val="1"/>
              </a:ext>
            </a:extLst>
          </p:cNvPr>
          <p:cNvSpPr>
            <a:spLocks noGrp="1"/>
          </p:cNvSpPr>
          <p:nvPr>
            <p:ph type="pic" sz="quarter" idx="17" hasCustomPrompt="1"/>
          </p:nvPr>
        </p:nvSpPr>
        <p:spPr>
          <a:xfrm>
            <a:off x="5333682" y="0"/>
            <a:ext cx="6858000" cy="6861524"/>
          </a:xfrm>
          <a:solidFill>
            <a:srgbClr val="E6E6E6"/>
          </a:solid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273865290"/>
      </p:ext>
    </p:extLst>
  </p:cSld>
  <p:clrMapOvr>
    <a:masterClrMapping/>
  </p:clrMapOvr>
  <p:hf sldNum="0" hdr="0" ftr="0" dt="0"/>
  <p:extLst>
    <p:ext uri="{DCECCB84-F9BA-43D5-87BE-67443E8EF086}">
      <p15:sldGuideLst xmlns:p15="http://schemas.microsoft.com/office/powerpoint/2012/main">
        <p15:guide id="9" orient="horz" pos="2160">
          <p15:clr>
            <a:srgbClr val="547EBF"/>
          </p15:clr>
        </p15:guide>
        <p15:guide id="10" orient="horz" pos="1572">
          <p15:clr>
            <a:srgbClr val="547EBF"/>
          </p15:clr>
        </p15:guide>
        <p15:guide id="11" orient="horz" pos="2258">
          <p15:clr>
            <a:srgbClr val="547EBF"/>
          </p15:clr>
        </p15:guide>
        <p15:guide id="12" orient="horz" pos="2454">
          <p15:clr>
            <a:srgbClr val="547EBF"/>
          </p15:clr>
        </p15:guide>
        <p15:guide id="13" orient="horz" pos="2650">
          <p15:clr>
            <a:srgbClr val="547EBF"/>
          </p15:clr>
        </p15:guide>
        <p15:guide id="14" pos="3155">
          <p15:clr>
            <a:srgbClr val="547EBF"/>
          </p15:clr>
        </p15:guide>
        <p15:guide id="15" pos="413">
          <p15:clr>
            <a:srgbClr val="547EBF"/>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E6E6E6"/>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17D53EF6-E97C-46E7-A9D5-30F96F1F21F3}"/>
              </a:ext>
            </a:extLst>
          </p:cNvPr>
          <p:cNvSpPr>
            <a:spLocks noGrp="1"/>
          </p:cNvSpPr>
          <p:nvPr>
            <p:ph type="title"/>
          </p:nvPr>
        </p:nvSpPr>
        <p:spPr>
          <a:xfrm>
            <a:off x="655638" y="2979777"/>
            <a:ext cx="9015411" cy="604798"/>
          </a:xfrm>
        </p:spPr>
        <p:txBody>
          <a:bodyPr vert="horz" lIns="0" tIns="0" rIns="0" bIns="45720" rtlCol="0" anchor="b">
            <a:noAutofit/>
          </a:bodyPr>
          <a:lstStyle>
            <a:lvl1pPr>
              <a:defRPr lang="en-GB" sz="3600" baseline="0" dirty="0">
                <a:solidFill>
                  <a:srgbClr val="000000"/>
                </a:solidFill>
              </a:defRPr>
            </a:lvl1pPr>
          </a:lstStyle>
          <a:p>
            <a:pPr lvl="0"/>
            <a:r>
              <a:rPr lang="en-US" noProof="0"/>
              <a:t>Click to edit Master title style</a:t>
            </a:r>
            <a:endParaRPr lang="en-US" noProof="0" dirty="0"/>
          </a:p>
        </p:txBody>
      </p:sp>
      <p:sp>
        <p:nvSpPr>
          <p:cNvPr id="8" name="2 Subtitle">
            <a:extLst>
              <a:ext uri="{FF2B5EF4-FFF2-40B4-BE49-F238E27FC236}">
                <a16:creationId xmlns:a16="http://schemas.microsoft.com/office/drawing/2014/main" id="{16A44250-24E5-40C9-A0C6-F8F7E55B832B}"/>
              </a:ext>
            </a:extLst>
          </p:cNvPr>
          <p:cNvSpPr>
            <a:spLocks noGrp="1"/>
          </p:cNvSpPr>
          <p:nvPr>
            <p:ph type="subTitle" idx="1"/>
          </p:nvPr>
        </p:nvSpPr>
        <p:spPr>
          <a:xfrm>
            <a:off x="655638" y="3895090"/>
            <a:ext cx="9015730" cy="311150"/>
          </a:xfrm>
          <a:prstGeom prst="rect">
            <a:avLst/>
          </a:prstGeom>
        </p:spPr>
        <p:txBody>
          <a:bodyPr/>
          <a:lstStyle>
            <a:lvl1pPr marL="0" indent="0" algn="l" defTabSz="932688">
              <a:lnSpc>
                <a:spcPct val="100000"/>
              </a:lnSpc>
              <a:spcBef>
                <a:spcPts val="672"/>
              </a:spcBef>
              <a:buFontTx/>
              <a:buNone/>
              <a:defRPr sz="2200" baseline="0">
                <a:solidFill>
                  <a:srgbClr val="000000"/>
                </a:solidFill>
              </a:defRPr>
            </a:lvl1pPr>
            <a:lvl2pPr marL="0" indent="0" algn="l" defTabSz="932688">
              <a:lnSpc>
                <a:spcPct val="100000"/>
              </a:lnSpc>
              <a:spcBef>
                <a:spcPts val="672"/>
              </a:spcBef>
              <a:buFontTx/>
              <a:buNone/>
              <a:defRPr sz="2200" baseline="0">
                <a:solidFill>
                  <a:schemeClr val="bg1"/>
                </a:solidFill>
              </a:defRPr>
            </a:lvl2pPr>
            <a:lvl3pPr marL="0" indent="0" algn="l" defTabSz="932688">
              <a:lnSpc>
                <a:spcPct val="100000"/>
              </a:lnSpc>
              <a:spcBef>
                <a:spcPts val="672"/>
              </a:spcBef>
              <a:buFontTx/>
              <a:buNone/>
              <a:defRPr sz="2200" baseline="0">
                <a:solidFill>
                  <a:schemeClr val="bg1"/>
                </a:solidFill>
              </a:defRPr>
            </a:lvl3pPr>
            <a:lvl4pPr marL="0" indent="0" algn="l" defTabSz="932688">
              <a:lnSpc>
                <a:spcPct val="100000"/>
              </a:lnSpc>
              <a:spcBef>
                <a:spcPts val="672"/>
              </a:spcBef>
              <a:buFontTx/>
              <a:buNone/>
              <a:defRPr sz="2200" baseline="0">
                <a:solidFill>
                  <a:schemeClr val="bg1"/>
                </a:solidFill>
              </a:defRPr>
            </a:lvl4pPr>
            <a:lvl5pPr marL="0" indent="0" algn="l">
              <a:lnSpc>
                <a:spcPct val="110000"/>
              </a:lnSpc>
              <a:buNone/>
              <a:defRPr sz="2200" baseline="0">
                <a:solidFill>
                  <a:schemeClr val="bg1"/>
                </a:solidFill>
              </a:defRPr>
            </a:lvl5pPr>
            <a:lvl6pPr marL="0" indent="0" algn="l" defTabSz="932688">
              <a:lnSpc>
                <a:spcPct val="100000"/>
              </a:lnSpc>
              <a:spcBef>
                <a:spcPts val="672"/>
              </a:spcBef>
              <a:buFontTx/>
              <a:buNone/>
              <a:defRPr sz="2200" baseline="0">
                <a:solidFill>
                  <a:schemeClr val="bg1"/>
                </a:solidFill>
              </a:defRPr>
            </a:lvl6pPr>
            <a:lvl7pPr marL="0" indent="0" algn="l" defTabSz="932688">
              <a:lnSpc>
                <a:spcPct val="100000"/>
              </a:lnSpc>
              <a:spcBef>
                <a:spcPts val="672"/>
              </a:spcBef>
              <a:buFontTx/>
              <a:buNone/>
              <a:defRPr sz="2200" baseline="0">
                <a:solidFill>
                  <a:schemeClr val="bg1"/>
                </a:solidFill>
              </a:defRPr>
            </a:lvl7pPr>
            <a:lvl8pPr marL="0" indent="0" algn="l" defTabSz="932688">
              <a:lnSpc>
                <a:spcPct val="100000"/>
              </a:lnSpc>
              <a:spcBef>
                <a:spcPts val="672"/>
              </a:spcBef>
              <a:buFontTx/>
              <a:buNone/>
              <a:defRPr sz="2200" baseline="0">
                <a:solidFill>
                  <a:schemeClr val="bg1"/>
                </a:solidFill>
              </a:defRPr>
            </a:lvl8pPr>
            <a:lvl9pPr marL="0" indent="0" algn="l" defTabSz="932688">
              <a:lnSpc>
                <a:spcPct val="100000"/>
              </a:lnSpc>
              <a:spcBef>
                <a:spcPts val="672"/>
              </a:spcBef>
              <a:buFontTx/>
              <a:buNone/>
              <a:defRPr sz="2200" baseline="0">
                <a:solidFill>
                  <a:schemeClr val="bg1"/>
                </a:solidFill>
              </a:defRPr>
            </a:lvl9pPr>
          </a:lstStyle>
          <a:p>
            <a:r>
              <a:rPr lang="en-US" noProof="0"/>
              <a:t>Click to edit Master subtitle style</a:t>
            </a:r>
          </a:p>
        </p:txBody>
      </p:sp>
      <p:pic>
        <p:nvPicPr>
          <p:cNvPr id="9" name="Picture 8">
            <a:extLst>
              <a:ext uri="{FF2B5EF4-FFF2-40B4-BE49-F238E27FC236}">
                <a16:creationId xmlns:a16="http://schemas.microsoft.com/office/drawing/2014/main" id="{13DA2EB4-5DF2-403D-BFDD-4C2B21B71DB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07096" y="304800"/>
            <a:ext cx="2058616" cy="924737"/>
          </a:xfrm>
          <a:prstGeom prst="rect">
            <a:avLst/>
          </a:prstGeom>
        </p:spPr>
      </p:pic>
    </p:spTree>
    <p:extLst>
      <p:ext uri="{BB962C8B-B14F-4D97-AF65-F5344CB8AC3E}">
        <p14:creationId xmlns:p14="http://schemas.microsoft.com/office/powerpoint/2010/main" val="2963017040"/>
      </p:ext>
    </p:extLst>
  </p:cSld>
  <p:clrMapOvr>
    <a:masterClrMapping/>
  </p:clrMapOvr>
  <p:extLst>
    <p:ext uri="{DCECCB84-F9BA-43D5-87BE-67443E8EF086}">
      <p15:sldGuideLst xmlns:p15="http://schemas.microsoft.com/office/powerpoint/2012/main">
        <p15:guide id="1" pos="413">
          <p15:clr>
            <a:srgbClr val="FFFFFF"/>
          </p15:clr>
        </p15:guide>
        <p15:guide id="2" pos="6092">
          <p15:clr>
            <a:srgbClr val="FFFFFF"/>
          </p15:clr>
        </p15:guide>
        <p15:guide id="3" orient="horz" pos="2160">
          <p15:clr>
            <a:srgbClr val="FFFFFF"/>
          </p15:clr>
        </p15:guide>
        <p15:guide id="4" orient="horz" pos="1866">
          <p15:clr>
            <a:srgbClr val="FFFFFF"/>
          </p15:clr>
        </p15:guide>
        <p15:guide id="5" orient="horz" pos="2258">
          <p15:clr>
            <a:srgbClr val="FFFFFF"/>
          </p15:clr>
        </p15:guide>
        <p15:guide id="6" orient="horz" pos="2454">
          <p15:clr>
            <a:srgbClr val="FFFFFF"/>
          </p15:clr>
        </p15:guide>
        <p15:guide id="7" orient="horz" pos="2650">
          <p15:clr>
            <a:srgbClr val="FFFFFF"/>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lide 2">
    <p:bg>
      <p:bgPr>
        <a:solidFill>
          <a:schemeClr val="bg1"/>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17D53EF6-E97C-46E7-A9D5-30F96F1F21F3}"/>
              </a:ext>
            </a:extLst>
          </p:cNvPr>
          <p:cNvSpPr>
            <a:spLocks noGrp="1"/>
          </p:cNvSpPr>
          <p:nvPr>
            <p:ph type="title"/>
          </p:nvPr>
        </p:nvSpPr>
        <p:spPr>
          <a:xfrm>
            <a:off x="655638" y="2979777"/>
            <a:ext cx="9015412" cy="604797"/>
          </a:xfrm>
        </p:spPr>
        <p:txBody>
          <a:bodyPr vert="horz" lIns="0" tIns="0" rIns="0" bIns="45720" rtlCol="0" anchor="b">
            <a:noAutofit/>
          </a:bodyPr>
          <a:lstStyle>
            <a:lvl1pPr>
              <a:defRPr lang="en-GB" sz="3600" baseline="0" dirty="0"/>
            </a:lvl1pPr>
          </a:lstStyle>
          <a:p>
            <a:pPr lvl="0"/>
            <a:r>
              <a:rPr lang="en-US" noProof="0"/>
              <a:t>Click to edit Master title style</a:t>
            </a:r>
            <a:endParaRPr lang="en-US" noProof="0" dirty="0"/>
          </a:p>
        </p:txBody>
      </p:sp>
      <p:sp>
        <p:nvSpPr>
          <p:cNvPr id="10" name="2 Subtitle">
            <a:extLst>
              <a:ext uri="{FF2B5EF4-FFF2-40B4-BE49-F238E27FC236}">
                <a16:creationId xmlns:a16="http://schemas.microsoft.com/office/drawing/2014/main" id="{EBA27D59-8026-4A20-9B79-094DBDACB810}"/>
              </a:ext>
            </a:extLst>
          </p:cNvPr>
          <p:cNvSpPr>
            <a:spLocks noGrp="1"/>
          </p:cNvSpPr>
          <p:nvPr>
            <p:ph type="subTitle" idx="1"/>
          </p:nvPr>
        </p:nvSpPr>
        <p:spPr>
          <a:xfrm>
            <a:off x="655638" y="3895090"/>
            <a:ext cx="9015730" cy="311150"/>
          </a:xfrm>
          <a:prstGeom prst="rect">
            <a:avLst/>
          </a:prstGeom>
        </p:spPr>
        <p:txBody>
          <a:bodyPr/>
          <a:lstStyle>
            <a:lvl1pPr marL="0" indent="0" algn="l" defTabSz="932688">
              <a:lnSpc>
                <a:spcPct val="100000"/>
              </a:lnSpc>
              <a:spcBef>
                <a:spcPts val="672"/>
              </a:spcBef>
              <a:buFontTx/>
              <a:buNone/>
              <a:defRPr sz="22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pic>
        <p:nvPicPr>
          <p:cNvPr id="9" name="Picture 8" descr="Microsoft Logo">
            <a:extLst>
              <a:ext uri="{FF2B5EF4-FFF2-40B4-BE49-F238E27FC236}">
                <a16:creationId xmlns:a16="http://schemas.microsoft.com/office/drawing/2014/main" id="{9B4ADFB7-6E01-4D7D-8D44-0FC68CECDD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9" y="304800"/>
            <a:ext cx="2063191" cy="924737"/>
          </a:xfrm>
          <a:prstGeom prst="rect">
            <a:avLst/>
          </a:prstGeom>
        </p:spPr>
      </p:pic>
    </p:spTree>
    <p:extLst>
      <p:ext uri="{BB962C8B-B14F-4D97-AF65-F5344CB8AC3E}">
        <p14:creationId xmlns:p14="http://schemas.microsoft.com/office/powerpoint/2010/main" val="2239680315"/>
      </p:ext>
    </p:extLst>
  </p:cSld>
  <p:clrMapOvr>
    <a:masterClrMapping/>
  </p:clrMapOvr>
  <p:hf sldNum="0" hdr="0" ftr="0" dt="0"/>
  <p:extLst>
    <p:ext uri="{DCECCB84-F9BA-43D5-87BE-67443E8EF086}">
      <p15:sldGuideLst xmlns:p15="http://schemas.microsoft.com/office/powerpoint/2012/main">
        <p15:guide id="9" orient="horz" pos="2160">
          <p15:clr>
            <a:srgbClr val="A4A3A4"/>
          </p15:clr>
        </p15:guide>
        <p15:guide id="10" orient="horz" pos="2258">
          <p15:clr>
            <a:srgbClr val="547EBF"/>
          </p15:clr>
        </p15:guide>
        <p15:guide id="11" orient="horz" pos="1866">
          <p15:clr>
            <a:srgbClr val="547EBF"/>
          </p15:clr>
        </p15:guide>
        <p15:guide id="12" orient="horz" pos="2650">
          <p15:clr>
            <a:srgbClr val="547EBF"/>
          </p15:clr>
        </p15:guide>
        <p15:guide id="13" orient="horz" pos="2454">
          <p15:clr>
            <a:srgbClr val="547EBF"/>
          </p15:clr>
        </p15:guide>
        <p15:guide id="14" pos="413">
          <p15:clr>
            <a:srgbClr val="547EBF"/>
          </p15:clr>
        </p15:guide>
        <p15:guide id="15" pos="6092">
          <p15:clr>
            <a:srgbClr val="547EBF"/>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BA75DCF9-2114-4543-8491-DC0390D875DB}"/>
              </a:ext>
            </a:extLst>
          </p:cNvPr>
          <p:cNvSpPr>
            <a:spLocks noGrp="1"/>
          </p:cNvSpPr>
          <p:nvPr>
            <p:ph type="title"/>
          </p:nvPr>
        </p:nvSpPr>
        <p:spPr>
          <a:xfrm>
            <a:off x="655638" y="320040"/>
            <a:ext cx="10880725" cy="461665"/>
          </a:xfrm>
          <a:solidFill>
            <a:schemeClr val="bg1"/>
          </a:solidFill>
        </p:spPr>
        <p:txBody>
          <a:bodyPr/>
          <a:lstStyle>
            <a:lvl1pPr>
              <a:defRPr/>
            </a:lvl1pPr>
          </a:lstStyle>
          <a:p>
            <a:r>
              <a:rPr lang="en-US" noProof="0"/>
              <a:t>Click to edit Master title style</a:t>
            </a:r>
            <a:endParaRPr lang="en-US" noProof="0" dirty="0"/>
          </a:p>
        </p:txBody>
      </p:sp>
      <p:sp>
        <p:nvSpPr>
          <p:cNvPr id="7" name="3 Content Placeholder">
            <a:extLst>
              <a:ext uri="{FF2B5EF4-FFF2-40B4-BE49-F238E27FC236}">
                <a16:creationId xmlns:a16="http://schemas.microsoft.com/office/drawing/2014/main" id="{67FFA91E-2F74-4D40-9DCA-2240811B5980}"/>
              </a:ext>
            </a:extLst>
          </p:cNvPr>
          <p:cNvSpPr>
            <a:spLocks noGrp="1"/>
          </p:cNvSpPr>
          <p:nvPr>
            <p:ph sz="quarter" idx="13"/>
          </p:nvPr>
        </p:nvSpPr>
        <p:spPr>
          <a:xfrm>
            <a:off x="655638" y="1408114"/>
            <a:ext cx="10880726" cy="4819650"/>
          </a:xfrm>
          <a:prstGeom prst="rect">
            <a:avLst/>
          </a:prstGeom>
        </p:spPr>
        <p:txBody>
          <a:bodyPr/>
          <a:lstStyle>
            <a:lvl1pPr>
              <a:defRPr sz="2400"/>
            </a:lvl1pPr>
            <a:lvl5pP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135965907"/>
      </p:ext>
    </p:extLst>
  </p:cSld>
  <p:clrMapOvr>
    <a:masterClrMapping/>
  </p:clrMapOvr>
  <p:hf sldNum="0" hdr="0" ftr="0" dt="0"/>
  <p:extLst>
    <p:ext uri="{DCECCB84-F9BA-43D5-87BE-67443E8EF086}">
      <p15:sldGuideLst xmlns:p15="http://schemas.microsoft.com/office/powerpoint/2012/main">
        <p15:guide id="1" orient="horz" pos="880">
          <p15:clr>
            <a:srgbClr val="547EBF"/>
          </p15:clr>
        </p15:guide>
        <p15:guide id="2" orient="horz" pos="3923">
          <p15:clr>
            <a:srgbClr val="547EBF"/>
          </p15:clr>
        </p15:guide>
        <p15:guide id="3" orient="horz" pos="789">
          <p15:clr>
            <a:srgbClr val="547EBF"/>
          </p15:clr>
        </p15:guide>
        <p15:guide id="4" orient="horz" pos="202">
          <p15:clr>
            <a:srgbClr val="547EBF"/>
          </p15:clr>
        </p15:guide>
        <p15:guide id="5" orient="horz" pos="495">
          <p15:clr>
            <a:srgbClr val="547EBF"/>
          </p15:clr>
        </p15:guide>
        <p15:guide id="6" pos="384">
          <p15:clr>
            <a:srgbClr val="547EBF"/>
          </p15:clr>
        </p15:guide>
        <p15:guide id="7" pos="7267">
          <p15:clr>
            <a:srgbClr val="547EBF"/>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 Subtitle and Content">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BA75DCF9-2114-4543-8491-DC0390D875DB}"/>
              </a:ext>
            </a:extLst>
          </p:cNvPr>
          <p:cNvSpPr>
            <a:spLocks noGrp="1"/>
          </p:cNvSpPr>
          <p:nvPr>
            <p:ph type="title"/>
          </p:nvPr>
        </p:nvSpPr>
        <p:spPr>
          <a:xfrm>
            <a:off x="655638" y="320040"/>
            <a:ext cx="10880725" cy="461665"/>
          </a:xfrm>
          <a:solidFill>
            <a:schemeClr val="bg1"/>
          </a:solidFill>
        </p:spPr>
        <p:txBody>
          <a:bodyPr/>
          <a:lstStyle>
            <a:lvl1pPr>
              <a:defRPr/>
            </a:lvl1pPr>
          </a:lstStyle>
          <a:p>
            <a:r>
              <a:rPr lang="en-US" noProof="0"/>
              <a:t>Click to edit Master title style</a:t>
            </a:r>
            <a:endParaRPr lang="en-US" noProof="0" dirty="0"/>
          </a:p>
        </p:txBody>
      </p:sp>
      <p:sp>
        <p:nvSpPr>
          <p:cNvPr id="8" name="2 Subtitle">
            <a:extLst>
              <a:ext uri="{FF2B5EF4-FFF2-40B4-BE49-F238E27FC236}">
                <a16:creationId xmlns:a16="http://schemas.microsoft.com/office/drawing/2014/main" id="{C7C3AFAE-72AD-4B70-BB9C-37420C66D458}"/>
              </a:ext>
            </a:extLst>
          </p:cNvPr>
          <p:cNvSpPr>
            <a:spLocks noGrp="1"/>
          </p:cNvSpPr>
          <p:nvPr>
            <p:ph type="subTitle" idx="1"/>
          </p:nvPr>
        </p:nvSpPr>
        <p:spPr>
          <a:xfrm>
            <a:off x="655637"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7" name="3 Content Placeholder">
            <a:extLst>
              <a:ext uri="{FF2B5EF4-FFF2-40B4-BE49-F238E27FC236}">
                <a16:creationId xmlns:a16="http://schemas.microsoft.com/office/drawing/2014/main" id="{67FFA91E-2F74-4D40-9DCA-2240811B5980}"/>
              </a:ext>
            </a:extLst>
          </p:cNvPr>
          <p:cNvSpPr>
            <a:spLocks noGrp="1"/>
          </p:cNvSpPr>
          <p:nvPr>
            <p:ph sz="quarter" idx="13"/>
          </p:nvPr>
        </p:nvSpPr>
        <p:spPr>
          <a:xfrm>
            <a:off x="655638" y="1408114"/>
            <a:ext cx="10880726" cy="4819650"/>
          </a:xfrm>
          <a:prstGeom prst="rect">
            <a:avLst/>
          </a:prstGeom>
        </p:spPr>
        <p:txBody>
          <a:bodyPr/>
          <a:lstStyle>
            <a:lvl1pPr>
              <a:defRPr sz="2400"/>
            </a:lvl1pPr>
            <a:lvl5pP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816102040"/>
      </p:ext>
    </p:extLst>
  </p:cSld>
  <p:clrMapOvr>
    <a:masterClrMapping/>
  </p:clrMapOvr>
  <p:hf sldNum="0" hdr="0" ftr="0" dt="0"/>
  <p:extLst>
    <p:ext uri="{DCECCB84-F9BA-43D5-87BE-67443E8EF086}">
      <p15:sldGuideLst xmlns:p15="http://schemas.microsoft.com/office/powerpoint/2012/main">
        <p15:guide id="1" orient="horz" pos="880">
          <p15:clr>
            <a:srgbClr val="547EBF"/>
          </p15:clr>
        </p15:guide>
        <p15:guide id="2" orient="horz" pos="3923">
          <p15:clr>
            <a:srgbClr val="547EBF"/>
          </p15:clr>
        </p15:guide>
        <p15:guide id="3" orient="horz" pos="789">
          <p15:clr>
            <a:srgbClr val="547EBF"/>
          </p15:clr>
        </p15:guide>
        <p15:guide id="4" orient="horz" pos="202">
          <p15:clr>
            <a:srgbClr val="547EBF"/>
          </p15:clr>
        </p15:guide>
        <p15:guide id="5" orient="horz" pos="495">
          <p15:clr>
            <a:srgbClr val="547EBF"/>
          </p15:clr>
        </p15:guide>
        <p15:guide id="6" pos="384">
          <p15:clr>
            <a:srgbClr val="547EBF"/>
          </p15:clr>
        </p15:guide>
        <p15:guide id="7" pos="7267">
          <p15:clr>
            <a:srgbClr val="547EBF"/>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BA75DCF9-2114-4543-8491-DC0390D875DB}"/>
              </a:ext>
            </a:extLst>
          </p:cNvPr>
          <p:cNvSpPr>
            <a:spLocks noGrp="1"/>
          </p:cNvSpPr>
          <p:nvPr>
            <p:ph type="title"/>
          </p:nvPr>
        </p:nvSpPr>
        <p:spPr>
          <a:xfrm>
            <a:off x="655638" y="320040"/>
            <a:ext cx="10880725" cy="461665"/>
          </a:xfrm>
          <a:solidFill>
            <a:schemeClr val="bg1"/>
          </a:solidFill>
        </p:spPr>
        <p:txBody>
          <a:bodyPr/>
          <a:lstStyle>
            <a:lvl1pPr>
              <a:defRPr/>
            </a:lvl1pPr>
          </a:lstStyle>
          <a:p>
            <a:r>
              <a:rPr lang="en-US" noProof="0"/>
              <a:t>Click to edit Master title style</a:t>
            </a:r>
            <a:endParaRPr lang="en-US" noProof="0" dirty="0"/>
          </a:p>
        </p:txBody>
      </p:sp>
      <p:sp>
        <p:nvSpPr>
          <p:cNvPr id="7" name="3 Content Placeholder">
            <a:extLst>
              <a:ext uri="{FF2B5EF4-FFF2-40B4-BE49-F238E27FC236}">
                <a16:creationId xmlns:a16="http://schemas.microsoft.com/office/drawing/2014/main" id="{67FFA91E-2F74-4D40-9DCA-2240811B5980}"/>
              </a:ext>
            </a:extLst>
          </p:cNvPr>
          <p:cNvSpPr>
            <a:spLocks noGrp="1"/>
          </p:cNvSpPr>
          <p:nvPr>
            <p:ph sz="quarter" idx="13"/>
          </p:nvPr>
        </p:nvSpPr>
        <p:spPr>
          <a:xfrm>
            <a:off x="655638" y="1408114"/>
            <a:ext cx="10880726" cy="4819650"/>
          </a:xfrm>
          <a:prstGeom prst="rect">
            <a:avLst/>
          </a:prstGeom>
        </p:spPr>
        <p:txBody>
          <a:bodyPr/>
          <a:lstStyle>
            <a:lvl1pPr marL="0" indent="0">
              <a:buNone/>
              <a:defRPr sz="2400"/>
            </a:lvl1pPr>
            <a:lvl2pPr marL="310896" indent="0">
              <a:buNone/>
              <a:defRPr/>
            </a:lvl2pPr>
            <a:lvl3pPr marL="621792" indent="0">
              <a:buNone/>
              <a:defRPr/>
            </a:lvl3pPr>
            <a:lvl4pPr marL="932688" indent="0">
              <a:buNone/>
              <a:defRPr/>
            </a:lvl4pPr>
            <a:lvl5pPr marL="1225296" indent="0">
              <a:buNone/>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546740947"/>
      </p:ext>
    </p:extLst>
  </p:cSld>
  <p:clrMapOvr>
    <a:masterClrMapping/>
  </p:clrMapOvr>
  <p:hf sldNum="0" hdr="0" ftr="0" dt="0"/>
  <p:extLst>
    <p:ext uri="{DCECCB84-F9BA-43D5-87BE-67443E8EF086}">
      <p15:sldGuideLst xmlns:p15="http://schemas.microsoft.com/office/powerpoint/2012/main">
        <p15:guide id="1" orient="horz" pos="887">
          <p15:clr>
            <a:srgbClr val="547EBF"/>
          </p15:clr>
        </p15:guide>
        <p15:guide id="2" orient="horz" pos="3923">
          <p15:clr>
            <a:srgbClr val="547EBF"/>
          </p15:clr>
        </p15:guide>
        <p15:guide id="3" orient="horz" pos="789">
          <p15:clr>
            <a:srgbClr val="547EBF"/>
          </p15:clr>
        </p15:guide>
        <p15:guide id="4" orient="horz" pos="202">
          <p15:clr>
            <a:srgbClr val="547EBF"/>
          </p15:clr>
        </p15:guide>
        <p15:guide id="5" orient="horz" pos="495">
          <p15:clr>
            <a:srgbClr val="547EBF"/>
          </p15:clr>
        </p15:guide>
        <p15:guide id="6" pos="384">
          <p15:clr>
            <a:srgbClr val="547EBF"/>
          </p15:clr>
        </p15:guide>
        <p15:guide id="7" pos="7267">
          <p15:clr>
            <a:srgbClr val="547EBF"/>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 Subtitle &amp; Non-bulleted text">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BA75DCF9-2114-4543-8491-DC0390D875DB}"/>
              </a:ext>
            </a:extLst>
          </p:cNvPr>
          <p:cNvSpPr>
            <a:spLocks noGrp="1"/>
          </p:cNvSpPr>
          <p:nvPr>
            <p:ph type="title"/>
          </p:nvPr>
        </p:nvSpPr>
        <p:spPr>
          <a:xfrm>
            <a:off x="655638" y="320040"/>
            <a:ext cx="10880725" cy="461665"/>
          </a:xfrm>
          <a:solidFill>
            <a:schemeClr val="bg1"/>
          </a:solidFill>
        </p:spPr>
        <p:txBody>
          <a:bodyPr/>
          <a:lstStyle>
            <a:lvl1pPr>
              <a:defRPr/>
            </a:lvl1pPr>
          </a:lstStyle>
          <a:p>
            <a:r>
              <a:rPr lang="en-US" noProof="0"/>
              <a:t>Click to edit Master title style</a:t>
            </a:r>
            <a:endParaRPr lang="en-US" noProof="0" dirty="0"/>
          </a:p>
        </p:txBody>
      </p:sp>
      <p:sp>
        <p:nvSpPr>
          <p:cNvPr id="8" name="2 Subtitle">
            <a:extLst>
              <a:ext uri="{FF2B5EF4-FFF2-40B4-BE49-F238E27FC236}">
                <a16:creationId xmlns:a16="http://schemas.microsoft.com/office/drawing/2014/main" id="{C7C3AFAE-72AD-4B70-BB9C-37420C66D458}"/>
              </a:ext>
            </a:extLst>
          </p:cNvPr>
          <p:cNvSpPr>
            <a:spLocks noGrp="1"/>
          </p:cNvSpPr>
          <p:nvPr>
            <p:ph type="subTitle" idx="1"/>
          </p:nvPr>
        </p:nvSpPr>
        <p:spPr>
          <a:xfrm>
            <a:off x="655637"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7" name="3 Content Placeholder">
            <a:extLst>
              <a:ext uri="{FF2B5EF4-FFF2-40B4-BE49-F238E27FC236}">
                <a16:creationId xmlns:a16="http://schemas.microsoft.com/office/drawing/2014/main" id="{67FFA91E-2F74-4D40-9DCA-2240811B5980}"/>
              </a:ext>
            </a:extLst>
          </p:cNvPr>
          <p:cNvSpPr>
            <a:spLocks noGrp="1"/>
          </p:cNvSpPr>
          <p:nvPr>
            <p:ph sz="quarter" idx="13"/>
          </p:nvPr>
        </p:nvSpPr>
        <p:spPr>
          <a:xfrm>
            <a:off x="655638" y="1408114"/>
            <a:ext cx="10880726" cy="4819650"/>
          </a:xfrm>
          <a:prstGeom prst="rect">
            <a:avLst/>
          </a:prstGeom>
        </p:spPr>
        <p:txBody>
          <a:bodyPr/>
          <a:lstStyle>
            <a:lvl1pPr marL="0" indent="0">
              <a:buNone/>
              <a:defRPr sz="2400"/>
            </a:lvl1pPr>
            <a:lvl2pPr marL="310896" indent="0">
              <a:buNone/>
              <a:defRPr/>
            </a:lvl2pPr>
            <a:lvl3pPr marL="621792" indent="0">
              <a:buNone/>
              <a:defRPr/>
            </a:lvl3pPr>
            <a:lvl4pPr marL="932688" indent="0">
              <a:buNone/>
              <a:defRPr/>
            </a:lvl4pPr>
            <a:lvl5pPr marL="1225296" indent="0">
              <a:buNone/>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918285738"/>
      </p:ext>
    </p:extLst>
  </p:cSld>
  <p:clrMapOvr>
    <a:masterClrMapping/>
  </p:clrMapOvr>
  <p:hf sldNum="0" hdr="0" ftr="0" dt="0"/>
  <p:extLst>
    <p:ext uri="{DCECCB84-F9BA-43D5-87BE-67443E8EF086}">
      <p15:sldGuideLst xmlns:p15="http://schemas.microsoft.com/office/powerpoint/2012/main">
        <p15:guide id="1" orient="horz" pos="887">
          <p15:clr>
            <a:srgbClr val="547EBF"/>
          </p15:clr>
        </p15:guide>
        <p15:guide id="2" orient="horz" pos="3923">
          <p15:clr>
            <a:srgbClr val="547EBF"/>
          </p15:clr>
        </p15:guide>
        <p15:guide id="3" orient="horz" pos="789">
          <p15:clr>
            <a:srgbClr val="547EBF"/>
          </p15:clr>
        </p15:guide>
        <p15:guide id="4" orient="horz" pos="202">
          <p15:clr>
            <a:srgbClr val="547EBF"/>
          </p15:clr>
        </p15:guide>
        <p15:guide id="5" orient="horz" pos="495">
          <p15:clr>
            <a:srgbClr val="547EBF"/>
          </p15:clr>
        </p15:guide>
        <p15:guide id="6" pos="384">
          <p15:clr>
            <a:srgbClr val="547EBF"/>
          </p15:clr>
        </p15:guide>
        <p15:guide id="7" pos="7267">
          <p15:clr>
            <a:srgbClr val="547EBF"/>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0D75157F-D103-4B72-869F-2D01AFADEC9B}"/>
              </a:ext>
            </a:extLst>
          </p:cNvPr>
          <p:cNvSpPr>
            <a:spLocks noGrp="1"/>
          </p:cNvSpPr>
          <p:nvPr>
            <p:ph type="title"/>
          </p:nvPr>
        </p:nvSpPr>
        <p:spPr/>
        <p:txBody>
          <a:bodyPr/>
          <a:lstStyle/>
          <a:p>
            <a:r>
              <a:rPr lang="en-US" noProof="0"/>
              <a:t>Click to edit Master title style</a:t>
            </a:r>
          </a:p>
        </p:txBody>
      </p:sp>
      <p:sp>
        <p:nvSpPr>
          <p:cNvPr id="8" name="3 Content Placeholder left">
            <a:extLst>
              <a:ext uri="{FF2B5EF4-FFF2-40B4-BE49-F238E27FC236}">
                <a16:creationId xmlns:a16="http://schemas.microsoft.com/office/drawing/2014/main" id="{DA942A9C-8106-42F7-9928-B8F912CDD29D}"/>
              </a:ext>
            </a:extLst>
          </p:cNvPr>
          <p:cNvSpPr>
            <a:spLocks noGrp="1"/>
          </p:cNvSpPr>
          <p:nvPr>
            <p:ph sz="quarter" idx="13"/>
          </p:nvPr>
        </p:nvSpPr>
        <p:spPr>
          <a:xfrm>
            <a:off x="655638" y="1408113"/>
            <a:ext cx="5284787"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4 Content Placeholder right">
            <a:extLst>
              <a:ext uri="{FF2B5EF4-FFF2-40B4-BE49-F238E27FC236}">
                <a16:creationId xmlns:a16="http://schemas.microsoft.com/office/drawing/2014/main" id="{9405EA7B-7E1D-4443-AC76-BECBECB0EC78}"/>
              </a:ext>
            </a:extLst>
          </p:cNvPr>
          <p:cNvSpPr>
            <a:spLocks noGrp="1"/>
          </p:cNvSpPr>
          <p:nvPr>
            <p:ph sz="quarter" idx="14"/>
          </p:nvPr>
        </p:nvSpPr>
        <p:spPr>
          <a:xfrm>
            <a:off x="6251576" y="1408113"/>
            <a:ext cx="5284785"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09743051"/>
      </p:ext>
    </p:extLst>
  </p:cSld>
  <p:clrMapOvr>
    <a:masterClrMapping/>
  </p:clrMapOvr>
  <p:hf sldNum="0" hdr="0" ftr="0" dt="0"/>
  <p:extLst>
    <p:ext uri="{DCECCB84-F9BA-43D5-87BE-67443E8EF086}">
      <p15:sldGuideLst xmlns:p15="http://schemas.microsoft.com/office/powerpoint/2012/main">
        <p15:guide id="10" pos="413">
          <p15:clr>
            <a:srgbClr val="547EBF"/>
          </p15:clr>
        </p15:guide>
        <p15:guide id="11" orient="horz" pos="789">
          <p15:clr>
            <a:srgbClr val="547EBF"/>
          </p15:clr>
        </p15:guide>
        <p15:guide id="12" orient="horz" pos="887">
          <p15:clr>
            <a:srgbClr val="547EBF"/>
          </p15:clr>
        </p15:guide>
        <p15:guide id="13" pos="3742">
          <p15:clr>
            <a:srgbClr val="547EBF"/>
          </p15:clr>
        </p15:guide>
        <p15:guide id="14" pos="3938">
          <p15:clr>
            <a:srgbClr val="547EBF"/>
          </p15:clr>
        </p15:guide>
        <p15:guide id="15" pos="7267">
          <p15:clr>
            <a:srgbClr val="547EBF"/>
          </p15:clr>
        </p15:guide>
        <p15:guide id="16" orient="horz" pos="495">
          <p15:clr>
            <a:srgbClr val="547EBF"/>
          </p15:clr>
        </p15:guide>
        <p15:guide id="17" orient="horz" pos="202">
          <p15:clr>
            <a:srgbClr val="547EBF"/>
          </p15:clr>
        </p15:guide>
        <p15:guide id="18" orient="horz" pos="3923">
          <p15:clr>
            <a:srgbClr val="547EBF"/>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lumn Bullet text with subtitle">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0D75157F-D103-4B72-869F-2D01AFADEC9B}"/>
              </a:ext>
            </a:extLst>
          </p:cNvPr>
          <p:cNvSpPr>
            <a:spLocks noGrp="1"/>
          </p:cNvSpPr>
          <p:nvPr>
            <p:ph type="title"/>
          </p:nvPr>
        </p:nvSpPr>
        <p:spPr/>
        <p:txBody>
          <a:bodyPr/>
          <a:lstStyle/>
          <a:p>
            <a:r>
              <a:rPr lang="en-US" noProof="0"/>
              <a:t>Click to edit Master title style</a:t>
            </a:r>
          </a:p>
        </p:txBody>
      </p:sp>
      <p:sp>
        <p:nvSpPr>
          <p:cNvPr id="12" name="2 Subtitle">
            <a:extLst>
              <a:ext uri="{FF2B5EF4-FFF2-40B4-BE49-F238E27FC236}">
                <a16:creationId xmlns:a16="http://schemas.microsoft.com/office/drawing/2014/main" id="{A80DD196-90AE-4754-8926-D676551AB9C8}"/>
              </a:ext>
            </a:extLst>
          </p:cNvPr>
          <p:cNvSpPr>
            <a:spLocks noGrp="1"/>
          </p:cNvSpPr>
          <p:nvPr>
            <p:ph type="subTitle" idx="1"/>
          </p:nvPr>
        </p:nvSpPr>
        <p:spPr>
          <a:xfrm>
            <a:off x="655637"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8" name="3 Content Placeholder left">
            <a:extLst>
              <a:ext uri="{FF2B5EF4-FFF2-40B4-BE49-F238E27FC236}">
                <a16:creationId xmlns:a16="http://schemas.microsoft.com/office/drawing/2014/main" id="{DA942A9C-8106-42F7-9928-B8F912CDD29D}"/>
              </a:ext>
            </a:extLst>
          </p:cNvPr>
          <p:cNvSpPr>
            <a:spLocks noGrp="1"/>
          </p:cNvSpPr>
          <p:nvPr>
            <p:ph sz="quarter" idx="13"/>
          </p:nvPr>
        </p:nvSpPr>
        <p:spPr>
          <a:xfrm>
            <a:off x="655638" y="1408113"/>
            <a:ext cx="5284787"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4 Content Placeholder right">
            <a:extLst>
              <a:ext uri="{FF2B5EF4-FFF2-40B4-BE49-F238E27FC236}">
                <a16:creationId xmlns:a16="http://schemas.microsoft.com/office/drawing/2014/main" id="{9405EA7B-7E1D-4443-AC76-BECBECB0EC78}"/>
              </a:ext>
            </a:extLst>
          </p:cNvPr>
          <p:cNvSpPr>
            <a:spLocks noGrp="1"/>
          </p:cNvSpPr>
          <p:nvPr>
            <p:ph sz="quarter" idx="14"/>
          </p:nvPr>
        </p:nvSpPr>
        <p:spPr>
          <a:xfrm>
            <a:off x="6251576" y="1408113"/>
            <a:ext cx="5284785"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50385413"/>
      </p:ext>
    </p:extLst>
  </p:cSld>
  <p:clrMapOvr>
    <a:masterClrMapping/>
  </p:clrMapOvr>
  <p:hf sldNum="0" hdr="0" ftr="0" dt="0"/>
  <p:extLst>
    <p:ext uri="{DCECCB84-F9BA-43D5-87BE-67443E8EF086}">
      <p15:sldGuideLst xmlns:p15="http://schemas.microsoft.com/office/powerpoint/2012/main">
        <p15:guide id="10" pos="413">
          <p15:clr>
            <a:srgbClr val="547EBF"/>
          </p15:clr>
        </p15:guide>
        <p15:guide id="11" orient="horz" pos="789">
          <p15:clr>
            <a:srgbClr val="547EBF"/>
          </p15:clr>
        </p15:guide>
        <p15:guide id="12" orient="horz" pos="887">
          <p15:clr>
            <a:srgbClr val="547EBF"/>
          </p15:clr>
        </p15:guide>
        <p15:guide id="13" pos="3742">
          <p15:clr>
            <a:srgbClr val="547EBF"/>
          </p15:clr>
        </p15:guide>
        <p15:guide id="14" pos="3938">
          <p15:clr>
            <a:srgbClr val="547EBF"/>
          </p15:clr>
        </p15:guide>
        <p15:guide id="15" pos="7267">
          <p15:clr>
            <a:srgbClr val="547EBF"/>
          </p15:clr>
        </p15:guide>
        <p15:guide id="16" orient="horz" pos="495">
          <p15:clr>
            <a:srgbClr val="547EBF"/>
          </p15:clr>
        </p15:guide>
        <p15:guide id="17" orient="horz" pos="202">
          <p15:clr>
            <a:srgbClr val="547EBF"/>
          </p15:clr>
        </p15:guide>
        <p15:guide id="18" orient="horz" pos="3923">
          <p15:clr>
            <a:srgbClr val="547EBF"/>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D427F378-647E-40F7-B8E4-09A5941F1007}"/>
              </a:ext>
            </a:extLst>
          </p:cNvPr>
          <p:cNvSpPr>
            <a:spLocks noGrp="1"/>
          </p:cNvSpPr>
          <p:nvPr>
            <p:ph type="title"/>
          </p:nvPr>
        </p:nvSpPr>
        <p:spPr/>
        <p:txBody>
          <a:bodyPr/>
          <a:lstStyle/>
          <a:p>
            <a:r>
              <a:rPr lang="en-US" noProof="0"/>
              <a:t>Click to edit Master title style</a:t>
            </a:r>
            <a:endParaRPr lang="en-US" noProof="0" dirty="0"/>
          </a:p>
        </p:txBody>
      </p:sp>
    </p:spTree>
    <p:extLst>
      <p:ext uri="{BB962C8B-B14F-4D97-AF65-F5344CB8AC3E}">
        <p14:creationId xmlns:p14="http://schemas.microsoft.com/office/powerpoint/2010/main" val="612329043"/>
      </p:ext>
    </p:extLst>
  </p:cSld>
  <p:clrMapOvr>
    <a:masterClrMapping/>
  </p:clrMapOvr>
  <p:extLst>
    <p:ext uri="{DCECCB84-F9BA-43D5-87BE-67443E8EF086}">
      <p15:sldGuideLst xmlns:p15="http://schemas.microsoft.com/office/powerpoint/2012/main">
        <p15:guide id="30" pos="3742">
          <p15:clr>
            <a:srgbClr val="547EBF"/>
          </p15:clr>
        </p15:guide>
        <p15:guide id="31" orient="horz" pos="887">
          <p15:clr>
            <a:srgbClr val="547EBF"/>
          </p15:clr>
        </p15:guide>
        <p15:guide id="32" pos="3938">
          <p15:clr>
            <a:srgbClr val="547EBF"/>
          </p15:clr>
        </p15:guide>
        <p15:guide id="33" pos="3350">
          <p15:clr>
            <a:srgbClr val="A4A3A4"/>
          </p15:clr>
        </p15:guide>
        <p15:guide id="34" pos="3155">
          <p15:clr>
            <a:srgbClr val="A4A3A4"/>
          </p15:clr>
        </p15:guide>
        <p15:guide id="35" pos="2763">
          <p15:clr>
            <a:srgbClr val="A4A3A4"/>
          </p15:clr>
        </p15:guide>
        <p15:guide id="36" pos="2567">
          <p15:clr>
            <a:srgbClr val="A4A3A4"/>
          </p15:clr>
        </p15:guide>
        <p15:guide id="37" pos="2175">
          <p15:clr>
            <a:srgbClr val="A4A3A4"/>
          </p15:clr>
        </p15:guide>
        <p15:guide id="38" pos="1980">
          <p15:clr>
            <a:srgbClr val="A4A3A4"/>
          </p15:clr>
        </p15:guide>
        <p15:guide id="39" pos="1588">
          <p15:clr>
            <a:srgbClr val="A4A3A4"/>
          </p15:clr>
        </p15:guide>
        <p15:guide id="40" pos="1392">
          <p15:clr>
            <a:srgbClr val="A4A3A4"/>
          </p15:clr>
        </p15:guide>
        <p15:guide id="41" pos="1000">
          <p15:clr>
            <a:srgbClr val="A4A3A4"/>
          </p15:clr>
        </p15:guide>
        <p15:guide id="42" pos="804">
          <p15:clr>
            <a:srgbClr val="A4A3A4"/>
          </p15:clr>
        </p15:guide>
        <p15:guide id="43" pos="413">
          <p15:clr>
            <a:srgbClr val="547EBF"/>
          </p15:clr>
        </p15:guide>
        <p15:guide id="44" pos="4330">
          <p15:clr>
            <a:srgbClr val="A4A3A4"/>
          </p15:clr>
        </p15:guide>
        <p15:guide id="45" pos="4525">
          <p15:clr>
            <a:srgbClr val="A4A3A4"/>
          </p15:clr>
        </p15:guide>
        <p15:guide id="46" pos="5505">
          <p15:clr>
            <a:srgbClr val="A4A3A4"/>
          </p15:clr>
        </p15:guide>
        <p15:guide id="47" pos="5113">
          <p15:clr>
            <a:srgbClr val="A4A3A4"/>
          </p15:clr>
        </p15:guide>
        <p15:guide id="48" pos="4917">
          <p15:clr>
            <a:srgbClr val="A4A3A4"/>
          </p15:clr>
        </p15:guide>
        <p15:guide id="49" pos="5700">
          <p15:clr>
            <a:srgbClr val="A4A3A4"/>
          </p15:clr>
        </p15:guide>
        <p15:guide id="50" pos="6092">
          <p15:clr>
            <a:srgbClr val="A4A3A4"/>
          </p15:clr>
        </p15:guide>
        <p15:guide id="51" pos="6288">
          <p15:clr>
            <a:srgbClr val="A4A3A4"/>
          </p15:clr>
        </p15:guide>
        <p15:guide id="52" pos="6680">
          <p15:clr>
            <a:srgbClr val="A4A3A4"/>
          </p15:clr>
        </p15:guide>
        <p15:guide id="53" pos="6876">
          <p15:clr>
            <a:srgbClr val="A4A3A4"/>
          </p15:clr>
        </p15:guide>
        <p15:guide id="54" pos="7267">
          <p15:clr>
            <a:srgbClr val="547EBF"/>
          </p15:clr>
        </p15:guide>
        <p15:guide id="55" orient="horz" pos="3923">
          <p15:clr>
            <a:srgbClr val="547EBF"/>
          </p15:clr>
        </p15:guide>
        <p15:guide id="56" orient="horz" pos="789">
          <p15:clr>
            <a:srgbClr val="547EBF"/>
          </p15:clr>
        </p15:guide>
        <p15:guide id="57" orient="horz" pos="202">
          <p15:clr>
            <a:srgbClr val="547EBF"/>
          </p15:clr>
        </p15:guide>
        <p15:guide id="58" orient="horz" pos="495">
          <p15:clr>
            <a:srgbClr val="547EBF"/>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with subtitle">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D427F378-647E-40F7-B8E4-09A5941F1007}"/>
              </a:ext>
            </a:extLst>
          </p:cNvPr>
          <p:cNvSpPr>
            <a:spLocks noGrp="1"/>
          </p:cNvSpPr>
          <p:nvPr>
            <p:ph type="title"/>
          </p:nvPr>
        </p:nvSpPr>
        <p:spPr/>
        <p:txBody>
          <a:bodyPr/>
          <a:lstStyle/>
          <a:p>
            <a:r>
              <a:rPr lang="en-US" noProof="0"/>
              <a:t>Click to edit Master title style</a:t>
            </a:r>
            <a:endParaRPr lang="en-US" noProof="0" dirty="0"/>
          </a:p>
        </p:txBody>
      </p:sp>
      <p:sp>
        <p:nvSpPr>
          <p:cNvPr id="6" name="2 Subtitle">
            <a:extLst>
              <a:ext uri="{FF2B5EF4-FFF2-40B4-BE49-F238E27FC236}">
                <a16:creationId xmlns:a16="http://schemas.microsoft.com/office/drawing/2014/main" id="{11FC2D5A-AAFB-433D-8F41-FB1BF5F8682D}"/>
              </a:ext>
            </a:extLst>
          </p:cNvPr>
          <p:cNvSpPr>
            <a:spLocks noGrp="1"/>
          </p:cNvSpPr>
          <p:nvPr>
            <p:ph type="subTitle" idx="1"/>
          </p:nvPr>
        </p:nvSpPr>
        <p:spPr>
          <a:xfrm>
            <a:off x="655637"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Tree>
    <p:extLst>
      <p:ext uri="{BB962C8B-B14F-4D97-AF65-F5344CB8AC3E}">
        <p14:creationId xmlns:p14="http://schemas.microsoft.com/office/powerpoint/2010/main" val="385686333"/>
      </p:ext>
    </p:extLst>
  </p:cSld>
  <p:clrMapOvr>
    <a:masterClrMapping/>
  </p:clrMapOvr>
  <p:hf sldNum="0" hdr="0" ftr="0" dt="0"/>
  <p:extLst>
    <p:ext uri="{DCECCB84-F9BA-43D5-87BE-67443E8EF086}">
      <p15:sldGuideLst xmlns:p15="http://schemas.microsoft.com/office/powerpoint/2012/main">
        <p15:guide id="30" pos="413">
          <p15:clr>
            <a:srgbClr val="547EBF"/>
          </p15:clr>
        </p15:guide>
        <p15:guide id="31" orient="horz" pos="887">
          <p15:clr>
            <a:srgbClr val="547EBF"/>
          </p15:clr>
        </p15:guide>
        <p15:guide id="32" orient="horz" pos="789">
          <p15:clr>
            <a:srgbClr val="547EBF"/>
          </p15:clr>
        </p15:guide>
        <p15:guide id="33" orient="horz" pos="495">
          <p15:clr>
            <a:srgbClr val="547EBF"/>
          </p15:clr>
        </p15:guide>
        <p15:guide id="34" orient="horz" pos="202">
          <p15:clr>
            <a:srgbClr val="547EBF"/>
          </p15:clr>
        </p15:guide>
        <p15:guide id="35" orient="horz" pos="3923">
          <p15:clr>
            <a:srgbClr val="547EBF"/>
          </p15:clr>
        </p15:guide>
        <p15:guide id="36" pos="804">
          <p15:clr>
            <a:srgbClr val="A4A3A4"/>
          </p15:clr>
        </p15:guide>
        <p15:guide id="37" pos="1000">
          <p15:clr>
            <a:srgbClr val="A4A3A4"/>
          </p15:clr>
        </p15:guide>
        <p15:guide id="38" pos="1392">
          <p15:clr>
            <a:srgbClr val="A4A3A4"/>
          </p15:clr>
        </p15:guide>
        <p15:guide id="39" pos="1588">
          <p15:clr>
            <a:srgbClr val="A4A3A4"/>
          </p15:clr>
        </p15:guide>
        <p15:guide id="40" pos="1980">
          <p15:clr>
            <a:srgbClr val="A4A3A4"/>
          </p15:clr>
        </p15:guide>
        <p15:guide id="41" pos="2175">
          <p15:clr>
            <a:srgbClr val="A4A3A4"/>
          </p15:clr>
        </p15:guide>
        <p15:guide id="42" pos="2567">
          <p15:clr>
            <a:srgbClr val="A4A3A4"/>
          </p15:clr>
        </p15:guide>
        <p15:guide id="43" pos="2763">
          <p15:clr>
            <a:srgbClr val="A4A3A4"/>
          </p15:clr>
        </p15:guide>
        <p15:guide id="44" pos="3155">
          <p15:clr>
            <a:srgbClr val="A4A3A4"/>
          </p15:clr>
        </p15:guide>
        <p15:guide id="45" pos="3350">
          <p15:clr>
            <a:srgbClr val="A4A3A4"/>
          </p15:clr>
        </p15:guide>
        <p15:guide id="46" pos="3742">
          <p15:clr>
            <a:srgbClr val="547EBF"/>
          </p15:clr>
        </p15:guide>
        <p15:guide id="47" pos="3938">
          <p15:clr>
            <a:srgbClr val="547EBF"/>
          </p15:clr>
        </p15:guide>
        <p15:guide id="48" pos="4330">
          <p15:clr>
            <a:srgbClr val="A4A3A4"/>
          </p15:clr>
        </p15:guide>
        <p15:guide id="49" pos="4525">
          <p15:clr>
            <a:srgbClr val="A4A3A4"/>
          </p15:clr>
        </p15:guide>
        <p15:guide id="50" pos="5113">
          <p15:clr>
            <a:srgbClr val="A4A3A4"/>
          </p15:clr>
        </p15:guide>
        <p15:guide id="51" pos="4917">
          <p15:clr>
            <a:srgbClr val="A4A3A4"/>
          </p15:clr>
        </p15:guide>
        <p15:guide id="52" pos="5505">
          <p15:clr>
            <a:srgbClr val="A4A3A4"/>
          </p15:clr>
        </p15:guide>
        <p15:guide id="53" pos="5700">
          <p15:clr>
            <a:srgbClr val="A4A3A4"/>
          </p15:clr>
        </p15:guide>
        <p15:guide id="54" pos="6092">
          <p15:clr>
            <a:srgbClr val="A4A3A4"/>
          </p15:clr>
        </p15:guide>
        <p15:guide id="55" pos="6288">
          <p15:clr>
            <a:srgbClr val="A4A3A4"/>
          </p15:clr>
        </p15:guide>
        <p15:guide id="56" pos="6680">
          <p15:clr>
            <a:srgbClr val="A4A3A4"/>
          </p15:clr>
        </p15:guide>
        <p15:guide id="57" pos="6876">
          <p15:clr>
            <a:srgbClr val="A4A3A4"/>
          </p15:clr>
        </p15:guide>
        <p15:guide id="58" pos="7267">
          <p15:clr>
            <a:srgbClr val="547EBF"/>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ection Title Color">
    <p:bg>
      <p:bgPr>
        <a:solidFill>
          <a:srgbClr val="737373"/>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17D53EF6-E97C-46E7-A9D5-30F96F1F21F3}"/>
              </a:ext>
            </a:extLst>
          </p:cNvPr>
          <p:cNvSpPr>
            <a:spLocks noGrp="1"/>
          </p:cNvSpPr>
          <p:nvPr>
            <p:ph type="title"/>
          </p:nvPr>
        </p:nvSpPr>
        <p:spPr>
          <a:xfrm>
            <a:off x="655638" y="2979777"/>
            <a:ext cx="9015411" cy="604798"/>
          </a:xfrm>
        </p:spPr>
        <p:txBody>
          <a:bodyPr vert="horz" lIns="0" tIns="0" rIns="0" bIns="45720" rtlCol="0" anchor="b">
            <a:noAutofit/>
          </a:bodyPr>
          <a:lstStyle>
            <a:lvl1pPr>
              <a:defRPr lang="en-GB" sz="3600" baseline="0" dirty="0">
                <a:solidFill>
                  <a:schemeClr val="bg1"/>
                </a:solidFill>
              </a:defRPr>
            </a:lvl1pPr>
          </a:lstStyle>
          <a:p>
            <a:pPr lvl="0"/>
            <a:r>
              <a:rPr lang="en-US" noProof="0"/>
              <a:t>Click to edit Master title style</a:t>
            </a:r>
            <a:endParaRPr lang="en-US" noProof="0" dirty="0"/>
          </a:p>
        </p:txBody>
      </p:sp>
    </p:spTree>
    <p:extLst>
      <p:ext uri="{BB962C8B-B14F-4D97-AF65-F5344CB8AC3E}">
        <p14:creationId xmlns:p14="http://schemas.microsoft.com/office/powerpoint/2010/main" val="2122929426"/>
      </p:ext>
    </p:extLst>
  </p:cSld>
  <p:clrMapOvr>
    <a:masterClrMapping/>
  </p:clrMapOvr>
  <p:hf sldNum="0" hdr="0" ftr="0" dt="0"/>
  <p:extLst>
    <p:ext uri="{DCECCB84-F9BA-43D5-87BE-67443E8EF086}">
      <p15:sldGuideLst xmlns:p15="http://schemas.microsoft.com/office/powerpoint/2012/main">
        <p15:guide id="6" pos="413">
          <p15:clr>
            <a:srgbClr val="FFFFFF"/>
          </p15:clr>
        </p15:guide>
        <p15:guide id="7" orient="horz" pos="2258">
          <p15:clr>
            <a:srgbClr val="FFFFFF"/>
          </p15:clr>
        </p15:guide>
        <p15:guide id="8" orient="horz" pos="2160">
          <p15:clr>
            <a:srgbClr val="FFFFFF"/>
          </p15:clr>
        </p15:guide>
        <p15:guide id="9" orient="horz" pos="1866">
          <p15:clr>
            <a:srgbClr val="FFFFFF"/>
          </p15:clr>
        </p15:guide>
        <p15:guide id="10" pos="6092">
          <p15:clr>
            <a:srgbClr val="FFFFFF"/>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ection Title Light Color">
    <p:bg>
      <p:bgPr>
        <a:solidFill>
          <a:srgbClr val="E6E6E6"/>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17D53EF6-E97C-46E7-A9D5-30F96F1F21F3}"/>
              </a:ext>
            </a:extLst>
          </p:cNvPr>
          <p:cNvSpPr>
            <a:spLocks noGrp="1"/>
          </p:cNvSpPr>
          <p:nvPr>
            <p:ph type="title"/>
          </p:nvPr>
        </p:nvSpPr>
        <p:spPr>
          <a:xfrm>
            <a:off x="655638" y="2979777"/>
            <a:ext cx="9015411" cy="604798"/>
          </a:xfrm>
        </p:spPr>
        <p:txBody>
          <a:bodyPr vert="horz" lIns="0" tIns="0" rIns="0" bIns="45720" rtlCol="0" anchor="b">
            <a:noAutofit/>
          </a:bodyPr>
          <a:lstStyle>
            <a:lvl1pPr>
              <a:defRPr lang="en-GB" sz="3600" baseline="0" dirty="0">
                <a:solidFill>
                  <a:srgbClr val="000000"/>
                </a:solidFill>
              </a:defRPr>
            </a:lvl1pPr>
          </a:lstStyle>
          <a:p>
            <a:pPr lvl="0"/>
            <a:r>
              <a:rPr lang="en-US" noProof="0"/>
              <a:t>Click to edit Master title style</a:t>
            </a:r>
            <a:endParaRPr lang="en-US" noProof="0" dirty="0"/>
          </a:p>
        </p:txBody>
      </p:sp>
    </p:spTree>
    <p:extLst>
      <p:ext uri="{BB962C8B-B14F-4D97-AF65-F5344CB8AC3E}">
        <p14:creationId xmlns:p14="http://schemas.microsoft.com/office/powerpoint/2010/main" val="889819677"/>
      </p:ext>
    </p:extLst>
  </p:cSld>
  <p:clrMapOvr>
    <a:masterClrMapping/>
  </p:clrMapOvr>
  <p:hf sldNum="0" hdr="0" ftr="0" dt="0"/>
  <p:extLst>
    <p:ext uri="{DCECCB84-F9BA-43D5-87BE-67443E8EF086}">
      <p15:sldGuideLst xmlns:p15="http://schemas.microsoft.com/office/powerpoint/2012/main">
        <p15:guide id="6" pos="413">
          <p15:clr>
            <a:srgbClr val="FFFFFF"/>
          </p15:clr>
        </p15:guide>
        <p15:guide id="7" orient="horz" pos="2258">
          <p15:clr>
            <a:srgbClr val="FFFFFF"/>
          </p15:clr>
        </p15:guide>
        <p15:guide id="8" orient="horz" pos="2160">
          <p15:clr>
            <a:srgbClr val="FFFFFF"/>
          </p15:clr>
        </p15:guide>
        <p15:guide id="9" orient="horz" pos="1866">
          <p15:clr>
            <a:srgbClr val="FFFFFF"/>
          </p15:clr>
        </p15:guide>
        <p15:guide id="10" pos="6092">
          <p15:clr>
            <a:srgbClr val="FFFFFF"/>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ection Title">
    <p:bg>
      <p:bgPr>
        <a:solidFill>
          <a:schemeClr val="bg1"/>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17D53EF6-E97C-46E7-A9D5-30F96F1F21F3}"/>
              </a:ext>
            </a:extLst>
          </p:cNvPr>
          <p:cNvSpPr>
            <a:spLocks noGrp="1"/>
          </p:cNvSpPr>
          <p:nvPr>
            <p:ph type="title"/>
          </p:nvPr>
        </p:nvSpPr>
        <p:spPr>
          <a:xfrm>
            <a:off x="655638" y="2979777"/>
            <a:ext cx="9015412" cy="604797"/>
          </a:xfrm>
        </p:spPr>
        <p:txBody>
          <a:bodyPr vert="horz" lIns="0" tIns="0" rIns="0" bIns="45720" rtlCol="0" anchor="b">
            <a:noAutofit/>
          </a:bodyPr>
          <a:lstStyle>
            <a:lvl1pPr>
              <a:defRPr lang="en-GB" sz="3600" baseline="0" dirty="0"/>
            </a:lvl1pPr>
          </a:lstStyle>
          <a:p>
            <a:pPr lvl="0"/>
            <a:r>
              <a:rPr lang="en-US" noProof="0"/>
              <a:t>Click to edit Master title style</a:t>
            </a:r>
            <a:endParaRPr lang="en-US" noProof="0" dirty="0"/>
          </a:p>
        </p:txBody>
      </p:sp>
    </p:spTree>
    <p:extLst>
      <p:ext uri="{BB962C8B-B14F-4D97-AF65-F5344CB8AC3E}">
        <p14:creationId xmlns:p14="http://schemas.microsoft.com/office/powerpoint/2010/main" val="3202715897"/>
      </p:ext>
    </p:extLst>
  </p:cSld>
  <p:clrMapOvr>
    <a:masterClrMapping/>
  </p:clrMapOvr>
  <p:extLst>
    <p:ext uri="{DCECCB84-F9BA-43D5-87BE-67443E8EF086}">
      <p15:sldGuideLst xmlns:p15="http://schemas.microsoft.com/office/powerpoint/2012/main">
        <p15:guide id="6" pos="413">
          <p15:clr>
            <a:srgbClr val="547EBF"/>
          </p15:clr>
        </p15:guide>
        <p15:guide id="7" pos="6092">
          <p15:clr>
            <a:srgbClr val="547EBF"/>
          </p15:clr>
        </p15:guide>
        <p15:guide id="8" orient="horz" pos="2160">
          <p15:clr>
            <a:srgbClr val="547EBF"/>
          </p15:clr>
        </p15:guide>
        <p15:guide id="9" orient="horz" pos="2258">
          <p15:clr>
            <a:srgbClr val="547EBF"/>
          </p15:clr>
        </p15:guide>
        <p15:guide id="10" orient="horz" pos="1866">
          <p15:clr>
            <a:srgbClr val="547EBF"/>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ection Title Photo Option">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262BA849-E620-4C30-BACF-8D6B5D158257}"/>
              </a:ext>
              <a:ext uri="{C183D7F6-B498-43B3-948B-1728B52AA6E4}">
                <adec:decorative xmlns:adec="http://schemas.microsoft.com/office/drawing/2017/decorative" val="1"/>
              </a:ext>
            </a:extLst>
          </p:cNvPr>
          <p:cNvSpPr>
            <a:spLocks noGrp="1"/>
          </p:cNvSpPr>
          <p:nvPr>
            <p:ph type="pic" sz="quarter" idx="10" hasCustomPrompt="1"/>
          </p:nvPr>
        </p:nvSpPr>
        <p:spPr>
          <a:xfrm>
            <a:off x="0" y="0"/>
            <a:ext cx="12192000" cy="6858000"/>
          </a:xfrm>
        </p:spPr>
        <p:txBody>
          <a:bodyPr/>
          <a:lstStyle>
            <a:lvl1pPr marL="0" indent="0">
              <a:buNone/>
              <a:defRPr/>
            </a:lvl1pPr>
          </a:lstStyle>
          <a:p>
            <a:r>
              <a:rPr lang="en-US" dirty="0"/>
              <a:t> </a:t>
            </a:r>
          </a:p>
        </p:txBody>
      </p:sp>
      <p:sp>
        <p:nvSpPr>
          <p:cNvPr id="6" name="1 Title">
            <a:extLst>
              <a:ext uri="{FF2B5EF4-FFF2-40B4-BE49-F238E27FC236}">
                <a16:creationId xmlns:a16="http://schemas.microsoft.com/office/drawing/2014/main" id="{BD9B88E4-190C-4F7B-81CC-01238B1F36BF}"/>
              </a:ext>
            </a:extLst>
          </p:cNvPr>
          <p:cNvSpPr>
            <a:spLocks noGrp="1"/>
          </p:cNvSpPr>
          <p:nvPr>
            <p:ph type="title"/>
          </p:nvPr>
        </p:nvSpPr>
        <p:spPr>
          <a:xfrm>
            <a:off x="655638" y="2979777"/>
            <a:ext cx="9015412" cy="604797"/>
          </a:xfrm>
        </p:spPr>
        <p:txBody>
          <a:bodyPr vert="horz" lIns="0" tIns="0" rIns="0" bIns="45720" rtlCol="0" anchor="b">
            <a:noAutofit/>
          </a:bodyPr>
          <a:lstStyle>
            <a:lvl1pPr>
              <a:defRPr lang="en-GB" sz="3600" baseline="0" dirty="0">
                <a:solidFill>
                  <a:schemeClr val="bg1"/>
                </a:solidFill>
              </a:defRPr>
            </a:lvl1pPr>
          </a:lstStyle>
          <a:p>
            <a:pPr lvl="0"/>
            <a:r>
              <a:rPr lang="en-US" noProof="0"/>
              <a:t>Click to edit Master title style</a:t>
            </a:r>
            <a:endParaRPr lang="en-US" noProof="0" dirty="0"/>
          </a:p>
        </p:txBody>
      </p:sp>
    </p:spTree>
    <p:extLst>
      <p:ext uri="{BB962C8B-B14F-4D97-AF65-F5344CB8AC3E}">
        <p14:creationId xmlns:p14="http://schemas.microsoft.com/office/powerpoint/2010/main" val="3449298311"/>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935C9167-B5C7-4834-AC78-240C8C3EF11E}"/>
              </a:ext>
            </a:extLst>
          </p:cNvPr>
          <p:cNvSpPr>
            <a:spLocks noGrp="1"/>
          </p:cNvSpPr>
          <p:nvPr>
            <p:ph type="title"/>
          </p:nvPr>
        </p:nvSpPr>
        <p:spPr>
          <a:xfrm>
            <a:off x="655637" y="630237"/>
            <a:ext cx="4352926" cy="2493962"/>
          </a:xfrm>
        </p:spPr>
        <p:txBody>
          <a:bodyPr anchor="ctr">
            <a:noAutofit/>
          </a:bodyPr>
          <a:lstStyle>
            <a:lvl1pPr algn="ctr">
              <a:defRPr/>
            </a:lvl1pPr>
          </a:lstStyle>
          <a:p>
            <a:r>
              <a:rPr lang="en-US" noProof="0"/>
              <a:t>Click to edit Master title style</a:t>
            </a:r>
            <a:endParaRPr lang="en-US" noProof="0" dirty="0"/>
          </a:p>
        </p:txBody>
      </p:sp>
      <p:sp>
        <p:nvSpPr>
          <p:cNvPr id="4" name="2 Text Placeholder">
            <a:extLst>
              <a:ext uri="{FF2B5EF4-FFF2-40B4-BE49-F238E27FC236}">
                <a16:creationId xmlns:a16="http://schemas.microsoft.com/office/drawing/2014/main" id="{0E780C89-4FC1-4FE7-AFCA-1C41A1B0944C}"/>
              </a:ext>
            </a:extLst>
          </p:cNvPr>
          <p:cNvSpPr>
            <a:spLocks noGrp="1"/>
          </p:cNvSpPr>
          <p:nvPr>
            <p:ph type="body" sz="quarter" idx="10"/>
          </p:nvPr>
        </p:nvSpPr>
        <p:spPr>
          <a:xfrm>
            <a:off x="655320" y="3584448"/>
            <a:ext cx="4352925" cy="2643188"/>
          </a:xfrm>
          <a:prstGeom prst="rect">
            <a:avLst/>
          </a:prstGeom>
        </p:spPr>
        <p:txBody>
          <a:bodyPr>
            <a:noAutofit/>
          </a:bodyPr>
          <a:lstStyle>
            <a:lvl1pPr marL="0" indent="0">
              <a:buNone/>
              <a:defRPr sz="24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noProof="0"/>
              <a:t>Click to edit Master text styles</a:t>
            </a:r>
          </a:p>
        </p:txBody>
      </p:sp>
      <p:sp>
        <p:nvSpPr>
          <p:cNvPr id="9" name="Picture Placeholder 8">
            <a:extLst>
              <a:ext uri="{FF2B5EF4-FFF2-40B4-BE49-F238E27FC236}">
                <a16:creationId xmlns:a16="http://schemas.microsoft.com/office/drawing/2014/main" id="{B03C246A-8E6B-4528-976A-954C6D12B933}"/>
              </a:ext>
              <a:ext uri="{C183D7F6-B498-43B3-948B-1728B52AA6E4}">
                <adec:decorative xmlns:adec="http://schemas.microsoft.com/office/drawing/2017/decorative" val="1"/>
              </a:ext>
            </a:extLst>
          </p:cNvPr>
          <p:cNvSpPr>
            <a:spLocks noGrp="1"/>
          </p:cNvSpPr>
          <p:nvPr>
            <p:ph type="pic" sz="quarter" idx="15" hasCustomPrompt="1"/>
          </p:nvPr>
        </p:nvSpPr>
        <p:spPr>
          <a:xfrm>
            <a:off x="5333682" y="0"/>
            <a:ext cx="6858000" cy="6861524"/>
          </a:xfrm>
          <a:solidFill>
            <a:srgbClr val="E6E6E6"/>
          </a:solid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2253379137"/>
      </p:ext>
    </p:extLst>
  </p:cSld>
  <p:clrMapOvr>
    <a:masterClrMapping/>
  </p:clrMapOvr>
  <p:hf sldNum="0" hdr="0" ftr="0" dt="0"/>
  <p:extLst>
    <p:ext uri="{DCECCB84-F9BA-43D5-87BE-67443E8EF086}">
      <p15:sldGuideLst xmlns:p15="http://schemas.microsoft.com/office/powerpoint/2012/main">
        <p15:guide id="17" orient="horz" pos="1964">
          <p15:clr>
            <a:srgbClr val="547EBF"/>
          </p15:clr>
        </p15:guide>
        <p15:guide id="18" orient="horz" pos="2258">
          <p15:clr>
            <a:srgbClr val="547EBF"/>
          </p15:clr>
        </p15:guide>
        <p15:guide id="19" pos="3350">
          <p15:clr>
            <a:srgbClr val="547EBF"/>
          </p15:clr>
        </p15:guide>
        <p15:guide id="20" pos="3155">
          <p15:clr>
            <a:srgbClr val="547EBF"/>
          </p15:clr>
        </p15:guide>
        <p15:guide id="21" pos="413">
          <p15:clr>
            <a:srgbClr val="547EBF"/>
          </p15:clr>
        </p15:guide>
        <p15:guide id="22" orient="horz" pos="397">
          <p15:clr>
            <a:srgbClr val="547EBF"/>
          </p15:clr>
        </p15:guide>
        <p15:guide id="23" orient="horz" pos="3923">
          <p15:clr>
            <a:srgbClr val="547EBF"/>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 Content - Square Photo ">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935C9167-B5C7-4834-AC78-240C8C3EF11E}"/>
              </a:ext>
            </a:extLst>
          </p:cNvPr>
          <p:cNvSpPr>
            <a:spLocks noGrp="1"/>
          </p:cNvSpPr>
          <p:nvPr>
            <p:ph type="title" hasCustomPrompt="1"/>
          </p:nvPr>
        </p:nvSpPr>
        <p:spPr>
          <a:xfrm>
            <a:off x="655637" y="320040"/>
            <a:ext cx="4352926" cy="461665"/>
          </a:xfrm>
        </p:spPr>
        <p:txBody>
          <a:bodyPr anchor="t">
            <a:noAutofit/>
          </a:bodyPr>
          <a:lstStyle>
            <a:lvl1pPr algn="l">
              <a:defRPr/>
            </a:lvl1pPr>
          </a:lstStyle>
          <a:p>
            <a:r>
              <a:rPr lang="en-US" noProof="0" dirty="0"/>
              <a:t>Title</a:t>
            </a:r>
          </a:p>
        </p:txBody>
      </p:sp>
      <p:sp>
        <p:nvSpPr>
          <p:cNvPr id="8" name="Text Placeholder 7">
            <a:extLst>
              <a:ext uri="{FF2B5EF4-FFF2-40B4-BE49-F238E27FC236}">
                <a16:creationId xmlns:a16="http://schemas.microsoft.com/office/drawing/2014/main" id="{81A8F63C-5D9B-4647-8C88-F5B85777FE46}"/>
              </a:ext>
            </a:extLst>
          </p:cNvPr>
          <p:cNvSpPr>
            <a:spLocks noGrp="1"/>
          </p:cNvSpPr>
          <p:nvPr>
            <p:ph type="body" sz="quarter" idx="16"/>
          </p:nvPr>
        </p:nvSpPr>
        <p:spPr>
          <a:xfrm>
            <a:off x="655320" y="1408113"/>
            <a:ext cx="4352925"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B03C246A-8E6B-4528-976A-954C6D12B933}"/>
              </a:ext>
              <a:ext uri="{C183D7F6-B498-43B3-948B-1728B52AA6E4}">
                <adec:decorative xmlns:adec="http://schemas.microsoft.com/office/drawing/2017/decorative" val="1"/>
              </a:ext>
            </a:extLst>
          </p:cNvPr>
          <p:cNvSpPr>
            <a:spLocks noGrp="1"/>
          </p:cNvSpPr>
          <p:nvPr>
            <p:ph type="pic" sz="quarter" idx="15" hasCustomPrompt="1"/>
          </p:nvPr>
        </p:nvSpPr>
        <p:spPr>
          <a:xfrm>
            <a:off x="5333682" y="0"/>
            <a:ext cx="6858000" cy="6858000"/>
          </a:xfrm>
          <a:solidFill>
            <a:srgbClr val="E6E6E6"/>
          </a:solid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3511361572"/>
      </p:ext>
    </p:extLst>
  </p:cSld>
  <p:clrMapOvr>
    <a:masterClrMapping/>
  </p:clrMapOvr>
  <p:hf sldNum="0" hdr="0" ftr="0" dt="0"/>
  <p:extLst>
    <p:ext uri="{DCECCB84-F9BA-43D5-87BE-67443E8EF086}">
      <p15:sldGuideLst xmlns:p15="http://schemas.microsoft.com/office/powerpoint/2012/main">
        <p15:guide id="17" orient="horz" pos="864">
          <p15:clr>
            <a:srgbClr val="547EBF"/>
          </p15:clr>
        </p15:guide>
        <p15:guide id="18" orient="horz" pos="2258">
          <p15:clr>
            <a:srgbClr val="547EBF"/>
          </p15:clr>
        </p15:guide>
        <p15:guide id="19" pos="3350">
          <p15:clr>
            <a:srgbClr val="547EBF"/>
          </p15:clr>
        </p15:guide>
        <p15:guide id="20" pos="3155">
          <p15:clr>
            <a:srgbClr val="547EBF"/>
          </p15:clr>
        </p15:guide>
        <p15:guide id="21" pos="413">
          <p15:clr>
            <a:srgbClr val="547EBF"/>
          </p15:clr>
        </p15:guide>
        <p15:guide id="22" orient="horz" pos="397">
          <p15:clr>
            <a:srgbClr val="547EBF"/>
          </p15:clr>
        </p15:guide>
        <p15:guide id="23" orient="horz" pos="3923">
          <p15:clr>
            <a:srgbClr val="547EBF"/>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 Subtitle - Content - Square Photo ">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935C9167-B5C7-4834-AC78-240C8C3EF11E}"/>
              </a:ext>
            </a:extLst>
          </p:cNvPr>
          <p:cNvSpPr>
            <a:spLocks noGrp="1"/>
          </p:cNvSpPr>
          <p:nvPr>
            <p:ph type="title" hasCustomPrompt="1"/>
          </p:nvPr>
        </p:nvSpPr>
        <p:spPr>
          <a:xfrm>
            <a:off x="655637" y="320040"/>
            <a:ext cx="4352926" cy="461665"/>
          </a:xfrm>
        </p:spPr>
        <p:txBody>
          <a:bodyPr anchor="t">
            <a:noAutofit/>
          </a:bodyPr>
          <a:lstStyle>
            <a:lvl1pPr algn="l">
              <a:defRPr/>
            </a:lvl1pPr>
          </a:lstStyle>
          <a:p>
            <a:r>
              <a:rPr lang="en-US" noProof="0" dirty="0"/>
              <a:t>Title</a:t>
            </a:r>
          </a:p>
        </p:txBody>
      </p:sp>
      <p:sp>
        <p:nvSpPr>
          <p:cNvPr id="8" name="Text Placeholder 7">
            <a:extLst>
              <a:ext uri="{FF2B5EF4-FFF2-40B4-BE49-F238E27FC236}">
                <a16:creationId xmlns:a16="http://schemas.microsoft.com/office/drawing/2014/main" id="{81A8F63C-5D9B-4647-8C88-F5B85777FE46}"/>
              </a:ext>
            </a:extLst>
          </p:cNvPr>
          <p:cNvSpPr>
            <a:spLocks noGrp="1"/>
          </p:cNvSpPr>
          <p:nvPr>
            <p:ph type="body" sz="quarter" idx="16"/>
          </p:nvPr>
        </p:nvSpPr>
        <p:spPr>
          <a:xfrm>
            <a:off x="655320" y="1408113"/>
            <a:ext cx="4352925"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B03C246A-8E6B-4528-976A-954C6D12B933}"/>
              </a:ext>
              <a:ext uri="{C183D7F6-B498-43B3-948B-1728B52AA6E4}">
                <adec:decorative xmlns:adec="http://schemas.microsoft.com/office/drawing/2017/decorative" val="1"/>
              </a:ext>
            </a:extLst>
          </p:cNvPr>
          <p:cNvSpPr>
            <a:spLocks noGrp="1"/>
          </p:cNvSpPr>
          <p:nvPr>
            <p:ph type="pic" sz="quarter" idx="15" hasCustomPrompt="1"/>
          </p:nvPr>
        </p:nvSpPr>
        <p:spPr>
          <a:xfrm>
            <a:off x="5333682" y="0"/>
            <a:ext cx="6858000" cy="6858000"/>
          </a:xfrm>
          <a:solidFill>
            <a:srgbClr val="E6E6E6"/>
          </a:solid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5" name="2 Subtitle">
            <a:extLst>
              <a:ext uri="{FF2B5EF4-FFF2-40B4-BE49-F238E27FC236}">
                <a16:creationId xmlns:a16="http://schemas.microsoft.com/office/drawing/2014/main" id="{9347F9EC-F1BB-42CE-A353-EFF001250A0F}"/>
              </a:ext>
            </a:extLst>
          </p:cNvPr>
          <p:cNvSpPr>
            <a:spLocks noGrp="1"/>
          </p:cNvSpPr>
          <p:nvPr>
            <p:ph type="subTitle" idx="1"/>
          </p:nvPr>
        </p:nvSpPr>
        <p:spPr>
          <a:xfrm>
            <a:off x="655638" y="786383"/>
            <a:ext cx="4352926"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Tree>
    <p:extLst>
      <p:ext uri="{BB962C8B-B14F-4D97-AF65-F5344CB8AC3E}">
        <p14:creationId xmlns:p14="http://schemas.microsoft.com/office/powerpoint/2010/main" val="2586818663"/>
      </p:ext>
    </p:extLst>
  </p:cSld>
  <p:clrMapOvr>
    <a:masterClrMapping/>
  </p:clrMapOvr>
  <p:hf sldNum="0" hdr="0" ftr="0" dt="0"/>
  <p:extLst>
    <p:ext uri="{DCECCB84-F9BA-43D5-87BE-67443E8EF086}">
      <p15:sldGuideLst xmlns:p15="http://schemas.microsoft.com/office/powerpoint/2012/main">
        <p15:guide id="17" orient="horz" pos="864">
          <p15:clr>
            <a:srgbClr val="547EBF"/>
          </p15:clr>
        </p15:guide>
        <p15:guide id="18" orient="horz" pos="2258">
          <p15:clr>
            <a:srgbClr val="547EBF"/>
          </p15:clr>
        </p15:guide>
        <p15:guide id="19" pos="3350">
          <p15:clr>
            <a:srgbClr val="547EBF"/>
          </p15:clr>
        </p15:guide>
        <p15:guide id="20" pos="3155">
          <p15:clr>
            <a:srgbClr val="547EBF"/>
          </p15:clr>
        </p15:guide>
        <p15:guide id="21" pos="413">
          <p15:clr>
            <a:srgbClr val="547EBF"/>
          </p15:clr>
        </p15:guide>
        <p15:guide id="22" orient="horz" pos="397">
          <p15:clr>
            <a:srgbClr val="547EBF"/>
          </p15:clr>
        </p15:guide>
        <p15:guide id="23" orient="horz" pos="3923">
          <p15:clr>
            <a:srgbClr val="547EBF"/>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4" name="1 Title">
            <a:extLst>
              <a:ext uri="{FF2B5EF4-FFF2-40B4-BE49-F238E27FC236}">
                <a16:creationId xmlns:a16="http://schemas.microsoft.com/office/drawing/2014/main" id="{43FA5608-4C5E-4C7D-8DAE-08A3B02645A1}"/>
              </a:ext>
            </a:extLst>
          </p:cNvPr>
          <p:cNvSpPr>
            <a:spLocks noGrp="1"/>
          </p:cNvSpPr>
          <p:nvPr>
            <p:ph type="title" hasCustomPrompt="1"/>
          </p:nvPr>
        </p:nvSpPr>
        <p:spPr>
          <a:xfrm>
            <a:off x="663258" y="-461665"/>
            <a:ext cx="4352926" cy="461665"/>
          </a:xfrm>
        </p:spPr>
        <p:txBody>
          <a:bodyPr anchor="b">
            <a:noAutofit/>
          </a:bodyPr>
          <a:lstStyle>
            <a:lvl1pPr algn="ctr">
              <a:defRPr/>
            </a:lvl1pPr>
          </a:lstStyle>
          <a:p>
            <a:r>
              <a:rPr lang="en-US" noProof="0" dirty="0"/>
              <a:t>Title</a:t>
            </a:r>
          </a:p>
        </p:txBody>
      </p:sp>
      <p:sp>
        <p:nvSpPr>
          <p:cNvPr id="16" name="Text Placeholder 6">
            <a:extLst>
              <a:ext uri="{FF2B5EF4-FFF2-40B4-BE49-F238E27FC236}">
                <a16:creationId xmlns:a16="http://schemas.microsoft.com/office/drawing/2014/main" id="{49244260-7270-4E52-B887-E991DA8E4E28}"/>
              </a:ext>
            </a:extLst>
          </p:cNvPr>
          <p:cNvSpPr>
            <a:spLocks noGrp="1"/>
          </p:cNvSpPr>
          <p:nvPr>
            <p:ph idx="16" hasCustomPrompt="1"/>
          </p:nvPr>
        </p:nvSpPr>
        <p:spPr>
          <a:xfrm>
            <a:off x="655638" y="630237"/>
            <a:ext cx="4352925" cy="5597525"/>
          </a:xfrm>
          <a:prstGeom prst="rect">
            <a:avLst/>
          </a:prstGeom>
        </p:spPr>
        <p:txBody>
          <a:bodyPr vert="horz" lIns="0" tIns="0" rIns="0" bIns="0" rtlCol="0">
            <a:normAutofit/>
          </a:bodyPr>
          <a:lstStyle>
            <a:lvl1pPr marL="0" indent="0">
              <a:buNone/>
              <a:defRPr sz="2400"/>
            </a:lvl1pPr>
            <a:lvl2pPr marL="310896" indent="0">
              <a:buNone/>
              <a:defRPr/>
            </a:lvl2pPr>
            <a:lvl3pPr marL="621792" indent="0">
              <a:buNone/>
              <a:defRPr/>
            </a:lvl3pPr>
            <a:lvl4pPr marL="932688" indent="0">
              <a:buNone/>
              <a:defRPr/>
            </a:lvl4pPr>
            <a:lvl5pPr marL="1225296" indent="0">
              <a:buNone/>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Picture Placeholder 8">
            <a:extLst>
              <a:ext uri="{FF2B5EF4-FFF2-40B4-BE49-F238E27FC236}">
                <a16:creationId xmlns:a16="http://schemas.microsoft.com/office/drawing/2014/main" id="{9F6E60FE-54B4-4C7F-AB24-D739EFDBAD7B}"/>
              </a:ext>
              <a:ext uri="{C183D7F6-B498-43B3-948B-1728B52AA6E4}">
                <adec:decorative xmlns:adec="http://schemas.microsoft.com/office/drawing/2017/decorative" val="1"/>
              </a:ext>
            </a:extLst>
          </p:cNvPr>
          <p:cNvSpPr>
            <a:spLocks noGrp="1"/>
          </p:cNvSpPr>
          <p:nvPr>
            <p:ph type="pic" sz="quarter" idx="15" hasCustomPrompt="1"/>
          </p:nvPr>
        </p:nvSpPr>
        <p:spPr>
          <a:xfrm>
            <a:off x="5333682" y="0"/>
            <a:ext cx="6858000" cy="6861524"/>
          </a:xfrm>
          <a:solidFill>
            <a:srgbClr val="E6E6E6"/>
          </a:solidFill>
        </p:spPr>
        <p:txBody>
          <a:bodyPr tIns="18288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1445451082"/>
      </p:ext>
    </p:extLst>
  </p:cSld>
  <p:clrMapOvr>
    <a:masterClrMapping/>
  </p:clrMapOvr>
  <p:hf sldNum="0" hdr="0" ftr="0" dt="0"/>
  <p:extLst>
    <p:ext uri="{DCECCB84-F9BA-43D5-87BE-67443E8EF086}">
      <p15:sldGuideLst xmlns:p15="http://schemas.microsoft.com/office/powerpoint/2012/main">
        <p15:guide id="10" orient="horz" pos="397">
          <p15:clr>
            <a:srgbClr val="547EBF"/>
          </p15:clr>
        </p15:guide>
        <p15:guide id="11" pos="3155">
          <p15:clr>
            <a:srgbClr val="547EBF"/>
          </p15:clr>
        </p15:guide>
        <p15:guide id="12" pos="3350">
          <p15:clr>
            <a:srgbClr val="547EBF"/>
          </p15:clr>
        </p15:guide>
        <p15:guide id="13" pos="413">
          <p15:clr>
            <a:srgbClr val="547EBF"/>
          </p15:clr>
        </p15:guide>
        <p15:guide id="14" orient="horz" pos="3923">
          <p15:clr>
            <a:srgbClr val="547EBF"/>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84E2C6C6-B442-4DE7-9C6C-405B9005314D}"/>
              </a:ext>
            </a:extLst>
          </p:cNvPr>
          <p:cNvSpPr>
            <a:spLocks noGrp="1"/>
          </p:cNvSpPr>
          <p:nvPr>
            <p:ph type="title" hasCustomPrompt="1"/>
          </p:nvPr>
        </p:nvSpPr>
        <p:spPr>
          <a:xfrm>
            <a:off x="655637" y="2979738"/>
            <a:ext cx="4352925" cy="3248025"/>
          </a:xfrm>
        </p:spPr>
        <p:txBody>
          <a:bodyPr anchor="t">
            <a:noAutofit/>
          </a:bodyPr>
          <a:lstStyle>
            <a:lvl1pPr>
              <a:defRPr sz="2800"/>
            </a:lvl1pPr>
          </a:lstStyle>
          <a:p>
            <a:r>
              <a:rPr lang="en-US" noProof="0" dirty="0"/>
              <a:t>Square photo layout with smaller text</a:t>
            </a:r>
          </a:p>
        </p:txBody>
      </p:sp>
      <p:sp>
        <p:nvSpPr>
          <p:cNvPr id="7" name="Picture Placeholder 8">
            <a:extLst>
              <a:ext uri="{FF2B5EF4-FFF2-40B4-BE49-F238E27FC236}">
                <a16:creationId xmlns:a16="http://schemas.microsoft.com/office/drawing/2014/main" id="{557F8FE2-0CEA-423C-A997-F795E3DC7448}"/>
              </a:ext>
              <a:ext uri="{C183D7F6-B498-43B3-948B-1728B52AA6E4}">
                <adec:decorative xmlns:adec="http://schemas.microsoft.com/office/drawing/2017/decorative" val="1"/>
              </a:ext>
            </a:extLst>
          </p:cNvPr>
          <p:cNvSpPr>
            <a:spLocks noGrp="1"/>
          </p:cNvSpPr>
          <p:nvPr>
            <p:ph type="pic" sz="quarter" idx="15" hasCustomPrompt="1"/>
          </p:nvPr>
        </p:nvSpPr>
        <p:spPr>
          <a:xfrm>
            <a:off x="5333682" y="0"/>
            <a:ext cx="6858000" cy="6861524"/>
          </a:xfrm>
          <a:solidFill>
            <a:srgbClr val="E6E6E6"/>
          </a:solidFill>
        </p:spPr>
        <p:txBody>
          <a:bodyPr tIns="18288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528754475"/>
      </p:ext>
    </p:extLst>
  </p:cSld>
  <p:clrMapOvr>
    <a:masterClrMapping/>
  </p:clrMapOvr>
  <p:hf sldNum="0" hdr="0" ftr="0" dt="0"/>
  <p:extLst>
    <p:ext uri="{DCECCB84-F9BA-43D5-87BE-67443E8EF086}">
      <p15:sldGuideLst xmlns:p15="http://schemas.microsoft.com/office/powerpoint/2012/main">
        <p15:guide id="8" orient="horz" pos="1877">
          <p15:clr>
            <a:srgbClr val="547EBF"/>
          </p15:clr>
        </p15:guide>
        <p15:guide id="9" orient="horz" pos="3923">
          <p15:clr>
            <a:srgbClr val="547EBF"/>
          </p15:clr>
        </p15:guide>
        <p15:guide id="10" pos="3350">
          <p15:clr>
            <a:srgbClr val="547EBF"/>
          </p15:clr>
        </p15:guide>
        <p15:guide id="11" pos="3155">
          <p15:clr>
            <a:srgbClr val="547EBF"/>
          </p15:clr>
        </p15:guide>
        <p15:guide id="12" pos="413">
          <p15:clr>
            <a:srgbClr val="547EBF"/>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38E01E45-D858-46CB-8C37-2ADA7A8B4F38}"/>
              </a:ext>
            </a:extLst>
          </p:cNvPr>
          <p:cNvSpPr>
            <a:spLocks noGrp="1"/>
          </p:cNvSpPr>
          <p:nvPr>
            <p:ph type="title"/>
          </p:nvPr>
        </p:nvSpPr>
        <p:spPr>
          <a:xfrm>
            <a:off x="655638" y="4983164"/>
            <a:ext cx="10880726" cy="1244599"/>
          </a:xfrm>
        </p:spPr>
        <p:txBody>
          <a:bodyPr anchor="ctr">
            <a:noAutofit/>
          </a:bodyPr>
          <a:lstStyle>
            <a:lvl1pPr algn="ctr">
              <a:defRPr/>
            </a:lvl1pPr>
          </a:lstStyle>
          <a:p>
            <a:r>
              <a:rPr lang="en-US" noProof="0"/>
              <a:t>Click to edit Master title style</a:t>
            </a:r>
          </a:p>
        </p:txBody>
      </p:sp>
      <p:sp>
        <p:nvSpPr>
          <p:cNvPr id="7" name="Picture Placeholder 8">
            <a:extLst>
              <a:ext uri="{FF2B5EF4-FFF2-40B4-BE49-F238E27FC236}">
                <a16:creationId xmlns:a16="http://schemas.microsoft.com/office/drawing/2014/main" id="{8DAC1AB8-B848-4140-ADBF-53800EEC5897}"/>
              </a:ext>
              <a:ext uri="{C183D7F6-B498-43B3-948B-1728B52AA6E4}">
                <adec:decorative xmlns:adec="http://schemas.microsoft.com/office/drawing/2017/decorative" val="1"/>
              </a:ext>
            </a:extLst>
          </p:cNvPr>
          <p:cNvSpPr>
            <a:spLocks noGrp="1"/>
          </p:cNvSpPr>
          <p:nvPr>
            <p:ph type="pic" sz="quarter" idx="15" hasCustomPrompt="1"/>
          </p:nvPr>
        </p:nvSpPr>
        <p:spPr>
          <a:xfrm>
            <a:off x="0" y="-1"/>
            <a:ext cx="12191682" cy="4672013"/>
          </a:xfrm>
          <a:solidFill>
            <a:srgbClr val="E6E6E6"/>
          </a:solidFill>
        </p:spPr>
        <p:txBody>
          <a:bodyPr tIns="100584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1406312696"/>
      </p:ext>
    </p:extLst>
  </p:cSld>
  <p:clrMapOvr>
    <a:masterClrMapping/>
  </p:clrMapOvr>
  <p:hf sldNum="0" hdr="0" ftr="0" dt="0"/>
  <p:extLst>
    <p:ext uri="{DCECCB84-F9BA-43D5-87BE-67443E8EF086}">
      <p15:sldGuideLst xmlns:p15="http://schemas.microsoft.com/office/powerpoint/2012/main">
        <p15:guide id="10" orient="horz" pos="2943">
          <p15:clr>
            <a:srgbClr val="547EBF"/>
          </p15:clr>
        </p15:guide>
        <p15:guide id="11" orient="horz" pos="3923">
          <p15:clr>
            <a:srgbClr val="547EBF"/>
          </p15:clr>
        </p15:guide>
        <p15:guide id="12" orient="horz" pos="3139">
          <p15:clr>
            <a:srgbClr val="547EBF"/>
          </p15:clr>
        </p15:guide>
        <p15:guide id="13" pos="413">
          <p15:clr>
            <a:srgbClr val="547EBF"/>
          </p15:clr>
        </p15:guide>
        <p15:guide id="14" pos="7267">
          <p15:clr>
            <a:srgbClr val="547EBF"/>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045563AC-3A0B-4839-A9DC-F00E8E5411A6}"/>
              </a:ext>
            </a:extLst>
          </p:cNvPr>
          <p:cNvSpPr>
            <a:spLocks noGrp="1"/>
          </p:cNvSpPr>
          <p:nvPr>
            <p:ph type="title"/>
          </p:nvPr>
        </p:nvSpPr>
        <p:spPr>
          <a:xfrm>
            <a:off x="655954" y="629920"/>
            <a:ext cx="10880726" cy="1244600"/>
          </a:xfrm>
        </p:spPr>
        <p:txBody>
          <a:bodyPr anchor="ctr">
            <a:noAutofit/>
          </a:bodyPr>
          <a:lstStyle>
            <a:lvl1pPr algn="ctr">
              <a:defRPr/>
            </a:lvl1pPr>
          </a:lstStyle>
          <a:p>
            <a:r>
              <a:rPr lang="en-US" noProof="0"/>
              <a:t>Click to edit Master title style</a:t>
            </a:r>
          </a:p>
        </p:txBody>
      </p:sp>
      <p:sp>
        <p:nvSpPr>
          <p:cNvPr id="7" name="Picture Placeholder 8">
            <a:extLst>
              <a:ext uri="{FF2B5EF4-FFF2-40B4-BE49-F238E27FC236}">
                <a16:creationId xmlns:a16="http://schemas.microsoft.com/office/drawing/2014/main" id="{CBF73C5A-523C-4B06-A660-E8B8CE1663EC}"/>
              </a:ext>
              <a:ext uri="{C183D7F6-B498-43B3-948B-1728B52AA6E4}">
                <adec:decorative xmlns:adec="http://schemas.microsoft.com/office/drawing/2017/decorative" val="1"/>
              </a:ext>
            </a:extLst>
          </p:cNvPr>
          <p:cNvSpPr>
            <a:spLocks noGrp="1"/>
          </p:cNvSpPr>
          <p:nvPr>
            <p:ph type="pic" sz="quarter" idx="15" hasCustomPrompt="1"/>
          </p:nvPr>
        </p:nvSpPr>
        <p:spPr>
          <a:xfrm>
            <a:off x="0" y="2030414"/>
            <a:ext cx="12191682" cy="4827586"/>
          </a:xfrm>
          <a:solidFill>
            <a:srgbClr val="E6E6E6"/>
          </a:solidFill>
        </p:spPr>
        <p:txBody>
          <a:bodyPr tIns="1005840" anchor="t">
            <a:noAutofit/>
          </a:bodyPr>
          <a:lstStyle>
            <a:lvl1pPr marL="0" marR="0" indent="0" algn="ctr" defTabSz="932688" rtl="0" eaLnBrk="1" fontAlgn="auto" latinLnBrk="0" hangingPunct="1">
              <a:lnSpc>
                <a:spcPct val="100000"/>
              </a:lnSpc>
              <a:spcBef>
                <a:spcPts val="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917509713"/>
      </p:ext>
    </p:extLst>
  </p:cSld>
  <p:clrMapOvr>
    <a:masterClrMapping/>
  </p:clrMapOvr>
  <p:hf sldNum="0" hdr="0" ftr="0" dt="0"/>
  <p:extLst>
    <p:ext uri="{DCECCB84-F9BA-43D5-87BE-67443E8EF086}">
      <p15:sldGuideLst xmlns:p15="http://schemas.microsoft.com/office/powerpoint/2012/main">
        <p15:guide id="10" orient="horz" pos="1279">
          <p15:clr>
            <a:srgbClr val="547EBF"/>
          </p15:clr>
        </p15:guide>
        <p15:guide id="11" orient="horz" pos="397">
          <p15:clr>
            <a:srgbClr val="547EBF"/>
          </p15:clr>
        </p15:guide>
        <p15:guide id="12" orient="horz" pos="1181">
          <p15:clr>
            <a:srgbClr val="547EBF"/>
          </p15:clr>
        </p15:guide>
        <p15:guide id="13" pos="413">
          <p15:clr>
            <a:srgbClr val="547EBF"/>
          </p15:clr>
        </p15:guide>
        <p15:guide id="14" pos="7267">
          <p15:clr>
            <a:srgbClr val="547EBF"/>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12" name="1 Title">
            <a:extLst>
              <a:ext uri="{FF2B5EF4-FFF2-40B4-BE49-F238E27FC236}">
                <a16:creationId xmlns:a16="http://schemas.microsoft.com/office/drawing/2014/main" id="{3915DA9E-3F69-4252-A259-4CE858ED7C6C}"/>
              </a:ext>
            </a:extLst>
          </p:cNvPr>
          <p:cNvSpPr>
            <a:spLocks noGrp="1"/>
          </p:cNvSpPr>
          <p:nvPr>
            <p:ph type="title"/>
          </p:nvPr>
        </p:nvSpPr>
        <p:spPr/>
        <p:txBody>
          <a:bodyPr/>
          <a:lstStyle/>
          <a:p>
            <a:r>
              <a:rPr lang="en-US"/>
              <a:t>Click to edit Master title style</a:t>
            </a:r>
          </a:p>
        </p:txBody>
      </p:sp>
      <p:sp>
        <p:nvSpPr>
          <p:cNvPr id="4" name="2 Text Placeholder left">
            <a:extLst>
              <a:ext uri="{FF2B5EF4-FFF2-40B4-BE49-F238E27FC236}">
                <a16:creationId xmlns:a16="http://schemas.microsoft.com/office/drawing/2014/main" id="{AE833B58-0629-4A46-8711-902C16A99314}"/>
              </a:ext>
            </a:extLst>
          </p:cNvPr>
          <p:cNvSpPr>
            <a:spLocks noGrp="1"/>
          </p:cNvSpPr>
          <p:nvPr>
            <p:ph type="body" sz="quarter" idx="16"/>
          </p:nvPr>
        </p:nvSpPr>
        <p:spPr>
          <a:xfrm>
            <a:off x="655320" y="5605462"/>
            <a:ext cx="5294504" cy="62210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3" name="4 Text Placeholder right">
            <a:extLst>
              <a:ext uri="{FF2B5EF4-FFF2-40B4-BE49-F238E27FC236}">
                <a16:creationId xmlns:a16="http://schemas.microsoft.com/office/drawing/2014/main" id="{05B401B2-8D93-427E-90A4-52337B3965E8}"/>
              </a:ext>
            </a:extLst>
          </p:cNvPr>
          <p:cNvSpPr>
            <a:spLocks noGrp="1"/>
          </p:cNvSpPr>
          <p:nvPr>
            <p:ph type="body" sz="quarter" idx="18"/>
          </p:nvPr>
        </p:nvSpPr>
        <p:spPr>
          <a:xfrm>
            <a:off x="6242175" y="5605463"/>
            <a:ext cx="5294505" cy="622300"/>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4" name="Picture Placeholder 8">
            <a:extLst>
              <a:ext uri="{FF2B5EF4-FFF2-40B4-BE49-F238E27FC236}">
                <a16:creationId xmlns:a16="http://schemas.microsoft.com/office/drawing/2014/main" id="{9050A269-C0FA-4C85-9E2E-B4F678DCF865}"/>
              </a:ext>
              <a:ext uri="{C183D7F6-B498-43B3-948B-1728B52AA6E4}">
                <adec:decorative xmlns:adec="http://schemas.microsoft.com/office/drawing/2017/decorative" val="1"/>
              </a:ext>
            </a:extLst>
          </p:cNvPr>
          <p:cNvSpPr>
            <a:spLocks noGrp="1"/>
          </p:cNvSpPr>
          <p:nvPr>
            <p:ph type="pic" sz="quarter" idx="22" hasCustomPrompt="1"/>
          </p:nvPr>
        </p:nvSpPr>
        <p:spPr>
          <a:xfrm>
            <a:off x="655638" y="2025650"/>
            <a:ext cx="5295900" cy="3424238"/>
          </a:xfrm>
          <a:solidFill>
            <a:srgbClr val="E6E6E6"/>
          </a:solidFill>
        </p:spPr>
        <p:txBody>
          <a:bodyPr tIns="4572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5" name="Picture Placeholder 8">
            <a:extLst>
              <a:ext uri="{FF2B5EF4-FFF2-40B4-BE49-F238E27FC236}">
                <a16:creationId xmlns:a16="http://schemas.microsoft.com/office/drawing/2014/main" id="{92E88746-5F0E-4661-8968-5B8D31168BAC}"/>
              </a:ext>
              <a:ext uri="{C183D7F6-B498-43B3-948B-1728B52AA6E4}">
                <adec:decorative xmlns:adec="http://schemas.microsoft.com/office/drawing/2017/decorative" val="1"/>
              </a:ext>
            </a:extLst>
          </p:cNvPr>
          <p:cNvSpPr>
            <a:spLocks noGrp="1"/>
          </p:cNvSpPr>
          <p:nvPr>
            <p:ph type="pic" sz="quarter" idx="23" hasCustomPrompt="1"/>
          </p:nvPr>
        </p:nvSpPr>
        <p:spPr>
          <a:xfrm>
            <a:off x="6251387" y="2025650"/>
            <a:ext cx="5295900" cy="3424238"/>
          </a:xfrm>
          <a:solidFill>
            <a:srgbClr val="E6E6E6"/>
          </a:solidFill>
        </p:spPr>
        <p:txBody>
          <a:bodyPr tIns="4572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482400419"/>
      </p:ext>
    </p:extLst>
  </p:cSld>
  <p:clrMapOvr>
    <a:masterClrMapping/>
  </p:clrMapOvr>
  <p:hf sldNum="0" hdr="0" ftr="0" dt="0"/>
  <p:extLst>
    <p:ext uri="{DCECCB84-F9BA-43D5-87BE-67443E8EF086}">
      <p15:sldGuideLst xmlns:p15="http://schemas.microsoft.com/office/powerpoint/2012/main">
        <p15:guide id="15" orient="horz" pos="3433">
          <p15:clr>
            <a:srgbClr val="547EBF"/>
          </p15:clr>
        </p15:guide>
        <p15:guide id="16" orient="horz" pos="1276">
          <p15:clr>
            <a:srgbClr val="547EBF"/>
          </p15:clr>
        </p15:guide>
        <p15:guide id="17" pos="3749">
          <p15:clr>
            <a:srgbClr val="547EBF"/>
          </p15:clr>
        </p15:guide>
        <p15:guide id="18" pos="3931">
          <p15:clr>
            <a:srgbClr val="547EBF"/>
          </p15:clr>
        </p15:guide>
        <p15:guide id="19" orient="horz" pos="3531">
          <p15:clr>
            <a:srgbClr val="547EBF"/>
          </p15:clr>
        </p15:guide>
        <p15:guide id="20" orient="horz" pos="3923">
          <p15:clr>
            <a:srgbClr val="547EBF"/>
          </p15:clr>
        </p15:guide>
        <p15:guide id="21" pos="413">
          <p15:clr>
            <a:srgbClr val="547EBF"/>
          </p15:clr>
        </p15:guide>
        <p15:guide id="22" pos="7267">
          <p15:clr>
            <a:srgbClr val="547EBF"/>
          </p15:clr>
        </p15:guide>
        <p15:guide id="23" orient="horz" pos="202">
          <p15:clr>
            <a:srgbClr val="547EBF"/>
          </p15:clr>
        </p15:guide>
        <p15:guide id="24" orient="horz" pos="495">
          <p15:clr>
            <a:srgbClr val="547EBF"/>
          </p15:clr>
        </p15:guide>
        <p15:guide id="25" orient="horz" pos="789">
          <p15:clr>
            <a:srgbClr val="547EBF"/>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wo picture content Subtitle">
    <p:spTree>
      <p:nvGrpSpPr>
        <p:cNvPr id="1" name=""/>
        <p:cNvGrpSpPr/>
        <p:nvPr/>
      </p:nvGrpSpPr>
      <p:grpSpPr>
        <a:xfrm>
          <a:off x="0" y="0"/>
          <a:ext cx="0" cy="0"/>
          <a:chOff x="0" y="0"/>
          <a:chExt cx="0" cy="0"/>
        </a:xfrm>
      </p:grpSpPr>
      <p:sp>
        <p:nvSpPr>
          <p:cNvPr id="12" name="1 Title">
            <a:extLst>
              <a:ext uri="{FF2B5EF4-FFF2-40B4-BE49-F238E27FC236}">
                <a16:creationId xmlns:a16="http://schemas.microsoft.com/office/drawing/2014/main" id="{3915DA9E-3F69-4252-A259-4CE858ED7C6C}"/>
              </a:ext>
            </a:extLst>
          </p:cNvPr>
          <p:cNvSpPr>
            <a:spLocks noGrp="1"/>
          </p:cNvSpPr>
          <p:nvPr>
            <p:ph type="title"/>
          </p:nvPr>
        </p:nvSpPr>
        <p:spPr/>
        <p:txBody>
          <a:bodyPr/>
          <a:lstStyle/>
          <a:p>
            <a:r>
              <a:rPr lang="en-US"/>
              <a:t>Click to edit Master title style</a:t>
            </a:r>
          </a:p>
        </p:txBody>
      </p:sp>
      <p:sp>
        <p:nvSpPr>
          <p:cNvPr id="7" name="2 Subtitle">
            <a:extLst>
              <a:ext uri="{FF2B5EF4-FFF2-40B4-BE49-F238E27FC236}">
                <a16:creationId xmlns:a16="http://schemas.microsoft.com/office/drawing/2014/main" id="{AFCFF5C5-9399-4727-A79B-706F8A010D58}"/>
              </a:ext>
            </a:extLst>
          </p:cNvPr>
          <p:cNvSpPr>
            <a:spLocks noGrp="1"/>
          </p:cNvSpPr>
          <p:nvPr>
            <p:ph type="subTitle" idx="1"/>
          </p:nvPr>
        </p:nvSpPr>
        <p:spPr>
          <a:xfrm>
            <a:off x="655638"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4" name="2 Text Placeholder left">
            <a:extLst>
              <a:ext uri="{FF2B5EF4-FFF2-40B4-BE49-F238E27FC236}">
                <a16:creationId xmlns:a16="http://schemas.microsoft.com/office/drawing/2014/main" id="{AE833B58-0629-4A46-8711-902C16A99314}"/>
              </a:ext>
            </a:extLst>
          </p:cNvPr>
          <p:cNvSpPr>
            <a:spLocks noGrp="1"/>
          </p:cNvSpPr>
          <p:nvPr>
            <p:ph type="body" sz="quarter" idx="16"/>
          </p:nvPr>
        </p:nvSpPr>
        <p:spPr>
          <a:xfrm>
            <a:off x="655320" y="5605462"/>
            <a:ext cx="5294504" cy="62210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3" name="4 Text Placeholder right">
            <a:extLst>
              <a:ext uri="{FF2B5EF4-FFF2-40B4-BE49-F238E27FC236}">
                <a16:creationId xmlns:a16="http://schemas.microsoft.com/office/drawing/2014/main" id="{05B401B2-8D93-427E-90A4-52337B3965E8}"/>
              </a:ext>
            </a:extLst>
          </p:cNvPr>
          <p:cNvSpPr>
            <a:spLocks noGrp="1"/>
          </p:cNvSpPr>
          <p:nvPr>
            <p:ph type="body" sz="quarter" idx="18"/>
          </p:nvPr>
        </p:nvSpPr>
        <p:spPr>
          <a:xfrm>
            <a:off x="6242175" y="5605463"/>
            <a:ext cx="5294505" cy="622300"/>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4" name="Picture Placeholder 8">
            <a:extLst>
              <a:ext uri="{FF2B5EF4-FFF2-40B4-BE49-F238E27FC236}">
                <a16:creationId xmlns:a16="http://schemas.microsoft.com/office/drawing/2014/main" id="{9050A269-C0FA-4C85-9E2E-B4F678DCF865}"/>
              </a:ext>
              <a:ext uri="{C183D7F6-B498-43B3-948B-1728B52AA6E4}">
                <adec:decorative xmlns:adec="http://schemas.microsoft.com/office/drawing/2017/decorative" val="1"/>
              </a:ext>
            </a:extLst>
          </p:cNvPr>
          <p:cNvSpPr>
            <a:spLocks noGrp="1"/>
          </p:cNvSpPr>
          <p:nvPr>
            <p:ph type="pic" sz="quarter" idx="22" hasCustomPrompt="1"/>
          </p:nvPr>
        </p:nvSpPr>
        <p:spPr>
          <a:xfrm>
            <a:off x="655638" y="2025650"/>
            <a:ext cx="5295900" cy="3424238"/>
          </a:xfrm>
          <a:solidFill>
            <a:srgbClr val="E6E6E6"/>
          </a:solidFill>
        </p:spPr>
        <p:txBody>
          <a:bodyPr tIns="4572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5" name="Picture Placeholder 8">
            <a:extLst>
              <a:ext uri="{FF2B5EF4-FFF2-40B4-BE49-F238E27FC236}">
                <a16:creationId xmlns:a16="http://schemas.microsoft.com/office/drawing/2014/main" id="{92E88746-5F0E-4661-8968-5B8D31168BAC}"/>
              </a:ext>
              <a:ext uri="{C183D7F6-B498-43B3-948B-1728B52AA6E4}">
                <adec:decorative xmlns:adec="http://schemas.microsoft.com/office/drawing/2017/decorative" val="1"/>
              </a:ext>
            </a:extLst>
          </p:cNvPr>
          <p:cNvSpPr>
            <a:spLocks noGrp="1"/>
          </p:cNvSpPr>
          <p:nvPr>
            <p:ph type="pic" sz="quarter" idx="23" hasCustomPrompt="1"/>
          </p:nvPr>
        </p:nvSpPr>
        <p:spPr>
          <a:xfrm>
            <a:off x="6251387" y="2025650"/>
            <a:ext cx="5295900" cy="3424238"/>
          </a:xfrm>
          <a:solidFill>
            <a:srgbClr val="E6E6E6"/>
          </a:solidFill>
        </p:spPr>
        <p:txBody>
          <a:bodyPr tIns="4572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986029450"/>
      </p:ext>
    </p:extLst>
  </p:cSld>
  <p:clrMapOvr>
    <a:masterClrMapping/>
  </p:clrMapOvr>
  <p:hf sldNum="0" hdr="0" ftr="0" dt="0"/>
  <p:extLst>
    <p:ext uri="{DCECCB84-F9BA-43D5-87BE-67443E8EF086}">
      <p15:sldGuideLst xmlns:p15="http://schemas.microsoft.com/office/powerpoint/2012/main">
        <p15:guide id="15" orient="horz" pos="3433">
          <p15:clr>
            <a:srgbClr val="547EBF"/>
          </p15:clr>
        </p15:guide>
        <p15:guide id="16" orient="horz" pos="1276">
          <p15:clr>
            <a:srgbClr val="547EBF"/>
          </p15:clr>
        </p15:guide>
        <p15:guide id="17" pos="3749">
          <p15:clr>
            <a:srgbClr val="547EBF"/>
          </p15:clr>
        </p15:guide>
        <p15:guide id="18" pos="3931">
          <p15:clr>
            <a:srgbClr val="547EBF"/>
          </p15:clr>
        </p15:guide>
        <p15:guide id="19" orient="horz" pos="3531">
          <p15:clr>
            <a:srgbClr val="547EBF"/>
          </p15:clr>
        </p15:guide>
        <p15:guide id="20" orient="horz" pos="3923">
          <p15:clr>
            <a:srgbClr val="547EBF"/>
          </p15:clr>
        </p15:guide>
        <p15:guide id="21" pos="413">
          <p15:clr>
            <a:srgbClr val="547EBF"/>
          </p15:clr>
        </p15:guide>
        <p15:guide id="22" pos="7267">
          <p15:clr>
            <a:srgbClr val="547EBF"/>
          </p15:clr>
        </p15:guide>
        <p15:guide id="23" orient="horz" pos="202">
          <p15:clr>
            <a:srgbClr val="547EBF"/>
          </p15:clr>
        </p15:guide>
        <p15:guide id="24" orient="horz" pos="495">
          <p15:clr>
            <a:srgbClr val="547EBF"/>
          </p15:clr>
        </p15:guide>
        <p15:guide id="25" orient="horz" pos="789">
          <p15:clr>
            <a:srgbClr val="547EBF"/>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7" name="1 Title">
            <a:extLst>
              <a:ext uri="{FF2B5EF4-FFF2-40B4-BE49-F238E27FC236}">
                <a16:creationId xmlns:a16="http://schemas.microsoft.com/office/drawing/2014/main" id="{31661C59-CCA8-44E7-8B4C-9304DAEE9B55}"/>
              </a:ext>
            </a:extLst>
          </p:cNvPr>
          <p:cNvSpPr>
            <a:spLocks noGrp="1"/>
          </p:cNvSpPr>
          <p:nvPr>
            <p:ph type="title"/>
          </p:nvPr>
        </p:nvSpPr>
        <p:spPr/>
        <p:txBody>
          <a:bodyPr/>
          <a:lstStyle/>
          <a:p>
            <a:r>
              <a:rPr lang="en-US"/>
              <a:t>Click to edit Master title style</a:t>
            </a:r>
          </a:p>
        </p:txBody>
      </p:sp>
      <p:sp>
        <p:nvSpPr>
          <p:cNvPr id="4" name="2 Text Placeholder left">
            <a:extLst>
              <a:ext uri="{FF2B5EF4-FFF2-40B4-BE49-F238E27FC236}">
                <a16:creationId xmlns:a16="http://schemas.microsoft.com/office/drawing/2014/main" id="{AE833B58-0629-4A46-8711-902C16A99314}"/>
              </a:ext>
            </a:extLst>
          </p:cNvPr>
          <p:cNvSpPr>
            <a:spLocks noGrp="1"/>
          </p:cNvSpPr>
          <p:nvPr>
            <p:ph type="body" sz="quarter" idx="16"/>
          </p:nvPr>
        </p:nvSpPr>
        <p:spPr>
          <a:xfrm>
            <a:off x="655638" y="5605464"/>
            <a:ext cx="3402012" cy="622300"/>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2" name="4 Text Placeholder center">
            <a:extLst>
              <a:ext uri="{FF2B5EF4-FFF2-40B4-BE49-F238E27FC236}">
                <a16:creationId xmlns:a16="http://schemas.microsoft.com/office/drawing/2014/main" id="{7E8A9C08-F392-459F-B90B-EDBF4A830C55}"/>
              </a:ext>
            </a:extLst>
          </p:cNvPr>
          <p:cNvSpPr>
            <a:spLocks noGrp="1"/>
          </p:cNvSpPr>
          <p:nvPr>
            <p:ph type="body" sz="quarter" idx="17"/>
          </p:nvPr>
        </p:nvSpPr>
        <p:spPr>
          <a:xfrm>
            <a:off x="4386263" y="5605464"/>
            <a:ext cx="3419476" cy="62229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3" name="6 Text Placeholder right">
            <a:extLst>
              <a:ext uri="{FF2B5EF4-FFF2-40B4-BE49-F238E27FC236}">
                <a16:creationId xmlns:a16="http://schemas.microsoft.com/office/drawing/2014/main" id="{05B401B2-8D93-427E-90A4-52337B3965E8}"/>
              </a:ext>
            </a:extLst>
          </p:cNvPr>
          <p:cNvSpPr>
            <a:spLocks noGrp="1"/>
          </p:cNvSpPr>
          <p:nvPr>
            <p:ph type="body" sz="quarter" idx="18"/>
          </p:nvPr>
        </p:nvSpPr>
        <p:spPr>
          <a:xfrm>
            <a:off x="8134352" y="5605464"/>
            <a:ext cx="3402010" cy="62229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4" name="Picture Placeholder 8">
            <a:extLst>
              <a:ext uri="{FF2B5EF4-FFF2-40B4-BE49-F238E27FC236}">
                <a16:creationId xmlns:a16="http://schemas.microsoft.com/office/drawing/2014/main" id="{2AA5860C-EE70-47FF-987F-4224254C4B9E}"/>
              </a:ext>
              <a:ext uri="{C183D7F6-B498-43B3-948B-1728B52AA6E4}">
                <adec:decorative xmlns:adec="http://schemas.microsoft.com/office/drawing/2017/decorative" val="1"/>
              </a:ext>
            </a:extLst>
          </p:cNvPr>
          <p:cNvSpPr>
            <a:spLocks noGrp="1"/>
          </p:cNvSpPr>
          <p:nvPr>
            <p:ph type="pic" sz="quarter" idx="24" hasCustomPrompt="1"/>
          </p:nvPr>
        </p:nvSpPr>
        <p:spPr>
          <a:xfrm>
            <a:off x="655637" y="2025650"/>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5" name="Picture Placeholder 8">
            <a:extLst>
              <a:ext uri="{FF2B5EF4-FFF2-40B4-BE49-F238E27FC236}">
                <a16:creationId xmlns:a16="http://schemas.microsoft.com/office/drawing/2014/main" id="{4397C538-A917-4CA4-B610-4514941AC36D}"/>
              </a:ext>
              <a:ext uri="{C183D7F6-B498-43B3-948B-1728B52AA6E4}">
                <adec:decorative xmlns:adec="http://schemas.microsoft.com/office/drawing/2017/decorative" val="1"/>
              </a:ext>
            </a:extLst>
          </p:cNvPr>
          <p:cNvSpPr>
            <a:spLocks noGrp="1"/>
          </p:cNvSpPr>
          <p:nvPr>
            <p:ph type="pic" sz="quarter" idx="25" hasCustomPrompt="1"/>
          </p:nvPr>
        </p:nvSpPr>
        <p:spPr>
          <a:xfrm>
            <a:off x="4386261" y="2030413"/>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6" name="Picture Placeholder 8">
            <a:extLst>
              <a:ext uri="{FF2B5EF4-FFF2-40B4-BE49-F238E27FC236}">
                <a16:creationId xmlns:a16="http://schemas.microsoft.com/office/drawing/2014/main" id="{76CB0616-DF08-466B-BA17-373057FDF2B8}"/>
              </a:ext>
              <a:ext uri="{C183D7F6-B498-43B3-948B-1728B52AA6E4}">
                <adec:decorative xmlns:adec="http://schemas.microsoft.com/office/drawing/2017/decorative" val="1"/>
              </a:ext>
            </a:extLst>
          </p:cNvPr>
          <p:cNvSpPr>
            <a:spLocks noGrp="1"/>
          </p:cNvSpPr>
          <p:nvPr>
            <p:ph type="pic" sz="quarter" idx="26" hasCustomPrompt="1"/>
          </p:nvPr>
        </p:nvSpPr>
        <p:spPr>
          <a:xfrm>
            <a:off x="8116888" y="2030413"/>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1653698717"/>
      </p:ext>
    </p:extLst>
  </p:cSld>
  <p:clrMapOvr>
    <a:masterClrMapping/>
  </p:clrMapOvr>
  <p:hf sldNum="0" hdr="0" ftr="0" dt="0"/>
  <p:extLst>
    <p:ext uri="{DCECCB84-F9BA-43D5-87BE-67443E8EF086}">
      <p15:sldGuideLst xmlns:p15="http://schemas.microsoft.com/office/powerpoint/2012/main">
        <p15:guide id="21" orient="horz" pos="3531">
          <p15:clr>
            <a:srgbClr val="547EBF"/>
          </p15:clr>
        </p15:guide>
        <p15:guide id="22" orient="horz" pos="1279">
          <p15:clr>
            <a:srgbClr val="547EBF"/>
          </p15:clr>
        </p15:guide>
        <p15:guide id="23" orient="horz" pos="3433">
          <p15:clr>
            <a:srgbClr val="547EBF"/>
          </p15:clr>
        </p15:guide>
        <p15:guide id="24" orient="horz" pos="202">
          <p15:clr>
            <a:srgbClr val="547EBF"/>
          </p15:clr>
        </p15:guide>
        <p15:guide id="25" orient="horz" pos="495">
          <p15:clr>
            <a:srgbClr val="547EBF"/>
          </p15:clr>
        </p15:guide>
        <p15:guide id="26" orient="horz" pos="789">
          <p15:clr>
            <a:srgbClr val="547EBF"/>
          </p15:clr>
        </p15:guide>
        <p15:guide id="27" pos="413">
          <p15:clr>
            <a:srgbClr val="547EBF"/>
          </p15:clr>
        </p15:guide>
        <p15:guide id="28" pos="7267">
          <p15:clr>
            <a:srgbClr val="547EBF"/>
          </p15:clr>
        </p15:guide>
        <p15:guide id="29" orient="horz" pos="3923">
          <p15:clr>
            <a:srgbClr val="547EBF"/>
          </p15:clr>
        </p15:guide>
        <p15:guide id="30" pos="2567">
          <p15:clr>
            <a:srgbClr val="547EBF"/>
          </p15:clr>
        </p15:guide>
        <p15:guide id="31" pos="2763">
          <p15:clr>
            <a:srgbClr val="547EBF"/>
          </p15:clr>
        </p15:guide>
        <p15:guide id="32" pos="4917">
          <p15:clr>
            <a:srgbClr val="547EBF"/>
          </p15:clr>
        </p15:guide>
        <p15:guide id="33" pos="5113">
          <p15:clr>
            <a:srgbClr val="547EBF"/>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hree picture content Subtitle">
    <p:spTree>
      <p:nvGrpSpPr>
        <p:cNvPr id="1" name=""/>
        <p:cNvGrpSpPr/>
        <p:nvPr/>
      </p:nvGrpSpPr>
      <p:grpSpPr>
        <a:xfrm>
          <a:off x="0" y="0"/>
          <a:ext cx="0" cy="0"/>
          <a:chOff x="0" y="0"/>
          <a:chExt cx="0" cy="0"/>
        </a:xfrm>
      </p:grpSpPr>
      <p:sp>
        <p:nvSpPr>
          <p:cNvPr id="7" name="1 Title">
            <a:extLst>
              <a:ext uri="{FF2B5EF4-FFF2-40B4-BE49-F238E27FC236}">
                <a16:creationId xmlns:a16="http://schemas.microsoft.com/office/drawing/2014/main" id="{31661C59-CCA8-44E7-8B4C-9304DAEE9B55}"/>
              </a:ext>
            </a:extLst>
          </p:cNvPr>
          <p:cNvSpPr>
            <a:spLocks noGrp="1"/>
          </p:cNvSpPr>
          <p:nvPr>
            <p:ph type="title"/>
          </p:nvPr>
        </p:nvSpPr>
        <p:spPr/>
        <p:txBody>
          <a:bodyPr/>
          <a:lstStyle/>
          <a:p>
            <a:r>
              <a:rPr lang="en-US"/>
              <a:t>Click to edit Master title style</a:t>
            </a:r>
          </a:p>
        </p:txBody>
      </p:sp>
      <p:sp>
        <p:nvSpPr>
          <p:cNvPr id="9" name="2 Subtitle">
            <a:extLst>
              <a:ext uri="{FF2B5EF4-FFF2-40B4-BE49-F238E27FC236}">
                <a16:creationId xmlns:a16="http://schemas.microsoft.com/office/drawing/2014/main" id="{094A59E2-8D7A-4B5E-94D4-C0D9922BF500}"/>
              </a:ext>
            </a:extLst>
          </p:cNvPr>
          <p:cNvSpPr>
            <a:spLocks noGrp="1"/>
          </p:cNvSpPr>
          <p:nvPr>
            <p:ph type="subTitle" idx="1"/>
          </p:nvPr>
        </p:nvSpPr>
        <p:spPr>
          <a:xfrm>
            <a:off x="655638"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4" name="2 Text Placeholder left">
            <a:extLst>
              <a:ext uri="{FF2B5EF4-FFF2-40B4-BE49-F238E27FC236}">
                <a16:creationId xmlns:a16="http://schemas.microsoft.com/office/drawing/2014/main" id="{AE833B58-0629-4A46-8711-902C16A99314}"/>
              </a:ext>
            </a:extLst>
          </p:cNvPr>
          <p:cNvSpPr>
            <a:spLocks noGrp="1"/>
          </p:cNvSpPr>
          <p:nvPr>
            <p:ph type="body" sz="quarter" idx="16"/>
          </p:nvPr>
        </p:nvSpPr>
        <p:spPr>
          <a:xfrm>
            <a:off x="655638" y="5605464"/>
            <a:ext cx="3402012" cy="622300"/>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2" name="4 Text Placeholder center">
            <a:extLst>
              <a:ext uri="{FF2B5EF4-FFF2-40B4-BE49-F238E27FC236}">
                <a16:creationId xmlns:a16="http://schemas.microsoft.com/office/drawing/2014/main" id="{7E8A9C08-F392-459F-B90B-EDBF4A830C55}"/>
              </a:ext>
            </a:extLst>
          </p:cNvPr>
          <p:cNvSpPr>
            <a:spLocks noGrp="1"/>
          </p:cNvSpPr>
          <p:nvPr>
            <p:ph type="body" sz="quarter" idx="17"/>
          </p:nvPr>
        </p:nvSpPr>
        <p:spPr>
          <a:xfrm>
            <a:off x="4386263" y="5605464"/>
            <a:ext cx="3419476" cy="62229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3" name="6 Text Placeholder right">
            <a:extLst>
              <a:ext uri="{FF2B5EF4-FFF2-40B4-BE49-F238E27FC236}">
                <a16:creationId xmlns:a16="http://schemas.microsoft.com/office/drawing/2014/main" id="{05B401B2-8D93-427E-90A4-52337B3965E8}"/>
              </a:ext>
            </a:extLst>
          </p:cNvPr>
          <p:cNvSpPr>
            <a:spLocks noGrp="1"/>
          </p:cNvSpPr>
          <p:nvPr>
            <p:ph type="body" sz="quarter" idx="18"/>
          </p:nvPr>
        </p:nvSpPr>
        <p:spPr>
          <a:xfrm>
            <a:off x="8134352" y="5605464"/>
            <a:ext cx="3402010" cy="62229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4" name="Picture Placeholder 8">
            <a:extLst>
              <a:ext uri="{FF2B5EF4-FFF2-40B4-BE49-F238E27FC236}">
                <a16:creationId xmlns:a16="http://schemas.microsoft.com/office/drawing/2014/main" id="{2AA5860C-EE70-47FF-987F-4224254C4B9E}"/>
              </a:ext>
              <a:ext uri="{C183D7F6-B498-43B3-948B-1728B52AA6E4}">
                <adec:decorative xmlns:adec="http://schemas.microsoft.com/office/drawing/2017/decorative" val="1"/>
              </a:ext>
            </a:extLst>
          </p:cNvPr>
          <p:cNvSpPr>
            <a:spLocks noGrp="1"/>
          </p:cNvSpPr>
          <p:nvPr>
            <p:ph type="pic" sz="quarter" idx="24" hasCustomPrompt="1"/>
          </p:nvPr>
        </p:nvSpPr>
        <p:spPr>
          <a:xfrm>
            <a:off x="655637" y="2025650"/>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5" name="Picture Placeholder 8">
            <a:extLst>
              <a:ext uri="{FF2B5EF4-FFF2-40B4-BE49-F238E27FC236}">
                <a16:creationId xmlns:a16="http://schemas.microsoft.com/office/drawing/2014/main" id="{4397C538-A917-4CA4-B610-4514941AC36D}"/>
              </a:ext>
              <a:ext uri="{C183D7F6-B498-43B3-948B-1728B52AA6E4}">
                <adec:decorative xmlns:adec="http://schemas.microsoft.com/office/drawing/2017/decorative" val="1"/>
              </a:ext>
            </a:extLst>
          </p:cNvPr>
          <p:cNvSpPr>
            <a:spLocks noGrp="1"/>
          </p:cNvSpPr>
          <p:nvPr>
            <p:ph type="pic" sz="quarter" idx="25" hasCustomPrompt="1"/>
          </p:nvPr>
        </p:nvSpPr>
        <p:spPr>
          <a:xfrm>
            <a:off x="4386261" y="2030413"/>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6" name="Picture Placeholder 8">
            <a:extLst>
              <a:ext uri="{FF2B5EF4-FFF2-40B4-BE49-F238E27FC236}">
                <a16:creationId xmlns:a16="http://schemas.microsoft.com/office/drawing/2014/main" id="{76CB0616-DF08-466B-BA17-373057FDF2B8}"/>
              </a:ext>
              <a:ext uri="{C183D7F6-B498-43B3-948B-1728B52AA6E4}">
                <adec:decorative xmlns:adec="http://schemas.microsoft.com/office/drawing/2017/decorative" val="1"/>
              </a:ext>
            </a:extLst>
          </p:cNvPr>
          <p:cNvSpPr>
            <a:spLocks noGrp="1"/>
          </p:cNvSpPr>
          <p:nvPr>
            <p:ph type="pic" sz="quarter" idx="26" hasCustomPrompt="1"/>
          </p:nvPr>
        </p:nvSpPr>
        <p:spPr>
          <a:xfrm>
            <a:off x="8116888" y="2030413"/>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3757243318"/>
      </p:ext>
    </p:extLst>
  </p:cSld>
  <p:clrMapOvr>
    <a:masterClrMapping/>
  </p:clrMapOvr>
  <p:hf sldNum="0" hdr="0" ftr="0" dt="0"/>
  <p:extLst>
    <p:ext uri="{DCECCB84-F9BA-43D5-87BE-67443E8EF086}">
      <p15:sldGuideLst xmlns:p15="http://schemas.microsoft.com/office/powerpoint/2012/main">
        <p15:guide id="21" orient="horz" pos="3531">
          <p15:clr>
            <a:srgbClr val="547EBF"/>
          </p15:clr>
        </p15:guide>
        <p15:guide id="22" orient="horz" pos="1279">
          <p15:clr>
            <a:srgbClr val="547EBF"/>
          </p15:clr>
        </p15:guide>
        <p15:guide id="23" orient="horz" pos="3433">
          <p15:clr>
            <a:srgbClr val="547EBF"/>
          </p15:clr>
        </p15:guide>
        <p15:guide id="24" orient="horz" pos="202">
          <p15:clr>
            <a:srgbClr val="547EBF"/>
          </p15:clr>
        </p15:guide>
        <p15:guide id="25" orient="horz" pos="495">
          <p15:clr>
            <a:srgbClr val="547EBF"/>
          </p15:clr>
        </p15:guide>
        <p15:guide id="26" orient="horz" pos="789">
          <p15:clr>
            <a:srgbClr val="547EBF"/>
          </p15:clr>
        </p15:guide>
        <p15:guide id="27" pos="413">
          <p15:clr>
            <a:srgbClr val="547EBF"/>
          </p15:clr>
        </p15:guide>
        <p15:guide id="28" pos="7267">
          <p15:clr>
            <a:srgbClr val="547EBF"/>
          </p15:clr>
        </p15:guide>
        <p15:guide id="29" orient="horz" pos="3923">
          <p15:clr>
            <a:srgbClr val="547EBF"/>
          </p15:clr>
        </p15:guide>
        <p15:guide id="30" pos="2567">
          <p15:clr>
            <a:srgbClr val="547EBF"/>
          </p15:clr>
        </p15:guide>
        <p15:guide id="31" pos="2763">
          <p15:clr>
            <a:srgbClr val="547EBF"/>
          </p15:clr>
        </p15:guide>
        <p15:guide id="32" pos="4917">
          <p15:clr>
            <a:srgbClr val="547EBF"/>
          </p15:clr>
        </p15:guide>
        <p15:guide id="33" pos="5113">
          <p15:clr>
            <a:srgbClr val="547EBF"/>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9057C-87AC-42DB-B763-DB393374FEF2}"/>
              </a:ext>
            </a:extLst>
          </p:cNvPr>
          <p:cNvSpPr>
            <a:spLocks noGrp="1"/>
          </p:cNvSpPr>
          <p:nvPr>
            <p:ph type="title"/>
          </p:nvPr>
        </p:nvSpPr>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655638" y="467201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52940" y="4672014"/>
            <a:ext cx="2487612"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51448" y="467258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49512" y="467258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6" name="Picture Placeholder 8">
            <a:extLst>
              <a:ext uri="{FF2B5EF4-FFF2-40B4-BE49-F238E27FC236}">
                <a16:creationId xmlns:a16="http://schemas.microsoft.com/office/drawing/2014/main" id="{DA8B8813-90DD-49F0-8139-24CFB9E3C9AA}"/>
              </a:ext>
              <a:ext uri="{C183D7F6-B498-43B3-948B-1728B52AA6E4}">
                <adec:decorative xmlns:adec="http://schemas.microsoft.com/office/drawing/2017/decorative" val="1"/>
              </a:ext>
            </a:extLst>
          </p:cNvPr>
          <p:cNvSpPr>
            <a:spLocks noGrp="1"/>
          </p:cNvSpPr>
          <p:nvPr>
            <p:ph type="pic" sz="quarter" idx="24" hasCustomPrompt="1"/>
          </p:nvPr>
        </p:nvSpPr>
        <p:spPr>
          <a:xfrm>
            <a:off x="655638" y="2025650"/>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7" name="Picture Placeholder 8">
            <a:extLst>
              <a:ext uri="{FF2B5EF4-FFF2-40B4-BE49-F238E27FC236}">
                <a16:creationId xmlns:a16="http://schemas.microsoft.com/office/drawing/2014/main" id="{AB4AECCB-E11D-4EBC-A3CE-09C78FCB79E1}"/>
              </a:ext>
              <a:ext uri="{C183D7F6-B498-43B3-948B-1728B52AA6E4}">
                <adec:decorative xmlns:adec="http://schemas.microsoft.com/office/drawing/2017/decorative" val="1"/>
              </a:ext>
            </a:extLst>
          </p:cNvPr>
          <p:cNvSpPr>
            <a:spLocks noGrp="1"/>
          </p:cNvSpPr>
          <p:nvPr>
            <p:ph type="pic" sz="quarter" idx="25" hasCustomPrompt="1"/>
          </p:nvPr>
        </p:nvSpPr>
        <p:spPr>
          <a:xfrm>
            <a:off x="3452940" y="2030413"/>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8" name="Picture Placeholder 8">
            <a:extLst>
              <a:ext uri="{FF2B5EF4-FFF2-40B4-BE49-F238E27FC236}">
                <a16:creationId xmlns:a16="http://schemas.microsoft.com/office/drawing/2014/main" id="{2FA1BF05-D284-472F-9EF0-F7254B7FF62D}"/>
              </a:ext>
              <a:ext uri="{C183D7F6-B498-43B3-948B-1728B52AA6E4}">
                <adec:decorative xmlns:adec="http://schemas.microsoft.com/office/drawing/2017/decorative" val="1"/>
              </a:ext>
            </a:extLst>
          </p:cNvPr>
          <p:cNvSpPr>
            <a:spLocks noGrp="1"/>
          </p:cNvSpPr>
          <p:nvPr>
            <p:ph type="pic" sz="quarter" idx="26" hasCustomPrompt="1"/>
          </p:nvPr>
        </p:nvSpPr>
        <p:spPr>
          <a:xfrm>
            <a:off x="6259504" y="2025205"/>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9" name="Picture Placeholder 8">
            <a:extLst>
              <a:ext uri="{FF2B5EF4-FFF2-40B4-BE49-F238E27FC236}">
                <a16:creationId xmlns:a16="http://schemas.microsoft.com/office/drawing/2014/main" id="{B07BF657-C527-4471-9592-14860859A6BF}"/>
              </a:ext>
              <a:ext uri="{C183D7F6-B498-43B3-948B-1728B52AA6E4}">
                <adec:decorative xmlns:adec="http://schemas.microsoft.com/office/drawing/2017/decorative" val="1"/>
              </a:ext>
            </a:extLst>
          </p:cNvPr>
          <p:cNvSpPr>
            <a:spLocks noGrp="1"/>
          </p:cNvSpPr>
          <p:nvPr>
            <p:ph type="pic" sz="quarter" idx="27" hasCustomPrompt="1"/>
          </p:nvPr>
        </p:nvSpPr>
        <p:spPr>
          <a:xfrm>
            <a:off x="9055357" y="2025205"/>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3878557903"/>
      </p:ext>
    </p:extLst>
  </p:cSld>
  <p:clrMapOvr>
    <a:masterClrMapping/>
  </p:clrMapOvr>
  <p:hf sldNum="0" hdr="0" ftr="0" dt="0"/>
  <p:extLst>
    <p:ext uri="{DCECCB84-F9BA-43D5-87BE-67443E8EF086}">
      <p15:sldGuideLst xmlns:p15="http://schemas.microsoft.com/office/powerpoint/2012/main">
        <p15:guide id="18" orient="horz" pos="2943">
          <p15:clr>
            <a:srgbClr val="547EBF"/>
          </p15:clr>
        </p15:guide>
        <p15:guide id="19" orient="horz" pos="1279">
          <p15:clr>
            <a:srgbClr val="547EBF"/>
          </p15:clr>
        </p15:guide>
        <p15:guide id="20" orient="horz" pos="2845">
          <p15:clr>
            <a:srgbClr val="547EBF"/>
          </p15:clr>
        </p15:guide>
        <p15:guide id="21" orient="horz" pos="3936">
          <p15:clr>
            <a:srgbClr val="547EBF"/>
          </p15:clr>
        </p15:guide>
        <p15:guide id="22" orient="horz" pos="202">
          <p15:clr>
            <a:srgbClr val="547EBF"/>
          </p15:clr>
        </p15:guide>
        <p15:guide id="23" orient="horz" pos="495">
          <p15:clr>
            <a:srgbClr val="547EBF"/>
          </p15:clr>
        </p15:guide>
        <p15:guide id="24" orient="horz" pos="789">
          <p15:clr>
            <a:srgbClr val="547EBF"/>
          </p15:clr>
        </p15:guide>
        <p15:guide id="25" pos="413">
          <p15:clr>
            <a:srgbClr val="547EBF"/>
          </p15:clr>
        </p15:guide>
        <p15:guide id="26" pos="7267">
          <p15:clr>
            <a:srgbClr val="547EBF"/>
          </p15:clr>
        </p15:guide>
        <p15:guide id="27" pos="1980">
          <p15:clr>
            <a:srgbClr val="547EBF"/>
          </p15:clr>
        </p15:guide>
        <p15:guide id="28" pos="2175">
          <p15:clr>
            <a:srgbClr val="547EBF"/>
          </p15:clr>
        </p15:guide>
        <p15:guide id="29" pos="3742">
          <p15:clr>
            <a:srgbClr val="547EBF"/>
          </p15:clr>
        </p15:guide>
        <p15:guide id="30" pos="3938">
          <p15:clr>
            <a:srgbClr val="547EBF"/>
          </p15:clr>
        </p15:guide>
        <p15:guide id="31" pos="5700">
          <p15:clr>
            <a:srgbClr val="547EBF"/>
          </p15:clr>
        </p15:guide>
        <p15:guide id="32" pos="5505">
          <p15:clr>
            <a:srgbClr val="547EBF"/>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Four picture content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9057C-87AC-42DB-B763-DB393374FEF2}"/>
              </a:ext>
            </a:extLst>
          </p:cNvPr>
          <p:cNvSpPr>
            <a:spLocks noGrp="1"/>
          </p:cNvSpPr>
          <p:nvPr>
            <p:ph type="title"/>
          </p:nvPr>
        </p:nvSpPr>
        <p:spPr/>
        <p:txBody>
          <a:bodyPr/>
          <a:lstStyle/>
          <a:p>
            <a:r>
              <a:rPr lang="en-US"/>
              <a:t>Click to edit Master title style</a:t>
            </a:r>
            <a:endParaRPr lang="en-US" dirty="0"/>
          </a:p>
        </p:txBody>
      </p:sp>
      <p:sp>
        <p:nvSpPr>
          <p:cNvPr id="11" name="2 Subtitle">
            <a:extLst>
              <a:ext uri="{FF2B5EF4-FFF2-40B4-BE49-F238E27FC236}">
                <a16:creationId xmlns:a16="http://schemas.microsoft.com/office/drawing/2014/main" id="{F9EAAEB7-AABE-452B-8FFC-D112B4818ECE}"/>
              </a:ext>
            </a:extLst>
          </p:cNvPr>
          <p:cNvSpPr>
            <a:spLocks noGrp="1"/>
          </p:cNvSpPr>
          <p:nvPr>
            <p:ph type="subTitle" idx="1"/>
          </p:nvPr>
        </p:nvSpPr>
        <p:spPr>
          <a:xfrm>
            <a:off x="655638"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655638" y="467201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52940" y="4672014"/>
            <a:ext cx="2487612"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51448" y="467258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49512" y="467258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6" name="Picture Placeholder 8">
            <a:extLst>
              <a:ext uri="{FF2B5EF4-FFF2-40B4-BE49-F238E27FC236}">
                <a16:creationId xmlns:a16="http://schemas.microsoft.com/office/drawing/2014/main" id="{DA8B8813-90DD-49F0-8139-24CFB9E3C9AA}"/>
              </a:ext>
              <a:ext uri="{C183D7F6-B498-43B3-948B-1728B52AA6E4}">
                <adec:decorative xmlns:adec="http://schemas.microsoft.com/office/drawing/2017/decorative" val="1"/>
              </a:ext>
            </a:extLst>
          </p:cNvPr>
          <p:cNvSpPr>
            <a:spLocks noGrp="1"/>
          </p:cNvSpPr>
          <p:nvPr>
            <p:ph type="pic" sz="quarter" idx="24" hasCustomPrompt="1"/>
          </p:nvPr>
        </p:nvSpPr>
        <p:spPr>
          <a:xfrm>
            <a:off x="655638" y="2025650"/>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7" name="Picture Placeholder 8">
            <a:extLst>
              <a:ext uri="{FF2B5EF4-FFF2-40B4-BE49-F238E27FC236}">
                <a16:creationId xmlns:a16="http://schemas.microsoft.com/office/drawing/2014/main" id="{AB4AECCB-E11D-4EBC-A3CE-09C78FCB79E1}"/>
              </a:ext>
              <a:ext uri="{C183D7F6-B498-43B3-948B-1728B52AA6E4}">
                <adec:decorative xmlns:adec="http://schemas.microsoft.com/office/drawing/2017/decorative" val="1"/>
              </a:ext>
            </a:extLst>
          </p:cNvPr>
          <p:cNvSpPr>
            <a:spLocks noGrp="1"/>
          </p:cNvSpPr>
          <p:nvPr>
            <p:ph type="pic" sz="quarter" idx="25" hasCustomPrompt="1"/>
          </p:nvPr>
        </p:nvSpPr>
        <p:spPr>
          <a:xfrm>
            <a:off x="3452940" y="2030413"/>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8" name="Picture Placeholder 8">
            <a:extLst>
              <a:ext uri="{FF2B5EF4-FFF2-40B4-BE49-F238E27FC236}">
                <a16:creationId xmlns:a16="http://schemas.microsoft.com/office/drawing/2014/main" id="{2FA1BF05-D284-472F-9EF0-F7254B7FF62D}"/>
              </a:ext>
              <a:ext uri="{C183D7F6-B498-43B3-948B-1728B52AA6E4}">
                <adec:decorative xmlns:adec="http://schemas.microsoft.com/office/drawing/2017/decorative" val="1"/>
              </a:ext>
            </a:extLst>
          </p:cNvPr>
          <p:cNvSpPr>
            <a:spLocks noGrp="1"/>
          </p:cNvSpPr>
          <p:nvPr>
            <p:ph type="pic" sz="quarter" idx="26" hasCustomPrompt="1"/>
          </p:nvPr>
        </p:nvSpPr>
        <p:spPr>
          <a:xfrm>
            <a:off x="6259504" y="2025205"/>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9" name="Picture Placeholder 8">
            <a:extLst>
              <a:ext uri="{FF2B5EF4-FFF2-40B4-BE49-F238E27FC236}">
                <a16:creationId xmlns:a16="http://schemas.microsoft.com/office/drawing/2014/main" id="{B07BF657-C527-4471-9592-14860859A6BF}"/>
              </a:ext>
              <a:ext uri="{C183D7F6-B498-43B3-948B-1728B52AA6E4}">
                <adec:decorative xmlns:adec="http://schemas.microsoft.com/office/drawing/2017/decorative" val="1"/>
              </a:ext>
            </a:extLst>
          </p:cNvPr>
          <p:cNvSpPr>
            <a:spLocks noGrp="1"/>
          </p:cNvSpPr>
          <p:nvPr>
            <p:ph type="pic" sz="quarter" idx="27" hasCustomPrompt="1"/>
          </p:nvPr>
        </p:nvSpPr>
        <p:spPr>
          <a:xfrm>
            <a:off x="9055357" y="2025205"/>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1552082552"/>
      </p:ext>
    </p:extLst>
  </p:cSld>
  <p:clrMapOvr>
    <a:masterClrMapping/>
  </p:clrMapOvr>
  <p:hf sldNum="0" hdr="0" ftr="0" dt="0"/>
  <p:extLst>
    <p:ext uri="{DCECCB84-F9BA-43D5-87BE-67443E8EF086}">
      <p15:sldGuideLst xmlns:p15="http://schemas.microsoft.com/office/powerpoint/2012/main">
        <p15:guide id="18" orient="horz" pos="2943">
          <p15:clr>
            <a:srgbClr val="547EBF"/>
          </p15:clr>
        </p15:guide>
        <p15:guide id="19" orient="horz" pos="1279">
          <p15:clr>
            <a:srgbClr val="547EBF"/>
          </p15:clr>
        </p15:guide>
        <p15:guide id="20" orient="horz" pos="2845">
          <p15:clr>
            <a:srgbClr val="547EBF"/>
          </p15:clr>
        </p15:guide>
        <p15:guide id="21" orient="horz" pos="3936">
          <p15:clr>
            <a:srgbClr val="547EBF"/>
          </p15:clr>
        </p15:guide>
        <p15:guide id="22" orient="horz" pos="202">
          <p15:clr>
            <a:srgbClr val="547EBF"/>
          </p15:clr>
        </p15:guide>
        <p15:guide id="23" orient="horz" pos="495">
          <p15:clr>
            <a:srgbClr val="547EBF"/>
          </p15:clr>
        </p15:guide>
        <p15:guide id="24" orient="horz" pos="789">
          <p15:clr>
            <a:srgbClr val="547EBF"/>
          </p15:clr>
        </p15:guide>
        <p15:guide id="25" pos="413">
          <p15:clr>
            <a:srgbClr val="547EBF"/>
          </p15:clr>
        </p15:guide>
        <p15:guide id="26" pos="7267">
          <p15:clr>
            <a:srgbClr val="547EBF"/>
          </p15:clr>
        </p15:guide>
        <p15:guide id="27" pos="1980">
          <p15:clr>
            <a:srgbClr val="547EBF"/>
          </p15:clr>
        </p15:guide>
        <p15:guide id="28" pos="2175">
          <p15:clr>
            <a:srgbClr val="547EBF"/>
          </p15:clr>
        </p15:guide>
        <p15:guide id="29" pos="3742">
          <p15:clr>
            <a:srgbClr val="547EBF"/>
          </p15:clr>
        </p15:guide>
        <p15:guide id="30" pos="3938">
          <p15:clr>
            <a:srgbClr val="547EBF"/>
          </p15:clr>
        </p15:guide>
        <p15:guide id="31" pos="5700">
          <p15:clr>
            <a:srgbClr val="547EBF"/>
          </p15:clr>
        </p15:guide>
        <p15:guide id="32" pos="5505">
          <p15:clr>
            <a:srgbClr val="547EBF"/>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creenshot and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endParaRPr lang="en-US" dirty="0"/>
          </a:p>
        </p:txBody>
      </p:sp>
      <p:sp>
        <p:nvSpPr>
          <p:cNvPr id="5" name="Picture Placeholder 8">
            <a:extLst>
              <a:ext uri="{FF2B5EF4-FFF2-40B4-BE49-F238E27FC236}">
                <a16:creationId xmlns:a16="http://schemas.microsoft.com/office/drawing/2014/main" id="{BC9BB614-934E-4D33-8136-678FECFA2E4C}"/>
              </a:ext>
              <a:ext uri="{C183D7F6-B498-43B3-948B-1728B52AA6E4}">
                <adec:decorative xmlns:adec="http://schemas.microsoft.com/office/drawing/2017/decorative" val="1"/>
              </a:ext>
            </a:extLst>
          </p:cNvPr>
          <p:cNvSpPr>
            <a:spLocks noGrp="1"/>
          </p:cNvSpPr>
          <p:nvPr>
            <p:ph type="pic" sz="quarter" idx="22" hasCustomPrompt="1"/>
          </p:nvPr>
        </p:nvSpPr>
        <p:spPr>
          <a:xfrm>
            <a:off x="655638" y="1436688"/>
            <a:ext cx="7181850" cy="4832350"/>
          </a:xfrm>
          <a:solidFill>
            <a:srgbClr val="E6E6E6"/>
          </a:solidFill>
        </p:spPr>
        <p:txBody>
          <a:bodyPr tIns="100584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6" name="Text Placeholder 2">
            <a:extLst>
              <a:ext uri="{FF2B5EF4-FFF2-40B4-BE49-F238E27FC236}">
                <a16:creationId xmlns:a16="http://schemas.microsoft.com/office/drawing/2014/main" id="{C23B6F60-A422-4774-A893-F6F72F7B22D6}"/>
              </a:ext>
            </a:extLst>
          </p:cNvPr>
          <p:cNvSpPr>
            <a:spLocks noGrp="1"/>
          </p:cNvSpPr>
          <p:nvPr>
            <p:ph type="body" sz="quarter" idx="23"/>
          </p:nvPr>
        </p:nvSpPr>
        <p:spPr>
          <a:xfrm>
            <a:off x="8115300" y="1436689"/>
            <a:ext cx="3421062" cy="4832350"/>
          </a:xfrm>
        </p:spPr>
        <p:txBody>
          <a:bodyPr/>
          <a:lstStyle>
            <a:lvl1pPr marL="0" indent="0">
              <a:buNone/>
              <a:defRPr sz="2000">
                <a:latin typeface="Segoe UI Semibold" panose="020B0702040204020203" pitchFamily="34" charset="0"/>
                <a:cs typeface="Segoe UI Semibold" panose="020B0702040204020203" pitchFamily="34" charset="0"/>
              </a:defRPr>
            </a:lvl1pPr>
            <a:lvl2pPr marL="168275" indent="-168275">
              <a:defRPr sz="1800"/>
            </a:lvl2pPr>
            <a:lvl3pPr marL="0" indent="0">
              <a:buNone/>
              <a:defRPr sz="18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899418316"/>
      </p:ext>
    </p:extLst>
  </p:cSld>
  <p:clrMapOvr>
    <a:masterClrMapping/>
  </p:clrMapOvr>
  <p:hf sldNum="0" hdr="0" ftr="0" dt="0"/>
  <p:extLst>
    <p:ext uri="{DCECCB84-F9BA-43D5-87BE-67443E8EF086}">
      <p15:sldGuideLst xmlns:p15="http://schemas.microsoft.com/office/powerpoint/2012/main">
        <p15:guide id="20" pos="4944">
          <p15:clr>
            <a:srgbClr val="5ACBF0"/>
          </p15:clr>
        </p15:guide>
        <p15:guide id="21" pos="5112">
          <p15:clr>
            <a:srgbClr val="5ACBF0"/>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creenshot and caption Sub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endParaRPr lang="en-US" dirty="0"/>
          </a:p>
        </p:txBody>
      </p:sp>
      <p:sp>
        <p:nvSpPr>
          <p:cNvPr id="6" name="2 Subtitle">
            <a:extLst>
              <a:ext uri="{FF2B5EF4-FFF2-40B4-BE49-F238E27FC236}">
                <a16:creationId xmlns:a16="http://schemas.microsoft.com/office/drawing/2014/main" id="{8F2C19A0-A7BB-4DAA-8F3E-C8260891FB7D}"/>
              </a:ext>
            </a:extLst>
          </p:cNvPr>
          <p:cNvSpPr>
            <a:spLocks noGrp="1"/>
          </p:cNvSpPr>
          <p:nvPr>
            <p:ph type="subTitle" idx="1"/>
          </p:nvPr>
        </p:nvSpPr>
        <p:spPr>
          <a:xfrm>
            <a:off x="655638"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5" name="Picture Placeholder 8">
            <a:extLst>
              <a:ext uri="{FF2B5EF4-FFF2-40B4-BE49-F238E27FC236}">
                <a16:creationId xmlns:a16="http://schemas.microsoft.com/office/drawing/2014/main" id="{BC9BB614-934E-4D33-8136-678FECFA2E4C}"/>
              </a:ext>
              <a:ext uri="{C183D7F6-B498-43B3-948B-1728B52AA6E4}">
                <adec:decorative xmlns:adec="http://schemas.microsoft.com/office/drawing/2017/decorative" val="1"/>
              </a:ext>
            </a:extLst>
          </p:cNvPr>
          <p:cNvSpPr>
            <a:spLocks noGrp="1"/>
          </p:cNvSpPr>
          <p:nvPr>
            <p:ph type="pic" sz="quarter" idx="22" hasCustomPrompt="1"/>
          </p:nvPr>
        </p:nvSpPr>
        <p:spPr>
          <a:xfrm>
            <a:off x="655638" y="1436688"/>
            <a:ext cx="7181850" cy="4832350"/>
          </a:xfrm>
          <a:solidFill>
            <a:srgbClr val="E6E6E6"/>
          </a:solidFill>
        </p:spPr>
        <p:txBody>
          <a:bodyPr tIns="100584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7" name="Text Placeholder 2">
            <a:extLst>
              <a:ext uri="{FF2B5EF4-FFF2-40B4-BE49-F238E27FC236}">
                <a16:creationId xmlns:a16="http://schemas.microsoft.com/office/drawing/2014/main" id="{52DFC09F-D5CA-4DF7-8673-A157E8B3F810}"/>
              </a:ext>
            </a:extLst>
          </p:cNvPr>
          <p:cNvSpPr>
            <a:spLocks noGrp="1"/>
          </p:cNvSpPr>
          <p:nvPr>
            <p:ph type="body" sz="quarter" idx="23"/>
          </p:nvPr>
        </p:nvSpPr>
        <p:spPr>
          <a:xfrm>
            <a:off x="8115300" y="1436689"/>
            <a:ext cx="3421062" cy="4832350"/>
          </a:xfrm>
        </p:spPr>
        <p:txBody>
          <a:bodyPr/>
          <a:lstStyle>
            <a:lvl1pPr marL="0" indent="0">
              <a:buNone/>
              <a:defRPr sz="2000">
                <a:latin typeface="Segoe UI Semibold" panose="020B0702040204020203" pitchFamily="34" charset="0"/>
                <a:cs typeface="Segoe UI Semibold" panose="020B0702040204020203" pitchFamily="34" charset="0"/>
              </a:defRPr>
            </a:lvl1pPr>
            <a:lvl2pPr marL="168275" indent="-168275">
              <a:defRPr sz="1800"/>
            </a:lvl2pPr>
            <a:lvl3pPr marL="0" indent="0">
              <a:buNone/>
              <a:defRPr sz="18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440985443"/>
      </p:ext>
    </p:extLst>
  </p:cSld>
  <p:clrMapOvr>
    <a:masterClrMapping/>
  </p:clrMapOvr>
  <p:hf sldNum="0" hdr="0" ftr="0" dt="0"/>
  <p:extLst>
    <p:ext uri="{DCECCB84-F9BA-43D5-87BE-67443E8EF086}">
      <p15:sldGuideLst xmlns:p15="http://schemas.microsoft.com/office/powerpoint/2012/main">
        <p15:guide id="20" pos="4944">
          <p15:clr>
            <a:srgbClr val="5ACBF0"/>
          </p15:clr>
        </p15:guide>
        <p15:guide id="21" pos="5112">
          <p15:clr>
            <a:srgbClr val="5ACBF0"/>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creenshot and caption 2">
    <p:spTree>
      <p:nvGrpSpPr>
        <p:cNvPr id="1" name=""/>
        <p:cNvGrpSpPr/>
        <p:nvPr/>
      </p:nvGrpSpPr>
      <p:grpSpPr>
        <a:xfrm>
          <a:off x="0" y="0"/>
          <a:ext cx="0" cy="0"/>
          <a:chOff x="0" y="0"/>
          <a:chExt cx="0" cy="0"/>
        </a:xfrm>
      </p:grpSpPr>
      <p:sp>
        <p:nvSpPr>
          <p:cNvPr id="9" name="Title 7">
            <a:extLst>
              <a:ext uri="{FF2B5EF4-FFF2-40B4-BE49-F238E27FC236}">
                <a16:creationId xmlns:a16="http://schemas.microsoft.com/office/drawing/2014/main" id="{66AEE150-FB8B-41B9-8C47-5CA3E6A6A435}"/>
              </a:ext>
            </a:extLst>
          </p:cNvPr>
          <p:cNvSpPr>
            <a:spLocks noGrp="1"/>
          </p:cNvSpPr>
          <p:nvPr>
            <p:ph type="title"/>
          </p:nvPr>
        </p:nvSpPr>
        <p:spPr>
          <a:xfrm>
            <a:off x="655639" y="320040"/>
            <a:ext cx="6735762" cy="461665"/>
          </a:xfrm>
        </p:spPr>
        <p:txBody>
          <a:bodyPr/>
          <a:lstStyle/>
          <a:p>
            <a:r>
              <a:rPr lang="en-US"/>
              <a:t>Click to edit Master title style</a:t>
            </a:r>
            <a:endParaRPr lang="en-US" dirty="0"/>
          </a:p>
        </p:txBody>
      </p:sp>
      <p:sp>
        <p:nvSpPr>
          <p:cNvPr id="13" name="2 Subtitle">
            <a:extLst>
              <a:ext uri="{FF2B5EF4-FFF2-40B4-BE49-F238E27FC236}">
                <a16:creationId xmlns:a16="http://schemas.microsoft.com/office/drawing/2014/main" id="{018DFCC7-CC7B-4498-870F-D94259C879E8}"/>
              </a:ext>
            </a:extLst>
          </p:cNvPr>
          <p:cNvSpPr>
            <a:spLocks noGrp="1"/>
          </p:cNvSpPr>
          <p:nvPr>
            <p:ph type="subTitle" idx="1"/>
          </p:nvPr>
        </p:nvSpPr>
        <p:spPr>
          <a:xfrm>
            <a:off x="655637" y="786383"/>
            <a:ext cx="6735763"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3" name="Picture Placeholder 2">
            <a:extLst>
              <a:ext uri="{FF2B5EF4-FFF2-40B4-BE49-F238E27FC236}">
                <a16:creationId xmlns:a16="http://schemas.microsoft.com/office/drawing/2014/main" id="{0DEC932C-684F-41D2-BCA8-8869DE0524D9}"/>
              </a:ext>
              <a:ext uri="{C183D7F6-B498-43B3-948B-1728B52AA6E4}">
                <adec:decorative xmlns:adec="http://schemas.microsoft.com/office/drawing/2017/decorative" val="1"/>
              </a:ext>
            </a:extLst>
          </p:cNvPr>
          <p:cNvSpPr>
            <a:spLocks noGrp="1"/>
          </p:cNvSpPr>
          <p:nvPr>
            <p:ph type="pic" sz="quarter" idx="11" hasCustomPrompt="1"/>
          </p:nvPr>
        </p:nvSpPr>
        <p:spPr>
          <a:xfrm>
            <a:off x="7620000" y="0"/>
            <a:ext cx="4572000" cy="6858000"/>
          </a:xfr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lvl1pPr marL="0" indent="0">
              <a:buNone/>
              <a:defRPr lang="en-US" sz="2000" dirty="0">
                <a:gradFill>
                  <a:gsLst>
                    <a:gs pos="0">
                      <a:srgbClr val="FFFFFF"/>
                    </a:gs>
                    <a:gs pos="100000">
                      <a:srgbClr val="FFFFFF"/>
                    </a:gs>
                  </a:gsLst>
                  <a:lin ang="5400000" scaled="0"/>
                </a:gradFill>
                <a:ea typeface="Segoe UI" pitchFamily="34" charset="0"/>
              </a:defRPr>
            </a:lvl1pPr>
          </a:lstStyle>
          <a:p>
            <a:pPr marL="0" lvl="0" defTabSz="932472" fontAlgn="base">
              <a:spcBef>
                <a:spcPct val="0"/>
              </a:spcBef>
              <a:spcAft>
                <a:spcPct val="0"/>
              </a:spcAft>
            </a:pPr>
            <a:r>
              <a:rPr lang="en-US" dirty="0"/>
              <a:t> </a:t>
            </a:r>
          </a:p>
        </p:txBody>
      </p:sp>
      <p:sp>
        <p:nvSpPr>
          <p:cNvPr id="6" name="Text Placeholder 2">
            <a:extLst>
              <a:ext uri="{FF2B5EF4-FFF2-40B4-BE49-F238E27FC236}">
                <a16:creationId xmlns:a16="http://schemas.microsoft.com/office/drawing/2014/main" id="{758BC28E-7238-471F-9FCB-2F750E178DB5}"/>
              </a:ext>
            </a:extLst>
          </p:cNvPr>
          <p:cNvSpPr>
            <a:spLocks noGrp="1"/>
          </p:cNvSpPr>
          <p:nvPr>
            <p:ph type="body" sz="quarter" idx="23"/>
          </p:nvPr>
        </p:nvSpPr>
        <p:spPr>
          <a:xfrm>
            <a:off x="655638" y="1397001"/>
            <a:ext cx="6735761" cy="4851400"/>
          </a:xfrm>
        </p:spPr>
        <p:txBody>
          <a:bodyPr/>
          <a:lstStyle>
            <a:lvl1pPr marL="0" indent="0">
              <a:buNone/>
              <a:defRPr sz="2400">
                <a:latin typeface="Segoe UI Semibold" panose="020B0702040204020203" pitchFamily="34" charset="0"/>
                <a:cs typeface="Segoe UI Semibold" panose="020B0702040204020203" pitchFamily="34" charset="0"/>
              </a:defRPr>
            </a:lvl1pPr>
            <a:lvl2pPr marL="628650" indent="-342900">
              <a:defRPr sz="2000"/>
            </a:lvl2pPr>
            <a:lvl3pPr marL="0" indent="0">
              <a:buNone/>
              <a:defRPr sz="24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178666746"/>
      </p:ext>
    </p:extLst>
  </p:cSld>
  <p:clrMapOvr>
    <a:masterClrMapping/>
  </p:clrMapOvr>
  <p:hf sldNum="0" hdr="0" ftr="0" dt="0"/>
  <p:extLst>
    <p:ext uri="{DCECCB84-F9BA-43D5-87BE-67443E8EF086}">
      <p15:sldGuideLst xmlns:p15="http://schemas.microsoft.com/office/powerpoint/2012/main">
        <p15:guide id="36" orient="horz" pos="3936">
          <p15:clr>
            <a:srgbClr val="547EBF"/>
          </p15:clr>
        </p15:guide>
        <p15:guide id="37" pos="2376">
          <p15:clr>
            <a:srgbClr val="FFFFFF"/>
          </p15:clr>
        </p15:guide>
        <p15:guide id="38" orient="horz" pos="880">
          <p15:clr>
            <a:srgbClr val="547EBF"/>
          </p15:clr>
        </p15:guide>
        <p15:guide id="39" pos="4656">
          <p15:clr>
            <a:srgbClr val="547EBF"/>
          </p15:clr>
        </p15:guide>
        <p15:guide id="40" pos="7267">
          <p15:clr>
            <a:srgbClr val="547EBF"/>
          </p15:clr>
        </p15:guide>
        <p15:guide id="41" pos="2763">
          <p15:clr>
            <a:srgbClr val="547EBF"/>
          </p15:clr>
        </p15:guide>
        <p15:guide id="42" pos="413">
          <p15:clr>
            <a:srgbClr val="FFFFFF"/>
          </p15:clr>
        </p15:guide>
        <p15:guide id="43" pos="480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8A04219-0E5A-4E6E-A0ED-3A6EADE03470}"/>
              </a:ext>
              <a:ext uri="{C183D7F6-B498-43B3-948B-1728B52AA6E4}">
                <adec:decorative xmlns:adec="http://schemas.microsoft.com/office/drawing/2017/decorative" val="1"/>
              </a:ext>
            </a:extLst>
          </p:cNvPr>
          <p:cNvSpPr/>
          <p:nvPr/>
        </p:nvSpPr>
        <p:spPr bwMode="blackWhite">
          <a:xfrm>
            <a:off x="0" y="0"/>
            <a:ext cx="4356100" cy="6858000"/>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1" name="Title 4">
            <a:extLst>
              <a:ext uri="{FF2B5EF4-FFF2-40B4-BE49-F238E27FC236}">
                <a16:creationId xmlns:a16="http://schemas.microsoft.com/office/drawing/2014/main" id="{E022844A-5550-4DFB-8572-F08DCD6402C8}"/>
              </a:ext>
            </a:extLst>
          </p:cNvPr>
          <p:cNvSpPr>
            <a:spLocks noGrp="1"/>
          </p:cNvSpPr>
          <p:nvPr>
            <p:ph type="title" hasCustomPrompt="1"/>
          </p:nvPr>
        </p:nvSpPr>
        <p:spPr>
          <a:xfrm>
            <a:off x="655637" y="630238"/>
            <a:ext cx="3116263" cy="5597525"/>
          </a:xfrm>
        </p:spPr>
        <p:txBody>
          <a:bodyPr anchor="ctr">
            <a:noAutofit/>
          </a:bodyPr>
          <a:lstStyle>
            <a:lvl1pPr>
              <a:defRPr>
                <a:solidFill>
                  <a:srgbClr val="000000"/>
                </a:solidFill>
              </a:defRPr>
            </a:lvl1pPr>
          </a:lstStyle>
          <a:p>
            <a:r>
              <a:rPr lang="en-US" dirty="0"/>
              <a:t>Title</a:t>
            </a:r>
          </a:p>
        </p:txBody>
      </p:sp>
      <p:sp>
        <p:nvSpPr>
          <p:cNvPr id="5" name="2 Text Placeholder">
            <a:extLst>
              <a:ext uri="{FF2B5EF4-FFF2-40B4-BE49-F238E27FC236}">
                <a16:creationId xmlns:a16="http://schemas.microsoft.com/office/drawing/2014/main" id="{206E366F-7522-4E1B-A403-30AD9B1B27B9}"/>
              </a:ext>
            </a:extLst>
          </p:cNvPr>
          <p:cNvSpPr>
            <a:spLocks noGrp="1"/>
          </p:cNvSpPr>
          <p:nvPr>
            <p:ph type="body" sz="quarter" idx="10"/>
          </p:nvPr>
        </p:nvSpPr>
        <p:spPr>
          <a:xfrm>
            <a:off x="5008563" y="630238"/>
            <a:ext cx="6527800" cy="5597525"/>
          </a:xfrm>
          <a:prstGeom prst="rect">
            <a:avLst/>
          </a:prstGeom>
        </p:spPr>
        <p:txBody>
          <a:bodyPr anchor="ctr" anchorCtr="0">
            <a:noAutofit/>
          </a:bodyPr>
          <a:lstStyle>
            <a:lvl1pPr marL="457200" indent="-457200">
              <a:spcAft>
                <a:spcPts val="1200"/>
              </a:spcAft>
              <a:buFont typeface="Arial" panose="020B0604020202020204" pitchFamily="34" charset="0"/>
              <a:buChar char="•"/>
              <a:defRPr sz="2400"/>
            </a:lvl1pPr>
            <a:lvl2pPr marL="0" indent="0">
              <a:buNone/>
              <a:defRPr sz="2400"/>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222036868"/>
      </p:ext>
    </p:extLst>
  </p:cSld>
  <p:clrMapOvr>
    <a:masterClrMapping/>
  </p:clrMapOvr>
  <p:hf sldNum="0" hdr="0" ftr="0" dt="0"/>
  <p:extLst>
    <p:ext uri="{DCECCB84-F9BA-43D5-87BE-67443E8EF086}">
      <p15:sldGuideLst xmlns:p15="http://schemas.microsoft.com/office/powerpoint/2012/main">
        <p15:guide id="36" orient="horz" pos="3923">
          <p15:clr>
            <a:srgbClr val="547EBF"/>
          </p15:clr>
        </p15:guide>
        <p15:guide id="37" pos="2376">
          <p15:clr>
            <a:srgbClr val="FFFFFF"/>
          </p15:clr>
        </p15:guide>
        <p15:guide id="38" orient="horz" pos="397">
          <p15:clr>
            <a:srgbClr val="547EBF"/>
          </p15:clr>
        </p15:guide>
        <p15:guide id="39" pos="3155">
          <p15:clr>
            <a:srgbClr val="547EBF"/>
          </p15:clr>
        </p15:guide>
        <p15:guide id="40" pos="7267">
          <p15:clr>
            <a:srgbClr val="547EBF"/>
          </p15:clr>
        </p15:guide>
        <p15:guide id="41" pos="2763">
          <p15:clr>
            <a:srgbClr val="547EBF"/>
          </p15:clr>
        </p15:guide>
        <p15:guide id="42" pos="413">
          <p15:clr>
            <a:srgbClr val="FFFFFF"/>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39E5C076-3B78-4451-8068-576892A08E9C}"/>
              </a:ext>
            </a:extLst>
          </p:cNvPr>
          <p:cNvSpPr>
            <a:spLocks noGrp="1"/>
          </p:cNvSpPr>
          <p:nvPr>
            <p:ph type="title" hasCustomPrompt="1"/>
          </p:nvPr>
        </p:nvSpPr>
        <p:spPr>
          <a:xfrm>
            <a:off x="655320" y="630936"/>
            <a:ext cx="3114650" cy="5596826"/>
          </a:xfrm>
        </p:spPr>
        <p:txBody>
          <a:bodyPr anchor="ctr">
            <a:noAutofit/>
          </a:bodyPr>
          <a:lstStyle>
            <a:lvl1pPr>
              <a:defRPr/>
            </a:lvl1pPr>
          </a:lstStyle>
          <a:p>
            <a:r>
              <a:rPr lang="en-US" dirty="0"/>
              <a:t>Title</a:t>
            </a:r>
          </a:p>
        </p:txBody>
      </p:sp>
      <p:cxnSp>
        <p:nvCxnSpPr>
          <p:cNvPr id="8" name="Straight Connector 4">
            <a:extLst>
              <a:ext uri="{FF2B5EF4-FFF2-40B4-BE49-F238E27FC236}">
                <a16:creationId xmlns:a16="http://schemas.microsoft.com/office/drawing/2014/main" id="{EA167103-4543-493E-9E7F-A1FD9EC58369}"/>
              </a:ext>
              <a:ext uri="{C183D7F6-B498-43B3-948B-1728B52AA6E4}">
                <adec:decorative xmlns:adec="http://schemas.microsoft.com/office/drawing/2017/decorative" val="1"/>
              </a:ext>
            </a:extLst>
          </p:cNvPr>
          <p:cNvCxnSpPr/>
          <p:nvPr/>
        </p:nvCxnSpPr>
        <p:spPr>
          <a:xfrm>
            <a:off x="4386072" y="2578100"/>
            <a:ext cx="0" cy="1701800"/>
          </a:xfrm>
          <a:prstGeom prst="line">
            <a:avLst/>
          </a:prstGeom>
          <a:ln w="28575">
            <a:solidFill>
              <a:srgbClr val="41424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2 Text Placeholder">
            <a:extLst>
              <a:ext uri="{FF2B5EF4-FFF2-40B4-BE49-F238E27FC236}">
                <a16:creationId xmlns:a16="http://schemas.microsoft.com/office/drawing/2014/main" id="{18DE0510-3D61-47C9-A3C6-965784AA9205}"/>
              </a:ext>
            </a:extLst>
          </p:cNvPr>
          <p:cNvSpPr>
            <a:spLocks noGrp="1"/>
          </p:cNvSpPr>
          <p:nvPr>
            <p:ph type="body" sz="quarter" idx="10"/>
          </p:nvPr>
        </p:nvSpPr>
        <p:spPr>
          <a:xfrm>
            <a:off x="5008563" y="630238"/>
            <a:ext cx="6527800" cy="5597525"/>
          </a:xfrm>
          <a:prstGeom prst="rect">
            <a:avLst/>
          </a:prstGeom>
        </p:spPr>
        <p:txBody>
          <a:bodyPr anchor="ctr" anchorCtr="0">
            <a:noAutofit/>
          </a:bodyPr>
          <a:lstStyle>
            <a:lvl1pPr marL="457200" indent="-457200">
              <a:spcAft>
                <a:spcPts val="1200"/>
              </a:spcAft>
              <a:buFont typeface="Arial" panose="020B0604020202020204" pitchFamily="34" charset="0"/>
              <a:buChar char="•"/>
              <a:defRPr sz="2400"/>
            </a:lvl1pPr>
            <a:lvl2pPr marL="0" indent="0">
              <a:buNone/>
              <a:defRPr sz="2400"/>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711009481"/>
      </p:ext>
    </p:extLst>
  </p:cSld>
  <p:clrMapOvr>
    <a:masterClrMapping/>
  </p:clrMapOvr>
  <p:hf sldNum="0" hdr="0" ftr="0" dt="0"/>
  <p:extLst>
    <p:ext uri="{DCECCB84-F9BA-43D5-87BE-67443E8EF086}">
      <p15:sldGuideLst xmlns:p15="http://schemas.microsoft.com/office/powerpoint/2012/main">
        <p15:guide id="37" orient="horz" pos="397">
          <p15:clr>
            <a:srgbClr val="547EBF"/>
          </p15:clr>
        </p15:guide>
        <p15:guide id="38" orient="horz" pos="3923">
          <p15:clr>
            <a:srgbClr val="547EBF"/>
          </p15:clr>
        </p15:guide>
        <p15:guide id="39" pos="2763">
          <p15:clr>
            <a:srgbClr val="547EBF"/>
          </p15:clr>
        </p15:guide>
        <p15:guide id="40" pos="413">
          <p15:clr>
            <a:srgbClr val="547EBF"/>
          </p15:clr>
        </p15:guide>
        <p15:guide id="41" pos="2371">
          <p15:clr>
            <a:srgbClr val="547EBF"/>
          </p15:clr>
        </p15:guide>
        <p15:guide id="42" pos="3155">
          <p15:clr>
            <a:srgbClr val="547EBF"/>
          </p15:clr>
        </p15:guide>
        <p15:guide id="43" pos="7267">
          <p15:clr>
            <a:srgbClr val="547EBF"/>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2 Text Placeholder"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655638" y="1436688"/>
            <a:ext cx="10880726" cy="4791075"/>
          </a:xfrm>
          <a:prstGeom prst="rect">
            <a:avLst/>
          </a:prstGeom>
        </p:spPr>
        <p:txBody>
          <a:bodyPr/>
          <a:lstStyle>
            <a:lvl1pPr marL="0"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vl6pPr marL="1051560" indent="0">
              <a:spcBef>
                <a:spcPts val="330"/>
              </a:spcBef>
              <a:buFontTx/>
              <a:buNone/>
              <a:defRPr sz="1800" baseline="0">
                <a:solidFill>
                  <a:schemeClr val="tx1"/>
                </a:solidFill>
                <a:latin typeface="Comic Sans MS" panose="030F0702030302020204" pitchFamily="66" charset="0"/>
              </a:defRPr>
            </a:lvl6pPr>
            <a:lvl7pPr marL="1051560" indent="0">
              <a:spcBef>
                <a:spcPts val="330"/>
              </a:spcBef>
              <a:buFontTx/>
              <a:buNone/>
              <a:defRPr sz="1800" baseline="0">
                <a:solidFill>
                  <a:schemeClr val="tx1"/>
                </a:solidFill>
                <a:latin typeface="Comic Sans MS" panose="030F0702030302020204" pitchFamily="66" charset="0"/>
              </a:defRPr>
            </a:lvl7pPr>
            <a:lvl8pPr marL="1051560" indent="0">
              <a:spcBef>
                <a:spcPts val="330"/>
              </a:spcBef>
              <a:buFontTx/>
              <a:buNone/>
              <a:defRPr sz="1800" baseline="0">
                <a:solidFill>
                  <a:schemeClr val="tx1"/>
                </a:solidFill>
                <a:latin typeface="Comic Sans MS" panose="030F0702030302020204" pitchFamily="66" charset="0"/>
              </a:defRPr>
            </a:lvl8pPr>
            <a:lvl9pPr marL="1051560" indent="0">
              <a:spcBef>
                <a:spcPts val="330"/>
              </a:spcBef>
              <a:buFontTx/>
              <a:buNone/>
              <a:defRPr sz="1800" baseline="0">
                <a:solidFill>
                  <a:schemeClr val="tx1"/>
                </a:solidFill>
                <a:latin typeface="Comic Sans MS" panose="030F0702030302020204" pitchFamily="66"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99649939"/>
      </p:ext>
    </p:extLst>
  </p:cSld>
  <p:clrMapOvr>
    <a:masterClrMapping/>
  </p:clrMapOvr>
  <p:extLst>
    <p:ext uri="{DCECCB84-F9BA-43D5-87BE-67443E8EF086}">
      <p15:sldGuideLst xmlns:p15="http://schemas.microsoft.com/office/powerpoint/2012/main">
        <p15:guide id="8" pos="413">
          <p15:clr>
            <a:srgbClr val="547EBF"/>
          </p15:clr>
        </p15:guide>
        <p15:guide id="9" orient="horz" pos="495">
          <p15:clr>
            <a:srgbClr val="547EBF"/>
          </p15:clr>
        </p15:guide>
        <p15:guide id="10" pos="7267">
          <p15:clr>
            <a:srgbClr val="547EBF"/>
          </p15:clr>
        </p15:guide>
        <p15:guide id="11" orient="horz" pos="202">
          <p15:clr>
            <a:srgbClr val="547EBF"/>
          </p15:clr>
        </p15:guide>
        <p15:guide id="12" orient="horz" pos="789">
          <p15:clr>
            <a:srgbClr val="547EBF"/>
          </p15:clr>
        </p15:guide>
        <p15:guide id="13" orient="horz" pos="912">
          <p15:clr>
            <a:srgbClr val="547EBF"/>
          </p15:clr>
        </p15:guide>
        <p15:guide id="14" orient="horz" pos="3923">
          <p15:clr>
            <a:srgbClr val="547EBF"/>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Developer Code Layout Subtitle">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4" name="2 Subtitle">
            <a:extLst>
              <a:ext uri="{FF2B5EF4-FFF2-40B4-BE49-F238E27FC236}">
                <a16:creationId xmlns:a16="http://schemas.microsoft.com/office/drawing/2014/main" id="{FEFC21FB-8EFB-4F7C-80D3-C6600B5FDCB9}"/>
              </a:ext>
            </a:extLst>
          </p:cNvPr>
          <p:cNvSpPr>
            <a:spLocks noGrp="1"/>
          </p:cNvSpPr>
          <p:nvPr>
            <p:ph type="subTitle" idx="1"/>
          </p:nvPr>
        </p:nvSpPr>
        <p:spPr>
          <a:xfrm>
            <a:off x="655638"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5" name="2 Text Placeholder"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655638" y="1436688"/>
            <a:ext cx="10880726" cy="4791075"/>
          </a:xfrm>
          <a:prstGeom prst="rect">
            <a:avLst/>
          </a:prstGeom>
        </p:spPr>
        <p:txBody>
          <a:bodyPr/>
          <a:lstStyle>
            <a:lvl1pPr marL="0"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vl6pPr marL="1051560" indent="0">
              <a:spcBef>
                <a:spcPts val="330"/>
              </a:spcBef>
              <a:buFontTx/>
              <a:buNone/>
              <a:defRPr sz="1800" baseline="0">
                <a:solidFill>
                  <a:schemeClr val="tx1"/>
                </a:solidFill>
                <a:latin typeface="Comic Sans MS" panose="030F0702030302020204" pitchFamily="66" charset="0"/>
              </a:defRPr>
            </a:lvl6pPr>
            <a:lvl7pPr marL="1051560" indent="0">
              <a:spcBef>
                <a:spcPts val="330"/>
              </a:spcBef>
              <a:buFontTx/>
              <a:buNone/>
              <a:defRPr sz="1800" baseline="0">
                <a:solidFill>
                  <a:schemeClr val="tx1"/>
                </a:solidFill>
                <a:latin typeface="Comic Sans MS" panose="030F0702030302020204" pitchFamily="66" charset="0"/>
              </a:defRPr>
            </a:lvl7pPr>
            <a:lvl8pPr marL="1051560" indent="0">
              <a:spcBef>
                <a:spcPts val="330"/>
              </a:spcBef>
              <a:buFontTx/>
              <a:buNone/>
              <a:defRPr sz="1800" baseline="0">
                <a:solidFill>
                  <a:schemeClr val="tx1"/>
                </a:solidFill>
                <a:latin typeface="Comic Sans MS" panose="030F0702030302020204" pitchFamily="66" charset="0"/>
              </a:defRPr>
            </a:lvl8pPr>
            <a:lvl9pPr marL="1051560" indent="0">
              <a:spcBef>
                <a:spcPts val="330"/>
              </a:spcBef>
              <a:buFontTx/>
              <a:buNone/>
              <a:defRPr sz="1800" baseline="0">
                <a:solidFill>
                  <a:schemeClr val="tx1"/>
                </a:solidFill>
                <a:latin typeface="Comic Sans MS" panose="030F0702030302020204" pitchFamily="66"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90437242"/>
      </p:ext>
    </p:extLst>
  </p:cSld>
  <p:clrMapOvr>
    <a:masterClrMapping/>
  </p:clrMapOvr>
  <p:hf sldNum="0" hdr="0" ftr="0" dt="0"/>
  <p:extLst>
    <p:ext uri="{DCECCB84-F9BA-43D5-87BE-67443E8EF086}">
      <p15:sldGuideLst xmlns:p15="http://schemas.microsoft.com/office/powerpoint/2012/main">
        <p15:guide id="8" pos="413">
          <p15:clr>
            <a:srgbClr val="547EBF"/>
          </p15:clr>
        </p15:guide>
        <p15:guide id="9" orient="horz" pos="495">
          <p15:clr>
            <a:srgbClr val="547EBF"/>
          </p15:clr>
        </p15:guide>
        <p15:guide id="10" pos="7267">
          <p15:clr>
            <a:srgbClr val="547EBF"/>
          </p15:clr>
        </p15:guide>
        <p15:guide id="11" orient="horz" pos="202">
          <p15:clr>
            <a:srgbClr val="547EBF"/>
          </p15:clr>
        </p15:guide>
        <p15:guide id="12" orient="horz" pos="789">
          <p15:clr>
            <a:srgbClr val="547EBF"/>
          </p15:clr>
        </p15:guide>
        <p15:guide id="13" orient="horz" pos="912">
          <p15:clr>
            <a:srgbClr val="547EBF"/>
          </p15:clr>
        </p15:guide>
        <p15:guide id="14" orient="horz" pos="3923">
          <p15:clr>
            <a:srgbClr val="547EBF"/>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9016446"/>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color">
    <p:bg>
      <p:bgPr>
        <a:solidFill>
          <a:srgbClr val="E6E6E6"/>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8965608"/>
      </p:ext>
    </p:extLst>
  </p:cSld>
  <p:clrMapOvr>
    <a:masterClrMapping/>
  </p:clrMapOvr>
  <p:hf sldNum="0" hdr="0" ftr="0" dt="0"/>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pyright">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4F94614A-5991-48D1-BAE0-C77F81393F2D}"/>
              </a:ext>
            </a:extLst>
          </p:cNvPr>
          <p:cNvSpPr txBox="1">
            <a:spLocks/>
          </p:cNvSpPr>
          <p:nvPr/>
        </p:nvSpPr>
        <p:spPr>
          <a:xfrm>
            <a:off x="228601" y="361950"/>
            <a:ext cx="11811000" cy="5962650"/>
          </a:xfrm>
          <a:prstGeom prst="rect">
            <a:avLst/>
          </a:prstGeom>
        </p:spPr>
        <p:txBody>
          <a:bodyPr vert="horz" lIns="91427" tIns="45713" rIns="91427" bIns="45713" rtlCol="0">
            <a:normAutofit fontScale="85000" lnSpcReduction="20000"/>
          </a:bodyPr>
          <a:lstStyle>
            <a:lvl1pPr marL="112713" indent="6350" algn="l" defTabSz="914400" rtl="0" eaLnBrk="1" latinLnBrk="0" hangingPunct="1">
              <a:spcBef>
                <a:spcPct val="20000"/>
              </a:spcBef>
              <a:spcAft>
                <a:spcPts val="300"/>
              </a:spcAft>
              <a:buSzPct val="100000"/>
              <a:buFont typeface="Arial" pitchFamily="34" charset="0"/>
              <a:buNone/>
              <a:defRPr sz="1050" kern="1200">
                <a:solidFill>
                  <a:schemeClr val="tx1"/>
                </a:solidFill>
                <a:latin typeface="Calibri Light" panose="020F0302020204030204" pitchFamily="34" charset="0"/>
                <a:ea typeface="+mn-ea"/>
                <a:cs typeface="+mn-cs"/>
              </a:defRPr>
            </a:lvl1pPr>
            <a:lvl2pPr marL="112713" indent="6350" algn="l" defTabSz="914400" rtl="0" eaLnBrk="1" latinLnBrk="0" hangingPunct="1">
              <a:spcBef>
                <a:spcPct val="20000"/>
              </a:spcBef>
              <a:buSzPct val="110000"/>
              <a:buFont typeface="Arial" pitchFamily="34" charset="0"/>
              <a:buNone/>
              <a:defRPr sz="2000" kern="1200">
                <a:solidFill>
                  <a:schemeClr val="tx1"/>
                </a:solidFill>
                <a:latin typeface="Calibri Light" panose="020F0302020204030204" pitchFamily="34" charset="0"/>
                <a:ea typeface="+mn-ea"/>
                <a:cs typeface="+mn-cs"/>
              </a:defRPr>
            </a:lvl2pPr>
            <a:lvl3pPr marL="112713" indent="6350" algn="l" defTabSz="914400" rtl="0" eaLnBrk="1" latinLnBrk="0" hangingPunct="1">
              <a:spcBef>
                <a:spcPct val="20000"/>
              </a:spcBef>
              <a:buSzPct val="110000"/>
              <a:buFont typeface="Arial" pitchFamily="34" charset="0"/>
              <a:buNone/>
              <a:defRPr sz="1800" kern="1200">
                <a:solidFill>
                  <a:schemeClr val="tx1"/>
                </a:solidFill>
                <a:latin typeface="Calibri Light" panose="020F0302020204030204" pitchFamily="34" charset="0"/>
                <a:ea typeface="+mn-ea"/>
                <a:cs typeface="+mn-cs"/>
              </a:defRPr>
            </a:lvl3pPr>
            <a:lvl4pPr marL="112713" indent="6350" algn="l" defTabSz="914400" rtl="0" eaLnBrk="1" latinLnBrk="0" hangingPunct="1">
              <a:spcBef>
                <a:spcPct val="20000"/>
              </a:spcBef>
              <a:buSzPct val="110000"/>
              <a:buFont typeface="Arial" pitchFamily="34" charset="0"/>
              <a:buNone/>
              <a:defRPr sz="1600" kern="1200">
                <a:solidFill>
                  <a:schemeClr val="tx1"/>
                </a:solidFill>
                <a:latin typeface="Calibri Light" panose="020F0302020204030204" pitchFamily="34" charset="0"/>
                <a:ea typeface="+mn-ea"/>
                <a:cs typeface="+mn-cs"/>
              </a:defRPr>
            </a:lvl4pPr>
            <a:lvl5pPr marL="112713" indent="6350" algn="l" defTabSz="914400" rtl="0" eaLnBrk="1" latinLnBrk="0" hangingPunct="1">
              <a:spcBef>
                <a:spcPct val="20000"/>
              </a:spcBef>
              <a:buSzPct val="110000"/>
              <a:buFont typeface="Arial" pitchFamily="34" charset="0"/>
              <a:buNone/>
              <a:defRPr sz="1600" kern="1200">
                <a:solidFill>
                  <a:schemeClr val="tx1"/>
                </a:solidFill>
                <a:latin typeface="Calibri Light" panose="020F030202020403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300" b="1" dirty="0">
                <a:solidFill>
                  <a:srgbClr val="000000"/>
                </a:solidFill>
              </a:rPr>
              <a:t>Conditions and Terms of Use</a:t>
            </a:r>
          </a:p>
          <a:p>
            <a:r>
              <a:rPr lang="en-US" sz="1500" dirty="0">
                <a:solidFill>
                  <a:srgbClr val="0A5BBA"/>
                </a:solidFill>
              </a:rPr>
              <a:t>Microsoft Confidential</a:t>
            </a:r>
          </a:p>
          <a:p>
            <a:r>
              <a:rPr lang="en-US" sz="1800" dirty="0">
                <a:solidFill>
                  <a:srgbClr val="000000"/>
                </a:solidFill>
              </a:rPr>
              <a:t>This training package is proprietary and confidential, and is intended only for uses described in the training materials. Content and software is provided to you under a Non-Disclosure Agreement and cannot be distributed. Copying or disclosing all or any portion of the content and/or software included in such packages is strictly prohibited.</a:t>
            </a:r>
          </a:p>
          <a:p>
            <a:r>
              <a:rPr lang="en-US" sz="1800" dirty="0">
                <a:solidFill>
                  <a:srgbClr val="000000"/>
                </a:solidFill>
              </a:rPr>
              <a:t>The contents of this package are for informational and training purposes only and are provided "as is" without warranty of any kind, whether express or implied, including but not limited to the implied warranties of merchantability, fitness for a particular purpose, and non-infringement.</a:t>
            </a:r>
          </a:p>
          <a:p>
            <a:r>
              <a:rPr lang="en-US" sz="1800" dirty="0">
                <a:solidFill>
                  <a:srgbClr val="000000"/>
                </a:solidFill>
              </a:rPr>
              <a:t>Training package content, including URLs and other Internet website references, is subject to change without notice. Because Microsoft must respond to changing market conditions, the content should not be interpreted to be a commitment on the part of Microsoft, and Microsoft cannot guarantee the accuracy of any information presented after the date of publication. Unless otherwise noted, the companies, organizations, products, domain names, e-mail addresses, logos, people, places, and events depicted herein are fictitious, and no association with any real company, organization, product, domain name, e-mail address, logo, person, place, or event is intended or should be inferred. </a:t>
            </a:r>
          </a:p>
          <a:p>
            <a:endParaRPr lang="en-US" sz="1800" dirty="0">
              <a:solidFill>
                <a:srgbClr val="000000"/>
              </a:solidFill>
            </a:endParaRPr>
          </a:p>
          <a:p>
            <a:r>
              <a:rPr lang="en-US" sz="2300" b="1" dirty="0">
                <a:solidFill>
                  <a:srgbClr val="000000"/>
                </a:solidFill>
              </a:rPr>
              <a:t>Copyright and Trademarks </a:t>
            </a:r>
          </a:p>
          <a:p>
            <a:r>
              <a:rPr lang="en-US" sz="1500" dirty="0">
                <a:solidFill>
                  <a:srgbClr val="0A5BBA"/>
                </a:solidFill>
              </a:rPr>
              <a:t>© 2020 Microsoft Corporation. All rights reserved.</a:t>
            </a:r>
          </a:p>
          <a:p>
            <a:r>
              <a:rPr lang="en-US" sz="1800" dirty="0">
                <a:solidFill>
                  <a:srgbClr val="000000"/>
                </a:solidFill>
              </a:rPr>
              <a:t>Microsoft may have patents, patent applications, trademarks, copyrights, or other intellectual property rights covering subject matter in this document. Except as expressly provided in written license agreement from Microsoft, the furnishing of this document does not give you any license to these patents, trademarks, copyrights, or other intellectual property.</a:t>
            </a:r>
          </a:p>
          <a:p>
            <a:r>
              <a:rPr lang="en-US" sz="1800" dirty="0">
                <a:solidFill>
                  <a:srgbClr val="000000"/>
                </a:solidFill>
              </a:rPr>
              <a:t>Complying with all applicable copyright laws is the responsibility of the user. Without limiting the rights under copyright, no part of this document may be reproduced, stored in or introduced into a retrieval system, or transmitted in any form or by any means (electronic, mechanical, photocopying, recording, or otherwise), or for any purpose, without the express written permission of Microsoft Corporation. </a:t>
            </a:r>
          </a:p>
          <a:p>
            <a:pPr algn="ctr"/>
            <a:r>
              <a:rPr lang="en-US" sz="1800" dirty="0">
                <a:solidFill>
                  <a:srgbClr val="000000"/>
                </a:solidFill>
              </a:rPr>
              <a:t>For more information, see </a:t>
            </a:r>
            <a:r>
              <a:rPr lang="en-US" sz="1800" b="1" dirty="0">
                <a:solidFill>
                  <a:srgbClr val="000000"/>
                </a:solidFill>
              </a:rPr>
              <a:t>Use of Microsoft Copyrighted Content </a:t>
            </a:r>
            <a:r>
              <a:rPr lang="en-US" sz="1800" dirty="0">
                <a:solidFill>
                  <a:srgbClr val="000000"/>
                </a:solidFill>
              </a:rPr>
              <a:t>at</a:t>
            </a:r>
            <a:br>
              <a:rPr lang="en-US" sz="1800" dirty="0">
                <a:solidFill>
                  <a:srgbClr val="000000"/>
                </a:solidFill>
              </a:rPr>
            </a:br>
            <a:r>
              <a:rPr lang="en-US" sz="1800" dirty="0">
                <a:solidFill>
                  <a:srgbClr val="FF0000"/>
                </a:solidFill>
                <a:hlinkClick r:id="rId2"/>
              </a:rPr>
              <a:t>https://www.microsoft.com/en-us/legal/intellectualproperty/permissions/default.aspx</a:t>
            </a:r>
            <a:r>
              <a:rPr lang="en-US" sz="1800" dirty="0">
                <a:solidFill>
                  <a:srgbClr val="FF0000"/>
                </a:solidFill>
              </a:rPr>
              <a:t> </a:t>
            </a:r>
          </a:p>
          <a:p>
            <a:r>
              <a:rPr lang="en-US" sz="1800" dirty="0">
                <a:solidFill>
                  <a:srgbClr val="000000"/>
                </a:solidFill>
              </a:rPr>
              <a:t>Microsoft®, Internet Explorer®, Outlook®, OneDrive®, DirectX®, Windows Server® and Windows® are either registered trademarks or trademarks of Microsoft Corporation in the United States and/or other countries. Other Microsoft products mentioned herein may be either registered trademarks or trademarks of Microsoft Corporation in the United States and/or other countries. All other trademarks are property of their respective owners.</a:t>
            </a:r>
          </a:p>
        </p:txBody>
      </p:sp>
    </p:spTree>
    <p:extLst>
      <p:ext uri="{BB962C8B-B14F-4D97-AF65-F5344CB8AC3E}">
        <p14:creationId xmlns:p14="http://schemas.microsoft.com/office/powerpoint/2010/main" val="2186417843"/>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losing logo slide">
    <p:bg>
      <p:bgPr>
        <a:solidFill>
          <a:srgbClr val="E6E6E6"/>
        </a:solidFill>
        <a:effectLst/>
      </p:bgPr>
    </p:bg>
    <p:spTree>
      <p:nvGrpSpPr>
        <p:cNvPr id="1" name=""/>
        <p:cNvGrpSpPr/>
        <p:nvPr/>
      </p:nvGrpSpPr>
      <p:grpSpPr>
        <a:xfrm>
          <a:off x="0" y="0"/>
          <a:ext cx="0" cy="0"/>
          <a:chOff x="0" y="0"/>
          <a:chExt cx="0" cy="0"/>
        </a:xfrm>
      </p:grpSpPr>
      <p:sp>
        <p:nvSpPr>
          <p:cNvPr id="7" name="Text Box 3" descr="This is a copyright notice that should be included on the final slide.">
            <a:extLst>
              <a:ext uri="{FF2B5EF4-FFF2-40B4-BE49-F238E27FC236}">
                <a16:creationId xmlns:a16="http://schemas.microsoft.com/office/drawing/2014/main" id="{04B4E2A9-F0F4-40BC-A66B-ACB987CEF1B9}"/>
              </a:ext>
            </a:extLst>
          </p:cNvPr>
          <p:cNvSpPr txBox="1">
            <a:spLocks noChangeArrowheads="1"/>
          </p:cNvSpPr>
          <p:nvPr/>
        </p:nvSpPr>
        <p:spPr bwMode="blackWhite">
          <a:xfrm>
            <a:off x="655320" y="6119342"/>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solidFill>
                  <a:schemeClr val="bg1"/>
                </a:solidFill>
                <a:cs typeface="Segoe UI" pitchFamily="34" charset="0"/>
              </a:rPr>
              <a:t>© Copyright Microsoft Corporation. All rights reserved. </a:t>
            </a:r>
          </a:p>
        </p:txBody>
      </p:sp>
      <p:sp>
        <p:nvSpPr>
          <p:cNvPr id="9" name="Text Box 3" descr="This is a copyright notice that should be included on the final slide.">
            <a:extLst>
              <a:ext uri="{FF2B5EF4-FFF2-40B4-BE49-F238E27FC236}">
                <a16:creationId xmlns:a16="http://schemas.microsoft.com/office/drawing/2014/main" id="{7AD92277-6098-4206-B386-69952695A2E1}"/>
              </a:ext>
            </a:extLst>
          </p:cNvPr>
          <p:cNvSpPr txBox="1">
            <a:spLocks noChangeArrowheads="1"/>
          </p:cNvSpPr>
          <p:nvPr/>
        </p:nvSpPr>
        <p:spPr bwMode="blackWhite">
          <a:xfrm>
            <a:off x="655320" y="6119342"/>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solidFill>
                  <a:srgbClr val="000000"/>
                </a:solidFill>
                <a:cs typeface="Segoe UI" pitchFamily="34" charset="0"/>
              </a:rPr>
              <a:t>© Copyright Microsoft Corporation. All rights reserved. </a:t>
            </a:r>
          </a:p>
        </p:txBody>
      </p:sp>
      <p:pic>
        <p:nvPicPr>
          <p:cNvPr id="10" name="Picture 9">
            <a:extLst>
              <a:ext uri="{FF2B5EF4-FFF2-40B4-BE49-F238E27FC236}">
                <a16:creationId xmlns:a16="http://schemas.microsoft.com/office/drawing/2014/main" id="{39CFB6CB-1976-4EE2-955F-8B81CCB05A6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07096" y="304800"/>
            <a:ext cx="2058616" cy="924737"/>
          </a:xfrm>
          <a:prstGeom prst="rect">
            <a:avLst/>
          </a:prstGeom>
        </p:spPr>
      </p:pic>
    </p:spTree>
    <p:extLst>
      <p:ext uri="{BB962C8B-B14F-4D97-AF65-F5344CB8AC3E}">
        <p14:creationId xmlns:p14="http://schemas.microsoft.com/office/powerpoint/2010/main" val="1059487496"/>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1 Title"/>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2 Text Placeholder">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655638" y="1436688"/>
            <a:ext cx="10880725" cy="4832349"/>
          </a:xfrm>
          <a:prstGeom prst="rect">
            <a:avLst/>
          </a:prstGeom>
        </p:spPr>
        <p:txBody>
          <a:bodyPr wrap="square">
            <a:noAutofit/>
          </a:bodyPr>
          <a:lstStyle>
            <a:lvl1pPr>
              <a:defRPr sz="2400">
                <a:latin typeface="+mn-lt"/>
              </a:defRPr>
            </a:lvl1pPr>
            <a:lvl2pPr>
              <a:defRPr sz="2000">
                <a:latin typeface="+mn-lt"/>
              </a:defRPr>
            </a:lvl2pPr>
            <a:lvl3pPr>
              <a:defRPr sz="1800">
                <a:latin typeface="+mn-lt"/>
              </a:defRPr>
            </a:lvl3pPr>
            <a:lvl4pPr>
              <a:defRPr sz="1600">
                <a:latin typeface="+mn-lt"/>
              </a:defRPr>
            </a:lvl4pPr>
            <a:lvl5pPr>
              <a:defRPr sz="1400">
                <a:latin typeface="+mn-lt"/>
              </a:defRPr>
            </a:lvl5pPr>
            <a:lvl6pPr marL="1024128" indent="-164592">
              <a:spcBef>
                <a:spcPts val="330"/>
              </a:spcBef>
              <a:defRPr sz="1800" baseline="0"/>
            </a:lvl6pPr>
            <a:lvl7pPr marL="1024128" indent="-164592">
              <a:spcBef>
                <a:spcPts val="330"/>
              </a:spcBef>
              <a:defRPr sz="1800" baseline="0"/>
            </a:lvl7pPr>
            <a:lvl8pPr marL="1024128" indent="-164592">
              <a:spcBef>
                <a:spcPts val="330"/>
              </a:spcBef>
              <a:defRPr sz="1800" baseline="0"/>
            </a:lvl8pPr>
            <a:lvl9pPr marL="1024128" indent="-164592">
              <a:spcBef>
                <a:spcPts val="330"/>
              </a:spcBef>
              <a:defRPr sz="18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3903964151"/>
      </p:ext>
    </p:extLst>
  </p:cSld>
  <p:clrMapOvr>
    <a:overrideClrMapping bg1="dk1" tx1="lt1" bg2="dk2" tx2="lt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9" orient="horz" pos="202">
          <p15:clr>
            <a:srgbClr val="FFFFFF"/>
          </p15:clr>
        </p15:guide>
        <p15:guide id="10" orient="horz" pos="495">
          <p15:clr>
            <a:srgbClr val="FFFFFF"/>
          </p15:clr>
        </p15:guide>
        <p15:guide id="11" orient="horz" pos="887">
          <p15:clr>
            <a:srgbClr val="FFFFFF"/>
          </p15:clr>
        </p15:guide>
        <p15:guide id="12" orient="horz" pos="3923">
          <p15:clr>
            <a:srgbClr val="FFFFFF"/>
          </p15:clr>
        </p15:guide>
        <p15:guide id="13" pos="413">
          <p15:clr>
            <a:srgbClr val="FFFFFF"/>
          </p15:clr>
        </p15:guide>
        <p15:guide id="14" pos="7267">
          <p15:clr>
            <a:srgbClr val="FFFFFF"/>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ags" Target="../tags/tag3.xml"/><Relationship Id="rId50" Type="http://schemas.openxmlformats.org/officeDocument/2006/relationships/image" Target="../media/image1.bin"/><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ags" Target="../tags/tag4.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ags" Target="../tags/tag2.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FC8F91-29D2-46D6-B97C-60B7917783E4}"/>
              </a:ext>
            </a:extLst>
          </p:cNvPr>
          <p:cNvSpPr>
            <a:spLocks noGrp="1"/>
          </p:cNvSpPr>
          <p:nvPr>
            <p:ph type="title"/>
          </p:nvPr>
        </p:nvSpPr>
        <p:spPr>
          <a:xfrm>
            <a:off x="655638" y="320040"/>
            <a:ext cx="10880725" cy="461665"/>
          </a:xfrm>
          <a:prstGeom prst="rect">
            <a:avLst/>
          </a:prstGeom>
          <a:ln>
            <a:noFill/>
          </a:ln>
        </p:spPr>
        <p:txBody>
          <a:bodyPr vert="horz" wrap="square" lIns="0" tIns="0" rIns="0" bIns="0" rtlCol="0" anchor="t">
            <a:spAutoFit/>
          </a:bodyPr>
          <a:lstStyle/>
          <a:p>
            <a:pPr lvl="0"/>
            <a:endParaRPr lang="en-US" noProof="0" dirty="0"/>
          </a:p>
        </p:txBody>
      </p:sp>
      <p:sp>
        <p:nvSpPr>
          <p:cNvPr id="7" name="Text Placeholder 6">
            <a:extLst>
              <a:ext uri="{FF2B5EF4-FFF2-40B4-BE49-F238E27FC236}">
                <a16:creationId xmlns:a16="http://schemas.microsoft.com/office/drawing/2014/main" id="{410D62B6-BDC2-4365-8282-7CDE25F8F3C0}"/>
              </a:ext>
            </a:extLst>
          </p:cNvPr>
          <p:cNvSpPr>
            <a:spLocks noGrp="1"/>
          </p:cNvSpPr>
          <p:nvPr>
            <p:ph type="body" idx="1"/>
          </p:nvPr>
        </p:nvSpPr>
        <p:spPr>
          <a:xfrm>
            <a:off x="655638" y="1408113"/>
            <a:ext cx="10880725" cy="4819650"/>
          </a:xfrm>
          <a:prstGeom prst="rect">
            <a:avLst/>
          </a:prstGeom>
        </p:spPr>
        <p:txBody>
          <a:bodyPr vert="horz" lIns="0" tIns="0" rIns="0" bIns="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pic>
        <p:nvPicPr>
          <p:cNvPr id="8" name="MS Brand colors">
            <a:extLst>
              <a:ext uri="{FF2B5EF4-FFF2-40B4-BE49-F238E27FC236}">
                <a16:creationId xmlns:a16="http://schemas.microsoft.com/office/drawing/2014/main" id="{7FDDEAB1-5CAC-4401-B7CF-8D3A04EEA501}"/>
              </a:ext>
              <a:ext uri="{C183D7F6-B498-43B3-948B-1728B52AA6E4}">
                <adec:decorative xmlns:adec="http://schemas.microsoft.com/office/drawing/2017/decorative" val="1"/>
              </a:ext>
            </a:extLst>
          </p:cNvPr>
          <p:cNvPicPr>
            <a:picLocks noChangeAspect="1"/>
          </p:cNvPicPr>
          <p:nvPr/>
        </p:nvPicPr>
        <p:blipFill rotWithShape="1">
          <a:blip r:embed="rId50"/>
          <a:srcRect l="762"/>
          <a:stretch/>
        </p:blipFill>
        <p:spPr>
          <a:xfrm rot="5400000">
            <a:off x="9411411" y="2852917"/>
            <a:ext cx="6858000" cy="1170455"/>
          </a:xfrm>
          <a:prstGeom prst="rect">
            <a:avLst/>
          </a:prstGeom>
        </p:spPr>
      </p:pic>
      <p:sp>
        <p:nvSpPr>
          <p:cNvPr id="3" name="empower - DO NOT DELETE!!!">
            <a:extLst>
              <a:ext uri="{FF2B5EF4-FFF2-40B4-BE49-F238E27FC236}">
                <a16:creationId xmlns:a16="http://schemas.microsoft.com/office/drawing/2014/main" id="{0F122836-CB97-4F90-AC88-C28ED272EA5B}"/>
              </a:ext>
              <a:ext uri="{C183D7F6-B498-43B3-948B-1728B52AA6E4}">
                <adec:decorative xmlns:adec="http://schemas.microsoft.com/office/drawing/2017/decorative" val="1"/>
              </a:ext>
            </a:extLst>
          </p:cNvPr>
          <p:cNvSpPr/>
          <p:nvPr>
            <p:custDataLst>
              <p:tags r:id="rId46"/>
            </p:custDataLst>
          </p:nvPr>
        </p:nvSpPr>
        <p:spPr bwMode="auto">
          <a:xfrm>
            <a:off x="0" y="0"/>
            <a:ext cx="0" cy="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lgn="l" defTabSz="932472" fontAlgn="base">
              <a:spcBef>
                <a:spcPct val="0"/>
              </a:spcBef>
              <a:spcAft>
                <a:spcPct val="0"/>
              </a:spcAft>
            </a:pPr>
            <a:endParaRPr lang="de-DE"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0" name="empower - DO NOT DELETE!!!">
            <a:extLst>
              <a:ext uri="{FF2B5EF4-FFF2-40B4-BE49-F238E27FC236}">
                <a16:creationId xmlns:a16="http://schemas.microsoft.com/office/drawing/2014/main" id="{20A69E4A-20B1-4C0B-AFCB-B1CD4F146A0F}"/>
              </a:ext>
              <a:ext uri="{C183D7F6-B498-43B3-948B-1728B52AA6E4}">
                <adec:decorative xmlns:adec="http://schemas.microsoft.com/office/drawing/2017/decorative" val="1"/>
              </a:ext>
            </a:extLst>
          </p:cNvPr>
          <p:cNvSpPr/>
          <p:nvPr>
            <p:custDataLst>
              <p:tags r:id="rId47"/>
            </p:custDataLst>
          </p:nvPr>
        </p:nvSpPr>
        <p:spPr bwMode="auto">
          <a:xfrm>
            <a:off x="0" y="0"/>
            <a:ext cx="0" cy="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lgn="l" defTabSz="932472" fontAlgn="base">
              <a:spcBef>
                <a:spcPct val="0"/>
              </a:spcBef>
              <a:spcAft>
                <a:spcPct val="0"/>
              </a:spcAft>
            </a:pPr>
            <a:endParaRPr lang="de-DE"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1" name="empower - DO NOT DELETE!!!">
            <a:extLst>
              <a:ext uri="{FF2B5EF4-FFF2-40B4-BE49-F238E27FC236}">
                <a16:creationId xmlns:a16="http://schemas.microsoft.com/office/drawing/2014/main" id="{E97C987E-6476-40C2-BAC6-7FBEF25233F3}"/>
              </a:ext>
              <a:ext uri="{C183D7F6-B498-43B3-948B-1728B52AA6E4}">
                <adec:decorative xmlns:adec="http://schemas.microsoft.com/office/drawing/2017/decorative" val="1"/>
              </a:ext>
            </a:extLst>
          </p:cNvPr>
          <p:cNvSpPr/>
          <p:nvPr>
            <p:custDataLst>
              <p:tags r:id="rId48"/>
            </p:custDataLst>
          </p:nvPr>
        </p:nvSpPr>
        <p:spPr bwMode="auto">
          <a:xfrm>
            <a:off x="0" y="0"/>
            <a:ext cx="0" cy="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empower - DO NOT DELETE!!!" hidden="1">
            <a:extLst>
              <a:ext uri="{FF2B5EF4-FFF2-40B4-BE49-F238E27FC236}">
                <a16:creationId xmlns:a16="http://schemas.microsoft.com/office/drawing/2014/main" id="{D1AA79B0-C3B6-4DDF-97F7-FA69F72E18DA}"/>
              </a:ext>
            </a:extLst>
          </p:cNvPr>
          <p:cNvSpPr/>
          <p:nvPr>
            <p:custDataLst>
              <p:tags r:id="rId49"/>
            </p:custDataLst>
          </p:nvPr>
        </p:nvSpPr>
        <p:spPr bwMode="auto">
          <a:xfrm>
            <a:off x="0" y="0"/>
            <a:ext cx="0" cy="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780502810"/>
      </p:ext>
    </p:extLst>
  </p:cSld>
  <p:clrMap bg1="lt1" tx1="dk1" bg2="lt2" tx2="dk2" accent1="accent1" accent2="accent2" accent3="accent3" accent4="accent4" accent5="accent5" accent6="accent6" hlink="hlink" folHlink="folHlink"/>
  <p:sldLayoutIdLst>
    <p:sldLayoutId id="2147483668" r:id="rId1"/>
    <p:sldLayoutId id="2147483663" r:id="rId2"/>
    <p:sldLayoutId id="2147483653" r:id="rId3"/>
    <p:sldLayoutId id="2147483684" r:id="rId4"/>
    <p:sldLayoutId id="2147483675" r:id="rId5"/>
    <p:sldLayoutId id="2147483669" r:id="rId6"/>
    <p:sldLayoutId id="2147483657" r:id="rId7"/>
    <p:sldLayoutId id="2147483692" r:id="rId8"/>
    <p:sldLayoutId id="2147483685" r:id="rId9"/>
    <p:sldLayoutId id="2147483680" r:id="rId10"/>
    <p:sldLayoutId id="2147483670" r:id="rId11"/>
    <p:sldLayoutId id="2147483658" r:id="rId12"/>
    <p:sldLayoutId id="2147483649" r:id="rId13"/>
    <p:sldLayoutId id="2147483686" r:id="rId14"/>
    <p:sldLayoutId id="2147483676" r:id="rId15"/>
    <p:sldLayoutId id="2147483664" r:id="rId16"/>
    <p:sldLayoutId id="2147483659" r:id="rId17"/>
    <p:sldLayoutId id="2147483650" r:id="rId18"/>
    <p:sldLayoutId id="2147483681" r:id="rId19"/>
    <p:sldLayoutId id="2147483665" r:id="rId20"/>
    <p:sldLayoutId id="2147483654" r:id="rId21"/>
    <p:sldLayoutId id="2147483687" r:id="rId22"/>
    <p:sldLayoutId id="2147483677" r:id="rId23"/>
    <p:sldLayoutId id="2147483671" r:id="rId24"/>
    <p:sldLayoutId id="2147483660" r:id="rId25"/>
    <p:sldLayoutId id="2147483651" r:id="rId26"/>
    <p:sldLayoutId id="2147483688" r:id="rId27"/>
    <p:sldLayoutId id="2147483678" r:id="rId28"/>
    <p:sldLayoutId id="2147483666" r:id="rId29"/>
    <p:sldLayoutId id="2147483689" r:id="rId30"/>
    <p:sldLayoutId id="2147483682" r:id="rId31"/>
    <p:sldLayoutId id="2147483672" r:id="rId32"/>
    <p:sldLayoutId id="2147483661" r:id="rId33"/>
    <p:sldLayoutId id="2147483655" r:id="rId34"/>
    <p:sldLayoutId id="2147483690" r:id="rId35"/>
    <p:sldLayoutId id="2147483679" r:id="rId36"/>
    <p:sldLayoutId id="2147483673" r:id="rId37"/>
    <p:sldLayoutId id="2147483662" r:id="rId38"/>
    <p:sldLayoutId id="2147483652" r:id="rId39"/>
    <p:sldLayoutId id="2147483674" r:id="rId40"/>
    <p:sldLayoutId id="2147483667" r:id="rId41"/>
    <p:sldLayoutId id="2147483656" r:id="rId42"/>
    <p:sldLayoutId id="2147483691" r:id="rId43"/>
    <p:sldLayoutId id="2147483683" r:id="rId44"/>
  </p:sldLayoutIdLst>
  <p:hf sldNum="0" hdr="0" ftr="0" dt="0"/>
  <p:txStyles>
    <p:titleStyle>
      <a:lvl1pPr algn="l" defTabSz="932742" rtl="0" eaLnBrk="1" latinLnBrk="0" hangingPunct="1">
        <a:lnSpc>
          <a:spcPts val="3620"/>
        </a:lnSpc>
        <a:spcBef>
          <a:spcPct val="0"/>
        </a:spcBef>
        <a:buNone/>
        <a:defRPr lang="en-GB" sz="3200" b="0" kern="1200" cap="none" spc="-50" baseline="0" dirty="0">
          <a:ln w="3175">
            <a:noFill/>
          </a:ln>
          <a:solidFill>
            <a:schemeClr val="tx1"/>
          </a:solidFill>
          <a:effectLst/>
          <a:latin typeface="+mj-lt"/>
          <a:ea typeface="+mn-ea"/>
          <a:cs typeface="Segoe UI" pitchFamily="34" charset="0"/>
        </a:defRPr>
      </a:lvl1pPr>
    </p:titleStyle>
    <p:bodyStyle>
      <a:lvl1pPr marL="310896" indent="-310896" algn="l" defTabSz="932688" rtl="0" eaLnBrk="1" latinLnBrk="0" hangingPunct="1">
        <a:lnSpc>
          <a:spcPct val="100000"/>
        </a:lnSpc>
        <a:spcBef>
          <a:spcPts val="672"/>
        </a:spcBef>
        <a:buClr>
          <a:schemeClr val="tx1"/>
        </a:buClr>
        <a:buSzPct val="90000"/>
        <a:buFont typeface="Wingdings" panose="05000000000000000000" pitchFamily="2" charset="2"/>
        <a:buChar char=""/>
        <a:defRPr lang="en-US" sz="2400" kern="1200" spc="0" baseline="0" dirty="0">
          <a:solidFill>
            <a:schemeClr val="tx1"/>
          </a:solidFill>
          <a:latin typeface="+mn-lt"/>
          <a:ea typeface="+mn-ea"/>
          <a:cs typeface="Segoe UI" panose="020B0502040204020203" pitchFamily="34" charset="0"/>
        </a:defRPr>
      </a:lvl1pPr>
      <a:lvl2pPr marL="621792" indent="-310896" algn="l" defTabSz="932688" rtl="0" eaLnBrk="1" latinLnBrk="0" hangingPunct="1">
        <a:lnSpc>
          <a:spcPct val="100000"/>
        </a:lnSpc>
        <a:spcBef>
          <a:spcPts val="480"/>
        </a:spcBef>
        <a:buClr>
          <a:schemeClr val="tx1"/>
        </a:buClr>
        <a:buSzPct val="90000"/>
        <a:buFont typeface="Wingdings" panose="05000000000000000000" pitchFamily="2" charset="2"/>
        <a:buChar char=""/>
        <a:defRPr lang="en-US" sz="2000" kern="1200" spc="0" baseline="0" dirty="0">
          <a:solidFill>
            <a:schemeClr val="tx1"/>
          </a:solidFill>
          <a:latin typeface="+mn-lt"/>
          <a:ea typeface="+mn-ea"/>
          <a:cs typeface="+mn-cs"/>
        </a:defRPr>
      </a:lvl2pPr>
      <a:lvl3pPr marL="932688" indent="-310896" algn="l" defTabSz="932688" rtl="0" eaLnBrk="1" latinLnBrk="0" hangingPunct="1">
        <a:lnSpc>
          <a:spcPct val="100000"/>
        </a:lnSpc>
        <a:spcBef>
          <a:spcPts val="384"/>
        </a:spcBef>
        <a:buClr>
          <a:schemeClr val="tx1"/>
        </a:buClr>
        <a:buSzPct val="90000"/>
        <a:buFont typeface="Wingdings" panose="05000000000000000000" pitchFamily="2" charset="2"/>
        <a:buChar char=""/>
        <a:defRPr lang="en-US" sz="1600" kern="1200" spc="0" baseline="0" dirty="0">
          <a:solidFill>
            <a:schemeClr val="tx1"/>
          </a:solidFill>
          <a:latin typeface="+mn-lt"/>
          <a:ea typeface="+mn-ea"/>
          <a:cs typeface="+mn-cs"/>
        </a:defRPr>
      </a:lvl3pPr>
      <a:lvl4pPr marL="1243584" indent="-310896" algn="l" defTabSz="932688" rtl="0" eaLnBrk="1" latinLnBrk="0" hangingPunct="1">
        <a:lnSpc>
          <a:spcPct val="100000"/>
        </a:lnSpc>
        <a:spcBef>
          <a:spcPts val="336"/>
        </a:spcBef>
        <a:buClr>
          <a:schemeClr val="tx1"/>
        </a:buClr>
        <a:buSzPct val="90000"/>
        <a:buFont typeface="Wingdings" panose="05000000000000000000" pitchFamily="2" charset="2"/>
        <a:buChar char=""/>
        <a:defRPr lang="en-US" sz="1400" kern="1200" spc="0" baseline="0" dirty="0">
          <a:solidFill>
            <a:schemeClr val="tx1"/>
          </a:solidFill>
          <a:latin typeface="+mn-lt"/>
          <a:ea typeface="+mn-ea"/>
          <a:cs typeface="+mn-cs"/>
        </a:defRPr>
      </a:lvl4pPr>
      <a:lvl5pPr marL="1554480" indent="-329184" algn="l" defTabSz="932688" rtl="0" eaLnBrk="1" latinLnBrk="0" hangingPunct="1">
        <a:lnSpc>
          <a:spcPct val="100000"/>
        </a:lnSpc>
        <a:spcBef>
          <a:spcPts val="336"/>
        </a:spcBef>
        <a:buClr>
          <a:schemeClr val="tx1"/>
        </a:buClr>
        <a:buSzPct val="90000"/>
        <a:buFont typeface="Wingdings" panose="05000000000000000000" pitchFamily="2" charset="2"/>
        <a:buChar char=""/>
        <a:defRPr lang="en-US" sz="1400" kern="1200" spc="0" baseline="0" dirty="0">
          <a:solidFill>
            <a:schemeClr val="tx1"/>
          </a:solidFill>
          <a:latin typeface="+mn-lt"/>
          <a:ea typeface="+mn-ea"/>
          <a:cs typeface="+mn-cs"/>
        </a:defRPr>
      </a:lvl5pPr>
      <a:lvl6pPr marL="310896" indent="-310896" algn="l" defTabSz="932688" rtl="0" eaLnBrk="1" latinLnBrk="0" hangingPunct="1">
        <a:lnSpc>
          <a:spcPct val="100000"/>
        </a:lnSpc>
        <a:spcBef>
          <a:spcPts val="480"/>
        </a:spcBef>
        <a:buSzPct val="100000"/>
        <a:buFont typeface="+mj-lt"/>
        <a:buAutoNum type="arabicPeriod"/>
        <a:defRPr sz="2000" kern="1200" baseline="0">
          <a:solidFill>
            <a:schemeClr val="tx1"/>
          </a:solidFill>
          <a:latin typeface="+mn-lt"/>
          <a:ea typeface="+mn-ea"/>
          <a:cs typeface="+mn-cs"/>
        </a:defRPr>
      </a:lvl6pPr>
      <a:lvl7pPr marL="621792" indent="-310896" algn="l" defTabSz="932688" rtl="0" eaLnBrk="1" latinLnBrk="0" hangingPunct="1">
        <a:lnSpc>
          <a:spcPct val="100000"/>
        </a:lnSpc>
        <a:spcBef>
          <a:spcPts val="480"/>
        </a:spcBef>
        <a:buSzPct val="90000"/>
        <a:buFont typeface="+mj-lt"/>
        <a:buAutoNum type="alphaLcPeriod"/>
        <a:defRPr lang="en-US" sz="1600" b="0" i="0" u="none" kern="1200" baseline="0" noProof="0" dirty="0">
          <a:ln>
            <a:noFill/>
          </a:ln>
          <a:solidFill>
            <a:schemeClr val="tx1"/>
          </a:solidFill>
          <a:latin typeface="+mn-lt"/>
          <a:ea typeface="+mn-ea"/>
          <a:cs typeface="Arial" panose="020B0604020202020204" pitchFamily="34" charset="0"/>
        </a:defRPr>
      </a:lvl7pPr>
      <a:lvl8pPr marL="0" indent="0" algn="l" defTabSz="932688" rtl="0" eaLnBrk="1" latinLnBrk="0" hangingPunct="1">
        <a:lnSpc>
          <a:spcPct val="100000"/>
        </a:lnSpc>
        <a:spcBef>
          <a:spcPts val="288"/>
        </a:spcBef>
        <a:buSzPct val="90000"/>
        <a:buFontTx/>
        <a:buNone/>
        <a:defRPr sz="1200" kern="1200" baseline="0">
          <a:solidFill>
            <a:schemeClr val="tx1"/>
          </a:solidFill>
          <a:latin typeface="+mn-lt"/>
          <a:ea typeface="+mn-ea"/>
          <a:cs typeface="+mn-cs"/>
        </a:defRPr>
      </a:lvl8pPr>
      <a:lvl9pPr marL="0" indent="0" algn="l" defTabSz="932688" rtl="0" eaLnBrk="1" latinLnBrk="0" hangingPunct="1">
        <a:lnSpc>
          <a:spcPct val="100000"/>
        </a:lnSpc>
        <a:spcBef>
          <a:spcPts val="240"/>
        </a:spcBef>
        <a:buSzPct val="90000"/>
        <a:buFont typeface="Wingdings" panose="05000000000000000000" pitchFamily="2" charset="2"/>
        <a:buNone/>
        <a:defRPr sz="10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92">
          <p15:clr>
            <a:srgbClr val="A4A3A4"/>
          </p15:clr>
        </p15:guide>
        <p15:guide id="2" pos="192">
          <p15:clr>
            <a:srgbClr val="A4A3A4"/>
          </p15:clr>
        </p15:guide>
        <p15:guide id="3" orient="horz" pos="384">
          <p15:clr>
            <a:srgbClr val="F26B43"/>
          </p15:clr>
        </p15:guide>
        <p15:guide id="5" orient="horz" pos="4128">
          <p15:clr>
            <a:srgbClr val="A4A3A4"/>
          </p15:clr>
        </p15:guide>
        <p15:guide id="6" orient="horz" pos="3936">
          <p15:clr>
            <a:srgbClr val="F26B43"/>
          </p15:clr>
        </p15:guide>
        <p15:guide id="7" pos="7296">
          <p15:clr>
            <a:srgbClr val="F26B43"/>
          </p15:clr>
        </p15:guide>
        <p15:guide id="8" pos="7488">
          <p15:clr>
            <a:srgbClr val="A4A3A4"/>
          </p15:clr>
        </p15:guide>
        <p15:guide id="9" pos="3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6.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2.xml"/><Relationship Id="rId1" Type="http://schemas.openxmlformats.org/officeDocument/2006/relationships/tags" Target="../tags/tag7.xml"/></Relationships>
</file>

<file path=ppt/slides/_rels/slide3.xml.rels><?xml version="1.0" encoding="UTF-8" standalone="yes"?>
<Relationships xmlns="http://schemas.openxmlformats.org/package/2006/relationships"><Relationship Id="rId3" Type="http://schemas.openxmlformats.org/officeDocument/2006/relationships/customXml" Target="../../customXml/item6.xml"/><Relationship Id="rId7" Type="http://schemas.openxmlformats.org/officeDocument/2006/relationships/image" Target="../media/image4.bin"/><Relationship Id="rId2" Type="http://schemas.openxmlformats.org/officeDocument/2006/relationships/customXml" Target="../../customXml/item3.xml"/><Relationship Id="rId1" Type="http://schemas.openxmlformats.org/officeDocument/2006/relationships/tags" Target="../tags/tag8.xml"/><Relationship Id="rId6" Type="http://schemas.openxmlformats.org/officeDocument/2006/relationships/notesSlide" Target="../notesSlides/notesSlide3.xml"/><Relationship Id="rId5" Type="http://schemas.openxmlformats.org/officeDocument/2006/relationships/slideLayout" Target="../slideLayouts/slideLayout9.xml"/><Relationship Id="rId4" Type="http://schemas.openxmlformats.org/officeDocument/2006/relationships/tags" Target="../tags/tag9.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11.xml"/><Relationship Id="rId1" Type="http://schemas.openxmlformats.org/officeDocument/2006/relationships/tags" Target="../tags/tag10.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5.xml"/><Relationship Id="rId1" Type="http://schemas.openxmlformats.org/officeDocument/2006/relationships/tags" Target="../tags/tag1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11.xml"/><Relationship Id="rId1" Type="http://schemas.openxmlformats.org/officeDocument/2006/relationships/tags" Target="../tags/tag1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8.xml"/><Relationship Id="rId1" Type="http://schemas.openxmlformats.org/officeDocument/2006/relationships/tags" Target="../tags/tag14.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8.xml"/><Relationship Id="rId1" Type="http://schemas.openxmlformats.org/officeDocument/2006/relationships/tags" Target="../tags/tag15.xml"/></Relationships>
</file>

<file path=ppt/slides/_rels/slide9.xml.rels><?xml version="1.0" encoding="UTF-8" standalone="yes"?>
<Relationships xmlns="http://schemas.openxmlformats.org/package/2006/relationships"><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5.png"/><Relationship Id="rId5" Type="http://schemas.openxmlformats.org/officeDocument/2006/relationships/notesSlide" Target="../notesSlides/notesSlide7.xml"/><Relationship Id="rId4"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image" Target="../media/image5.png"/><Relationship Id="rId5" Type="http://schemas.openxmlformats.org/officeDocument/2006/relationships/notesSlide" Target="../notesSlides/notesSlide8.xml"/><Relationship Id="rId4"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23.xml"/><Relationship Id="rId1" Type="http://schemas.openxmlformats.org/officeDocument/2006/relationships/tags" Target="../tags/tag22.xml"/><Relationship Id="rId5" Type="http://schemas.openxmlformats.org/officeDocument/2006/relationships/image" Target="../media/image6.bin"/><Relationship Id="rId4"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tags" Target="../tags/tag25.xml"/><Relationship Id="rId1" Type="http://schemas.openxmlformats.org/officeDocument/2006/relationships/tags" Target="../tags/tag24.xml"/><Relationship Id="rId5" Type="http://schemas.openxmlformats.org/officeDocument/2006/relationships/image" Target="../media/image7.bin"/><Relationship Id="rId4"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27.xml"/><Relationship Id="rId1" Type="http://schemas.openxmlformats.org/officeDocument/2006/relationships/tags" Target="../tags/tag26.xml"/><Relationship Id="rId4"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8.xml"/><Relationship Id="rId1" Type="http://schemas.openxmlformats.org/officeDocument/2006/relationships/tags" Target="../tags/tag28.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8.bin"/><Relationship Id="rId2" Type="http://schemas.openxmlformats.org/officeDocument/2006/relationships/slideLayout" Target="../slideLayouts/slideLayout8.xml"/><Relationship Id="rId1" Type="http://schemas.openxmlformats.org/officeDocument/2006/relationships/tags" Target="../tags/tag29.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5.xml"/><Relationship Id="rId1" Type="http://schemas.openxmlformats.org/officeDocument/2006/relationships/tags" Target="../tags/tag30.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5.xml"/><Relationship Id="rId1" Type="http://schemas.openxmlformats.org/officeDocument/2006/relationships/tags" Target="../tags/tag31.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5.xml"/><Relationship Id="rId1" Type="http://schemas.openxmlformats.org/officeDocument/2006/relationships/tags" Target="../tags/tag32.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5.xml"/><Relationship Id="rId1" Type="http://schemas.openxmlformats.org/officeDocument/2006/relationships/tags" Target="../tags/tag33.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35.xml"/><Relationship Id="rId1" Type="http://schemas.openxmlformats.org/officeDocument/2006/relationships/tags" Target="../tags/tag34.xml"/><Relationship Id="rId5" Type="http://schemas.openxmlformats.org/officeDocument/2006/relationships/image" Target="../media/image6.bin"/><Relationship Id="rId4"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image" Target="../media/image7.bin"/><Relationship Id="rId4"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8.xml"/><Relationship Id="rId1" Type="http://schemas.openxmlformats.org/officeDocument/2006/relationships/tags" Target="../tags/tag38.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8.xml"/><Relationship Id="rId1" Type="http://schemas.openxmlformats.org/officeDocument/2006/relationships/tags" Target="../tags/tag39.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8.xml"/><Relationship Id="rId1" Type="http://schemas.openxmlformats.org/officeDocument/2006/relationships/tags" Target="../tags/tag40.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4.xml"/><Relationship Id="rId1" Type="http://schemas.openxmlformats.org/officeDocument/2006/relationships/tags" Target="../tags/tag41.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4.xml"/><Relationship Id="rId1" Type="http://schemas.openxmlformats.org/officeDocument/2006/relationships/tags" Target="../tags/tag42.xml"/><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8.xml"/><Relationship Id="rId1" Type="http://schemas.openxmlformats.org/officeDocument/2006/relationships/tags" Target="../tags/tag43.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tags" Target="../tags/tag45.xml"/><Relationship Id="rId1" Type="http://schemas.openxmlformats.org/officeDocument/2006/relationships/tags" Target="../tags/tag44.xml"/><Relationship Id="rId5" Type="http://schemas.openxmlformats.org/officeDocument/2006/relationships/image" Target="../media/image7.bin"/><Relationship Id="rId4"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8.xml"/><Relationship Id="rId1" Type="http://schemas.openxmlformats.org/officeDocument/2006/relationships/tags" Target="../tags/tag46.xml"/></Relationships>
</file>

<file path=ppt/slides/_rels/slide30.xml.rels><?xml version="1.0" encoding="UTF-8" standalone="yes"?>
<Relationships xmlns="http://schemas.openxmlformats.org/package/2006/relationships"><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tags" Target="../tags/tag47.xml"/><Relationship Id="rId4"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9.bin"/><Relationship Id="rId2" Type="http://schemas.openxmlformats.org/officeDocument/2006/relationships/slideLayout" Target="../slideLayouts/slideLayout8.xml"/><Relationship Id="rId1" Type="http://schemas.openxmlformats.org/officeDocument/2006/relationships/tags" Target="../tags/tag50.xml"/><Relationship Id="rId4" Type="http://schemas.openxmlformats.org/officeDocument/2006/relationships/image" Target="../media/image5.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8.xml"/><Relationship Id="rId1" Type="http://schemas.openxmlformats.org/officeDocument/2006/relationships/tags" Target="../tags/tag51.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8.xml"/><Relationship Id="rId1" Type="http://schemas.openxmlformats.org/officeDocument/2006/relationships/tags" Target="../tags/tag52.xml"/><Relationship Id="rId4" Type="http://schemas.openxmlformats.org/officeDocument/2006/relationships/image" Target="../media/image10.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tags" Target="../tags/tag54.xml"/><Relationship Id="rId1" Type="http://schemas.openxmlformats.org/officeDocument/2006/relationships/tags" Target="../tags/tag53.xml"/><Relationship Id="rId5" Type="http://schemas.openxmlformats.org/officeDocument/2006/relationships/image" Target="../media/image7.bin"/><Relationship Id="rId4"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image" Target="../media/image11.bin"/><Relationship Id="rId4"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43.xml"/><Relationship Id="rId1" Type="http://schemas.openxmlformats.org/officeDocument/2006/relationships/tags" Target="../tags/tag5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normAutofit/>
          </a:bodyPr>
          <a:lstStyle/>
          <a:p>
            <a:r>
              <a:rPr lang="en-US" dirty="0"/>
              <a:t>Mastering parameters of advanced functions</a:t>
            </a:r>
          </a:p>
        </p:txBody>
      </p:sp>
      <p:sp>
        <p:nvSpPr>
          <p:cNvPr id="4" name="Subtitle 3">
            <a:extLst>
              <a:ext uri="{FF2B5EF4-FFF2-40B4-BE49-F238E27FC236}">
                <a16:creationId xmlns:a16="http://schemas.microsoft.com/office/drawing/2014/main" id="{FCD41200-0348-40DA-922F-B3769631C1C8}"/>
              </a:ext>
            </a:extLst>
          </p:cNvPr>
          <p:cNvSpPr>
            <a:spLocks noGrp="1"/>
          </p:cNvSpPr>
          <p:nvPr>
            <p:ph type="subTitle" idx="1"/>
          </p:nvPr>
        </p:nvSpPr>
        <p:spPr/>
        <p:txBody>
          <a:bodyPr>
            <a:normAutofit lnSpcReduction="10000"/>
          </a:bodyPr>
          <a:lstStyle/>
          <a:p>
            <a:endParaRPr lang="en-US"/>
          </a:p>
        </p:txBody>
      </p:sp>
    </p:spTree>
    <p:custDataLst>
      <p:tags r:id="rId1"/>
    </p:custDataLst>
    <p:extLst>
      <p:ext uri="{BB962C8B-B14F-4D97-AF65-F5344CB8AC3E}">
        <p14:creationId xmlns:p14="http://schemas.microsoft.com/office/powerpoint/2010/main" val="1325058836"/>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1076368552"/>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26C7312-6643-4F44-86B4-FA64F536177B}"/>
              </a:ext>
            </a:extLst>
          </p:cNvPr>
          <p:cNvSpPr>
            <a:spLocks noGrp="1"/>
          </p:cNvSpPr>
          <p:nvPr>
            <p:ph type="title"/>
          </p:nvPr>
        </p:nvSpPr>
        <p:spPr/>
        <p:txBody>
          <a:bodyPr/>
          <a:lstStyle/>
          <a:p>
            <a:r>
              <a:rPr lang="en-US" dirty="0"/>
              <a:t>Objectives</a:t>
            </a:r>
          </a:p>
        </p:txBody>
      </p:sp>
      <p:sp>
        <p:nvSpPr>
          <p:cNvPr id="4" name="Text Placeholder 3">
            <a:extLst>
              <a:ext uri="{FF2B5EF4-FFF2-40B4-BE49-F238E27FC236}">
                <a16:creationId xmlns:a16="http://schemas.microsoft.com/office/drawing/2014/main" id="{3BDD850C-29B9-4641-B580-0B91B9EBAE00}"/>
              </a:ext>
            </a:extLst>
          </p:cNvPr>
          <p:cNvSpPr>
            <a:spLocks noGrp="1"/>
          </p:cNvSpPr>
          <p:nvPr>
            <p:ph type="subTitle" idx="1"/>
            <p:custDataLst>
              <p:custData r:id="rId2"/>
            </p:custDataLst>
          </p:nvPr>
        </p:nvSpPr>
        <p:spPr/>
        <p:txBody>
          <a:bodyPr/>
          <a:lstStyle/>
          <a:p>
            <a:r>
              <a:rPr lang="en-US" dirty="0"/>
              <a:t>After completing this learning, you will be able to:</a:t>
            </a:r>
          </a:p>
        </p:txBody>
      </p:sp>
      <p:sp>
        <p:nvSpPr>
          <p:cNvPr id="5" name="Text Placeholder 4">
            <a:extLst>
              <a:ext uri="{FF2B5EF4-FFF2-40B4-BE49-F238E27FC236}">
                <a16:creationId xmlns:a16="http://schemas.microsoft.com/office/drawing/2014/main" id="{55182462-DFDF-4D48-A92C-42FD52821C4E}"/>
              </a:ext>
            </a:extLst>
          </p:cNvPr>
          <p:cNvSpPr>
            <a:spLocks noGrp="1"/>
          </p:cNvSpPr>
          <p:nvPr>
            <p:ph sz="quarter" idx="13"/>
            <p:custDataLst>
              <p:custData r:id="rId3"/>
            </p:custDataLst>
          </p:nvPr>
        </p:nvSpPr>
        <p:spPr/>
        <p:txBody>
          <a:bodyPr/>
          <a:lstStyle/>
          <a:p>
            <a:r>
              <a:rPr lang="en-US" dirty="0"/>
              <a:t>Understand the Parameter attribute</a:t>
            </a:r>
          </a:p>
          <a:p>
            <a:r>
              <a:rPr lang="tr-TR" dirty="0"/>
              <a:t>Understand </a:t>
            </a:r>
            <a:r>
              <a:rPr lang="en-US" dirty="0"/>
              <a:t>how to extend special properties for parameters</a:t>
            </a:r>
          </a:p>
          <a:p>
            <a:r>
              <a:rPr lang="en-US" dirty="0"/>
              <a:t>Understand parameter validation attributes</a:t>
            </a:r>
          </a:p>
          <a:p>
            <a:r>
              <a:rPr lang="en-US" dirty="0"/>
              <a:t>Understand how to use parameter validation</a:t>
            </a:r>
          </a:p>
          <a:p>
            <a:r>
              <a:rPr lang="en-US" dirty="0"/>
              <a:t>Understand risk mitigation parameters</a:t>
            </a:r>
          </a:p>
          <a:p>
            <a:r>
              <a:rPr lang="tr-TR" dirty="0"/>
              <a:t>Understand </a:t>
            </a:r>
            <a:r>
              <a:rPr lang="en-US" dirty="0"/>
              <a:t>how to implement risk mitigation</a:t>
            </a:r>
          </a:p>
          <a:p>
            <a:r>
              <a:rPr lang="en-US" dirty="0"/>
              <a:t>Understand comment-based help</a:t>
            </a:r>
          </a:p>
          <a:p>
            <a:r>
              <a:rPr lang="tr-TR" dirty="0"/>
              <a:t>Understand </a:t>
            </a:r>
            <a:r>
              <a:rPr lang="en-US" dirty="0"/>
              <a:t>how to implement the </a:t>
            </a:r>
            <a:r>
              <a:rPr lang="en-US" dirty="0" err="1"/>
              <a:t>OutputType</a:t>
            </a:r>
            <a:r>
              <a:rPr lang="en-US" dirty="0"/>
              <a:t>() attribute</a:t>
            </a:r>
          </a:p>
        </p:txBody>
      </p:sp>
      <p:pic>
        <p:nvPicPr>
          <p:cNvPr id="33" name="Business (13)">
            <a:extLst>
              <a:ext uri="{FF2B5EF4-FFF2-40B4-BE49-F238E27FC236}">
                <a16:creationId xmlns:a16="http://schemas.microsoft.com/office/drawing/2014/main" id="{BC22353F-89C7-45EE-831B-77CDADFC2251}"/>
              </a:ext>
              <a:ext uri="{C183D7F6-B498-43B3-948B-1728B52AA6E4}">
                <adec:decorative xmlns:adec="http://schemas.microsoft.com/office/drawing/2017/decorative" val="1"/>
              </a:ext>
            </a:extLst>
          </p:cNvPr>
          <p:cNvPicPr>
            <a:picLocks noChangeAspect="1"/>
          </p:cNvPicPr>
          <p:nvPr>
            <p:custDataLst>
              <p:tags r:id="rId4"/>
            </p:custDataLst>
          </p:nvPr>
        </p:nvPicPr>
        <p:blipFill>
          <a:blip r:embed="rId7">
            <a:extLst>
              <a:ext uri="{28A0092B-C50C-407E-A947-70E740481C1C}">
                <a14:useLocalDpi xmlns:a14="http://schemas.microsoft.com/office/drawing/2010/main" val="0"/>
              </a:ext>
            </a:extLst>
          </a:blip>
          <a:stretch>
            <a:fillRect/>
          </a:stretch>
        </p:blipFill>
        <p:spPr>
          <a:xfrm>
            <a:off x="9701308" y="3857249"/>
            <a:ext cx="1835055" cy="2371550"/>
          </a:xfrm>
          <a:prstGeom prst="rect">
            <a:avLst/>
          </a:prstGeom>
        </p:spPr>
      </p:pic>
    </p:spTree>
    <p:custDataLst>
      <p:tags r:id="rId1"/>
    </p:custDataLst>
    <p:extLst>
      <p:ext uri="{BB962C8B-B14F-4D97-AF65-F5344CB8AC3E}">
        <p14:creationId xmlns:p14="http://schemas.microsoft.com/office/powerpoint/2010/main" val="2750683798"/>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5638" y="320040"/>
            <a:ext cx="10880725" cy="461665"/>
          </a:xfrm>
        </p:spPr>
        <p:txBody>
          <a:bodyPr/>
          <a:lstStyle/>
          <a:p>
            <a:r>
              <a:rPr lang="en-US"/>
              <a:t>Parameter Attribute</a:t>
            </a:r>
            <a:endParaRPr lang="en-AU" dirty="0"/>
          </a:p>
        </p:txBody>
      </p:sp>
      <p:sp>
        <p:nvSpPr>
          <p:cNvPr id="3" name="Content Placeholder 2"/>
          <p:cNvSpPr>
            <a:spLocks noGrp="1"/>
          </p:cNvSpPr>
          <p:nvPr>
            <p:ph sz="quarter" idx="13"/>
          </p:nvPr>
        </p:nvSpPr>
        <p:spPr>
          <a:xfrm>
            <a:off x="655638" y="1408114"/>
            <a:ext cx="10880726" cy="4819650"/>
          </a:xfrm>
        </p:spPr>
        <p:txBody>
          <a:bodyPr>
            <a:normAutofit/>
          </a:bodyPr>
          <a:lstStyle/>
          <a:p>
            <a:r>
              <a:rPr lang="en-US" dirty="0"/>
              <a:t>Parameter attribute defines special properties:</a:t>
            </a:r>
          </a:p>
          <a:p>
            <a:pPr lvl="1"/>
            <a:r>
              <a:rPr lang="en-US" dirty="0"/>
              <a:t>Mandatory (</a:t>
            </a:r>
            <a:r>
              <a:rPr lang="en-US" dirty="0" err="1"/>
              <a:t>boolean</a:t>
            </a:r>
            <a:r>
              <a:rPr lang="en-US" dirty="0"/>
              <a:t>)</a:t>
            </a:r>
          </a:p>
          <a:p>
            <a:pPr lvl="1"/>
            <a:r>
              <a:rPr lang="en-US" dirty="0"/>
              <a:t>Position (integer)</a:t>
            </a:r>
          </a:p>
          <a:p>
            <a:pPr lvl="1"/>
            <a:r>
              <a:rPr lang="en-US" dirty="0" err="1"/>
              <a:t>ParameterSetName</a:t>
            </a:r>
            <a:r>
              <a:rPr lang="en-US" dirty="0"/>
              <a:t> (string)</a:t>
            </a:r>
          </a:p>
          <a:p>
            <a:pPr lvl="1"/>
            <a:r>
              <a:rPr lang="en-US" dirty="0" err="1"/>
              <a:t>ValueFromPipeline</a:t>
            </a:r>
            <a:r>
              <a:rPr lang="en-US" dirty="0"/>
              <a:t> (</a:t>
            </a:r>
            <a:r>
              <a:rPr lang="en-US" dirty="0" err="1"/>
              <a:t>boolean</a:t>
            </a:r>
            <a:r>
              <a:rPr lang="en-US" dirty="0"/>
              <a:t>)</a:t>
            </a:r>
          </a:p>
          <a:p>
            <a:pPr lvl="1"/>
            <a:r>
              <a:rPr lang="en-US" dirty="0" err="1"/>
              <a:t>ValueFromPipelineByPropertyName</a:t>
            </a:r>
            <a:r>
              <a:rPr lang="en-US" dirty="0"/>
              <a:t> (</a:t>
            </a:r>
            <a:r>
              <a:rPr lang="en-US" dirty="0" err="1"/>
              <a:t>boolean</a:t>
            </a:r>
            <a:r>
              <a:rPr lang="en-US" dirty="0"/>
              <a:t>)</a:t>
            </a:r>
          </a:p>
          <a:p>
            <a:pPr lvl="1"/>
            <a:r>
              <a:rPr lang="en-US" dirty="0" err="1"/>
              <a:t>ValueFromRemainingArguments</a:t>
            </a:r>
            <a:r>
              <a:rPr lang="en-US" dirty="0"/>
              <a:t> (</a:t>
            </a:r>
            <a:r>
              <a:rPr lang="en-US" dirty="0" err="1"/>
              <a:t>boolean</a:t>
            </a:r>
            <a:r>
              <a:rPr lang="en-US" dirty="0"/>
              <a:t>) </a:t>
            </a:r>
          </a:p>
          <a:p>
            <a:pPr lvl="1"/>
            <a:r>
              <a:rPr lang="en-US" dirty="0" err="1"/>
              <a:t>HelpMessage</a:t>
            </a:r>
            <a:r>
              <a:rPr lang="en-US" dirty="0"/>
              <a:t> (string)</a:t>
            </a:r>
          </a:p>
          <a:p>
            <a:pPr lvl="2"/>
            <a:endParaRPr lang="en-AU" dirty="0"/>
          </a:p>
          <a:p>
            <a:pPr lvl="1"/>
            <a:endParaRPr lang="en-US" dirty="0"/>
          </a:p>
        </p:txBody>
      </p:sp>
      <p:sp>
        <p:nvSpPr>
          <p:cNvPr id="5" name="Code Box">
            <a:extLst>
              <a:ext uri="{FF2B5EF4-FFF2-40B4-BE49-F238E27FC236}">
                <a16:creationId xmlns:a16="http://schemas.microsoft.com/office/drawing/2014/main" id="{7A2054FB-270A-47D3-A208-679F30861119}"/>
              </a:ext>
            </a:extLst>
          </p:cNvPr>
          <p:cNvSpPr/>
          <p:nvPr>
            <p:custDataLst>
              <p:tags r:id="rId2"/>
            </p:custDataLst>
          </p:nvPr>
        </p:nvSpPr>
        <p:spPr>
          <a:xfrm>
            <a:off x="655638" y="4511675"/>
            <a:ext cx="10880725" cy="1716087"/>
          </a:xfrm>
          <a:prstGeom prst="rect">
            <a:avLst/>
          </a:prstGeom>
          <a:solidFill>
            <a:srgbClr val="012456"/>
          </a:solidFill>
        </p:spPr>
        <p:txBody>
          <a:bodyPr wrap="square">
            <a:noAutofit/>
          </a:bodyPr>
          <a:lstStyle/>
          <a:p>
            <a:r>
              <a:rPr lang="en-US" sz="2000" b="0" dirty="0">
                <a:latin typeface="Lucida Console" panose="020B0609040504020204" pitchFamily="49" charset="0"/>
              </a:rPr>
              <a:t> </a:t>
            </a:r>
            <a:r>
              <a:rPr lang="en-US" sz="2000" b="0" dirty="0">
                <a:solidFill>
                  <a:schemeClr val="bg1"/>
                </a:solidFill>
                <a:latin typeface="Lucida Console" panose="020B0609040504020204" pitchFamily="49" charset="0"/>
              </a:rPr>
              <a:t>Param(</a:t>
            </a:r>
          </a:p>
          <a:p>
            <a:r>
              <a:rPr lang="en-US" sz="2000" b="0" dirty="0">
                <a:solidFill>
                  <a:prstClr val="black"/>
                </a:solidFill>
                <a:latin typeface="Lucida Console" panose="020B0609040504020204" pitchFamily="49" charset="0"/>
              </a:rPr>
              <a:t>        </a:t>
            </a:r>
            <a:r>
              <a:rPr lang="en-US" sz="2000" b="0" dirty="0">
                <a:solidFill>
                  <a:schemeClr val="bg1"/>
                </a:solidFill>
                <a:latin typeface="Lucida Console" panose="020B0609040504020204" pitchFamily="49" charset="0"/>
              </a:rPr>
              <a:t>[</a:t>
            </a:r>
            <a:r>
              <a:rPr lang="en-US" sz="2000" b="0" dirty="0">
                <a:solidFill>
                  <a:srgbClr val="50E6FF"/>
                </a:solidFill>
                <a:latin typeface="Lucida Console" panose="020B0609040504020204" pitchFamily="49" charset="0"/>
              </a:rPr>
              <a:t>parameter</a:t>
            </a:r>
            <a:r>
              <a:rPr lang="en-US" sz="2000" b="0" dirty="0">
                <a:solidFill>
                  <a:schemeClr val="bg1"/>
                </a:solidFill>
                <a:latin typeface="Lucida Console" panose="020B0609040504020204" pitchFamily="49" charset="0"/>
              </a:rPr>
              <a:t>(Mandatory=</a:t>
            </a:r>
            <a:r>
              <a:rPr lang="en-AU" sz="2000" b="0" dirty="0">
                <a:solidFill>
                  <a:srgbClr val="FF4500"/>
                </a:solidFill>
                <a:latin typeface="Lucida Console" panose="020B0609040504020204" pitchFamily="49" charset="0"/>
              </a:rPr>
              <a:t>$true</a:t>
            </a:r>
            <a:r>
              <a:rPr lang="en-US" sz="2000" b="0" dirty="0">
                <a:solidFill>
                  <a:schemeClr val="bg1"/>
                </a:solidFill>
                <a:latin typeface="Lucida Console" panose="020B0609040504020204" pitchFamily="49" charset="0"/>
              </a:rPr>
              <a:t>, </a:t>
            </a:r>
            <a:r>
              <a:rPr lang="en-US" sz="2000" b="0" dirty="0" err="1">
                <a:solidFill>
                  <a:schemeClr val="bg1"/>
                </a:solidFill>
                <a:latin typeface="Lucida Console" panose="020B0609040504020204" pitchFamily="49" charset="0"/>
              </a:rPr>
              <a:t>ValueFromPipeline</a:t>
            </a:r>
            <a:r>
              <a:rPr lang="en-US" sz="2000" b="0" dirty="0">
                <a:solidFill>
                  <a:schemeClr val="bg1"/>
                </a:solidFill>
                <a:latin typeface="Lucida Console" panose="020B0609040504020204" pitchFamily="49" charset="0"/>
              </a:rPr>
              <a:t>=</a:t>
            </a:r>
            <a:r>
              <a:rPr lang="en-AU" sz="2000" b="0" dirty="0">
                <a:solidFill>
                  <a:srgbClr val="FF4500"/>
                </a:solidFill>
                <a:latin typeface="Lucida Console" panose="020B0609040504020204" pitchFamily="49" charset="0"/>
              </a:rPr>
              <a:t>$true</a:t>
            </a:r>
            <a:r>
              <a:rPr lang="en-US" sz="2000" b="0" dirty="0">
                <a:solidFill>
                  <a:schemeClr val="bg1"/>
                </a:solidFill>
                <a:latin typeface="Lucida Console" panose="020B0609040504020204" pitchFamily="49" charset="0"/>
              </a:rPr>
              <a:t>, </a:t>
            </a:r>
          </a:p>
          <a:p>
            <a:r>
              <a:rPr lang="en-US" sz="2000" b="0" dirty="0">
                <a:solidFill>
                  <a:schemeClr val="bg1"/>
                </a:solidFill>
                <a:latin typeface="Lucida Console" panose="020B0609040504020204" pitchFamily="49" charset="0"/>
              </a:rPr>
              <a:t>                   </a:t>
            </a:r>
            <a:r>
              <a:rPr lang="en-US" sz="2000" b="0" dirty="0" err="1">
                <a:solidFill>
                  <a:schemeClr val="bg1"/>
                </a:solidFill>
                <a:latin typeface="Lucida Console" panose="020B0609040504020204" pitchFamily="49" charset="0"/>
              </a:rPr>
              <a:t>HelpMessage</a:t>
            </a:r>
            <a:r>
              <a:rPr lang="en-US" sz="2000" b="0" dirty="0">
                <a:solidFill>
                  <a:schemeClr val="bg1"/>
                </a:solidFill>
                <a:latin typeface="Lucida Console" panose="020B0609040504020204" pitchFamily="49" charset="0"/>
              </a:rPr>
              <a:t>=</a:t>
            </a:r>
            <a:r>
              <a:rPr lang="en-AU" sz="2000" b="0" dirty="0">
                <a:solidFill>
                  <a:srgbClr val="EE82EE"/>
                </a:solidFill>
                <a:latin typeface="Lucida Console" panose="020B0609040504020204" pitchFamily="49" charset="0"/>
                <a:ea typeface="+mn-ea"/>
                <a:cs typeface="+mn-cs"/>
              </a:rPr>
              <a:t>‘The username to make edits to’</a:t>
            </a:r>
            <a:r>
              <a:rPr lang="en-US" sz="2000" b="0" dirty="0">
                <a:solidFill>
                  <a:schemeClr val="bg1"/>
                </a:solidFill>
                <a:latin typeface="Lucida Console" panose="020B0609040504020204" pitchFamily="49" charset="0"/>
              </a:rPr>
              <a:t>,</a:t>
            </a:r>
          </a:p>
          <a:p>
            <a:r>
              <a:rPr lang="en-US" sz="2000" b="0" dirty="0">
                <a:solidFill>
                  <a:schemeClr val="bg1"/>
                </a:solidFill>
                <a:latin typeface="Lucida Console" panose="020B0609040504020204" pitchFamily="49" charset="0"/>
              </a:rPr>
              <a:t>                   </a:t>
            </a:r>
            <a:r>
              <a:rPr lang="en-US" sz="2000" b="0" dirty="0" err="1">
                <a:solidFill>
                  <a:schemeClr val="bg1"/>
                </a:solidFill>
                <a:latin typeface="Lucida Console" panose="020B0609040504020204" pitchFamily="49" charset="0"/>
              </a:rPr>
              <a:t>ValueFromPipelineByPropertyName</a:t>
            </a:r>
            <a:r>
              <a:rPr lang="en-US" sz="2000" b="0" dirty="0">
                <a:solidFill>
                  <a:schemeClr val="bg1"/>
                </a:solidFill>
                <a:latin typeface="Lucida Console" panose="020B0609040504020204" pitchFamily="49" charset="0"/>
              </a:rPr>
              <a:t>=</a:t>
            </a:r>
            <a:r>
              <a:rPr lang="en-AU" sz="2000" b="0" dirty="0">
                <a:solidFill>
                  <a:srgbClr val="FF4500"/>
                </a:solidFill>
                <a:latin typeface="Lucida Console" panose="020B0609040504020204" pitchFamily="49" charset="0"/>
              </a:rPr>
              <a:t>$true</a:t>
            </a:r>
            <a:r>
              <a:rPr lang="en-US" sz="2000" b="0" dirty="0">
                <a:solidFill>
                  <a:schemeClr val="bg1"/>
                </a:solidFill>
                <a:latin typeface="Lucida Console" panose="020B0609040504020204" pitchFamily="49" charset="0"/>
              </a:rPr>
              <a:t>)]</a:t>
            </a:r>
          </a:p>
          <a:p>
            <a:r>
              <a:rPr lang="en-US" sz="2000" b="0" dirty="0">
                <a:solidFill>
                  <a:prstClr val="black"/>
                </a:solidFill>
                <a:latin typeface="Lucida Console" panose="020B0609040504020204" pitchFamily="49" charset="0"/>
              </a:rPr>
              <a:t>        </a:t>
            </a:r>
            <a:r>
              <a:rPr lang="en-US" sz="2000" b="0" dirty="0">
                <a:solidFill>
                  <a:srgbClr val="D2D2D2"/>
                </a:solidFill>
                <a:latin typeface="Lucida Console" panose="020B0609040504020204" pitchFamily="49" charset="0"/>
              </a:rPr>
              <a:t>[</a:t>
            </a:r>
            <a:r>
              <a:rPr lang="en-US" sz="2000" b="0" dirty="0">
                <a:solidFill>
                  <a:srgbClr val="98FB98"/>
                </a:solidFill>
                <a:latin typeface="Lucida Console" panose="020B0609040504020204" pitchFamily="49" charset="0"/>
              </a:rPr>
              <a:t>string</a:t>
            </a:r>
            <a:r>
              <a:rPr lang="en-US" sz="2000" b="0" dirty="0">
                <a:solidFill>
                  <a:srgbClr val="D2D2D2"/>
                </a:solidFill>
                <a:latin typeface="Lucida Console" panose="020B0609040504020204" pitchFamily="49" charset="0"/>
              </a:rPr>
              <a:t>]</a:t>
            </a:r>
            <a:r>
              <a:rPr lang="en-AU" sz="2000" b="0" dirty="0">
                <a:solidFill>
                  <a:srgbClr val="FF4500"/>
                </a:solidFill>
                <a:latin typeface="Lucida Console" panose="020B0609040504020204" pitchFamily="49" charset="0"/>
              </a:rPr>
              <a:t>$username</a:t>
            </a:r>
            <a:endParaRPr lang="en-AU" sz="2000" b="0" dirty="0">
              <a:solidFill>
                <a:srgbClr val="EE82EE"/>
              </a:solidFill>
              <a:latin typeface="Lucida Console" panose="020B0609040504020204" pitchFamily="49" charset="0"/>
            </a:endParaRPr>
          </a:p>
        </p:txBody>
      </p:sp>
    </p:spTree>
    <p:custDataLst>
      <p:tags r:id="rId1"/>
    </p:custDataLst>
    <p:extLst>
      <p:ext uri="{BB962C8B-B14F-4D97-AF65-F5344CB8AC3E}">
        <p14:creationId xmlns:p14="http://schemas.microsoft.com/office/powerpoint/2010/main" val="368875999"/>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51EF4-E2FC-4B32-94C6-997D2EC39CC6}"/>
              </a:ext>
            </a:extLst>
          </p:cNvPr>
          <p:cNvSpPr>
            <a:spLocks noGrp="1"/>
          </p:cNvSpPr>
          <p:nvPr>
            <p:ph type="title"/>
          </p:nvPr>
        </p:nvSpPr>
        <p:spPr/>
        <p:txBody>
          <a:bodyPr/>
          <a:lstStyle/>
          <a:p>
            <a:r>
              <a:rPr lang="en-US" dirty="0"/>
              <a:t>Parameter attribute syntax</a:t>
            </a:r>
          </a:p>
        </p:txBody>
      </p:sp>
      <p:sp>
        <p:nvSpPr>
          <p:cNvPr id="4" name="Subtitle 3">
            <a:extLst>
              <a:ext uri="{FF2B5EF4-FFF2-40B4-BE49-F238E27FC236}">
                <a16:creationId xmlns:a16="http://schemas.microsoft.com/office/drawing/2014/main" id="{F6A2E1FA-F453-4250-B8EB-ABA7D175DEBD}"/>
              </a:ext>
            </a:extLst>
          </p:cNvPr>
          <p:cNvSpPr>
            <a:spLocks noGrp="1"/>
          </p:cNvSpPr>
          <p:nvPr>
            <p:ph type="subTitle" idx="1"/>
          </p:nvPr>
        </p:nvSpPr>
        <p:spPr/>
        <p:txBody>
          <a:bodyPr/>
          <a:lstStyle/>
          <a:p>
            <a:endParaRPr lang="en-US" dirty="0"/>
          </a:p>
        </p:txBody>
      </p:sp>
      <p:sp>
        <p:nvSpPr>
          <p:cNvPr id="8" name="Rectangle 7">
            <a:extLst>
              <a:ext uri="{FF2B5EF4-FFF2-40B4-BE49-F238E27FC236}">
                <a16:creationId xmlns:a16="http://schemas.microsoft.com/office/drawing/2014/main" id="{BF4275C1-7A79-46E0-BDCA-3043B802FFB8}"/>
              </a:ext>
            </a:extLst>
          </p:cNvPr>
          <p:cNvSpPr/>
          <p:nvPr/>
        </p:nvSpPr>
        <p:spPr>
          <a:xfrm>
            <a:off x="655638" y="1408113"/>
            <a:ext cx="5440363" cy="4819650"/>
          </a:xfrm>
          <a:prstGeom prst="rect">
            <a:avLst/>
          </a:prstGeom>
          <a:noFill/>
          <a:ln w="12700">
            <a:solidFill>
              <a:schemeClr val="bg1"/>
            </a:solidFill>
          </a:ln>
        </p:spPr>
        <p:txBody>
          <a:bodyPr wrap="square">
            <a:noAutofit/>
          </a:bodyPr>
          <a:lstStyle/>
          <a:p>
            <a:r>
              <a:rPr lang="en-US" sz="2000" dirty="0">
                <a:latin typeface="Lucida Console" panose="020B0609040504020204" pitchFamily="49" charset="0"/>
              </a:rPr>
              <a:t>Syntax – Single Argument</a:t>
            </a:r>
          </a:p>
          <a:p>
            <a:endParaRPr lang="en-US" sz="2000" dirty="0">
              <a:solidFill>
                <a:srgbClr val="F2F2F2"/>
              </a:solidFill>
              <a:latin typeface="Lucida Console" panose="020B0609040504020204" pitchFamily="49" charset="0"/>
            </a:endParaRPr>
          </a:p>
          <a:p>
            <a:pPr marL="0" indent="0">
              <a:buNone/>
            </a:pPr>
            <a:r>
              <a:rPr lang="en-AU" sz="2000" dirty="0">
                <a:solidFill>
                  <a:schemeClr val="tx1">
                    <a:lumMod val="75000"/>
                  </a:schemeClr>
                </a:solidFill>
                <a:latin typeface="Lucida Console" panose="020B0609040504020204" pitchFamily="49" charset="0"/>
              </a:rPr>
              <a:t>function &lt;name</a:t>
            </a:r>
            <a:r>
              <a:rPr lang="en-AU" sz="2000" dirty="0">
                <a:solidFill>
                  <a:schemeClr val="tx1">
                    <a:lumMod val="75000"/>
                  </a:schemeClr>
                </a:solidFill>
                <a:latin typeface="Lucida Console" panose="020B0609040504020204" pitchFamily="49" charset="0"/>
                <a:ea typeface="+mn-ea"/>
                <a:cs typeface="+mn-cs"/>
              </a:rPr>
              <a:t>&gt;</a:t>
            </a:r>
            <a:r>
              <a:rPr lang="en-AU" sz="2000" dirty="0">
                <a:solidFill>
                  <a:schemeClr val="tx1">
                    <a:lumMod val="75000"/>
                  </a:schemeClr>
                </a:solidFill>
                <a:latin typeface="Lucida Console" panose="020B0609040504020204" pitchFamily="49" charset="0"/>
              </a:rPr>
              <a:t> {</a:t>
            </a:r>
          </a:p>
          <a:p>
            <a:pPr marL="0" indent="0">
              <a:buNone/>
            </a:pPr>
            <a:r>
              <a:rPr lang="en-AU" sz="2000" dirty="0">
                <a:solidFill>
                  <a:srgbClr val="00008B"/>
                </a:solidFill>
                <a:latin typeface="Lucida Console" panose="020B0609040504020204" pitchFamily="49" charset="0"/>
              </a:rPr>
              <a:t>  Param</a:t>
            </a:r>
            <a:r>
              <a:rPr lang="en-AU" sz="2000" baseline="0" dirty="0">
                <a:solidFill>
                  <a:prstClr val="black"/>
                </a:solidFill>
                <a:latin typeface="Lucida Console" panose="020B0609040504020204" pitchFamily="49" charset="0"/>
              </a:rPr>
              <a:t> </a:t>
            </a:r>
            <a:r>
              <a:rPr lang="en-AU" sz="2000" dirty="0">
                <a:solidFill>
                  <a:prstClr val="black"/>
                </a:solidFill>
                <a:latin typeface="Lucida Console" panose="020B0609040504020204" pitchFamily="49" charset="0"/>
              </a:rPr>
              <a:t>(</a:t>
            </a:r>
          </a:p>
          <a:p>
            <a:pPr marL="0" indent="0">
              <a:buNone/>
            </a:pPr>
            <a:r>
              <a:rPr lang="en-AU" sz="2000" dirty="0">
                <a:solidFill>
                  <a:prstClr val="black"/>
                </a:solidFill>
                <a:latin typeface="Lucida Console" panose="020B0609040504020204" pitchFamily="49" charset="0"/>
              </a:rPr>
              <a:t>    </a:t>
            </a:r>
            <a:r>
              <a:rPr lang="en-AU" sz="2000" dirty="0">
                <a:solidFill>
                  <a:srgbClr val="A9A9A9"/>
                </a:solidFill>
                <a:latin typeface="Lucida Console" panose="020B0609040504020204" pitchFamily="49" charset="0"/>
              </a:rPr>
              <a:t>[</a:t>
            </a:r>
            <a:r>
              <a:rPr lang="en-AU" sz="2000" dirty="0">
                <a:solidFill>
                  <a:schemeClr val="accent1"/>
                </a:solidFill>
                <a:latin typeface="Lucida Console" panose="020B0609040504020204" pitchFamily="49" charset="0"/>
              </a:rPr>
              <a:t>parameter</a:t>
            </a:r>
            <a:r>
              <a:rPr lang="en-AU" sz="2000" dirty="0">
                <a:solidFill>
                  <a:prstClr val="black"/>
                </a:solidFill>
                <a:latin typeface="Lucida Console" panose="020B0609040504020204" pitchFamily="49" charset="0"/>
              </a:rPr>
              <a:t>(Argument</a:t>
            </a:r>
            <a:r>
              <a:rPr lang="en-AU" sz="2000" dirty="0">
                <a:solidFill>
                  <a:srgbClr val="A9A9A9"/>
                </a:solidFill>
                <a:latin typeface="Lucida Console" panose="020B0609040504020204" pitchFamily="49" charset="0"/>
              </a:rPr>
              <a:t>=</a:t>
            </a:r>
            <a:r>
              <a:rPr lang="en-AU" sz="2000" dirty="0">
                <a:solidFill>
                  <a:srgbClr val="8A2BE2"/>
                </a:solidFill>
                <a:latin typeface="Lucida Console" panose="020B0609040504020204" pitchFamily="49" charset="0"/>
              </a:rPr>
              <a:t>value</a:t>
            </a:r>
            <a:r>
              <a:rPr lang="en-AU" sz="2000" dirty="0">
                <a:solidFill>
                  <a:prstClr val="black"/>
                </a:solidFill>
                <a:latin typeface="Lucida Console" panose="020B0609040504020204" pitchFamily="49" charset="0"/>
              </a:rPr>
              <a:t>)</a:t>
            </a:r>
            <a:r>
              <a:rPr lang="en-AU" sz="2000" dirty="0">
                <a:solidFill>
                  <a:srgbClr val="A9A9A9"/>
                </a:solidFill>
                <a:latin typeface="Lucida Console" panose="020B0609040504020204" pitchFamily="49" charset="0"/>
              </a:rPr>
              <a:t>]</a:t>
            </a:r>
            <a:endParaRPr lang="en-AU" sz="2000" dirty="0">
              <a:solidFill>
                <a:prstClr val="black"/>
              </a:solidFill>
              <a:latin typeface="Lucida Console" panose="020B0609040504020204" pitchFamily="49" charset="0"/>
            </a:endParaRPr>
          </a:p>
          <a:p>
            <a:pPr marL="0" indent="0">
              <a:buNone/>
            </a:pPr>
            <a:r>
              <a:rPr lang="en-AU" sz="2000" dirty="0">
                <a:solidFill>
                  <a:srgbClr val="FF4500"/>
                </a:solidFill>
                <a:latin typeface="Lucida Console" panose="020B0609040504020204" pitchFamily="49" charset="0"/>
              </a:rPr>
              <a:t>    $</a:t>
            </a:r>
            <a:r>
              <a:rPr lang="en-AU" sz="2000" dirty="0" err="1">
                <a:solidFill>
                  <a:srgbClr val="FF4500"/>
                </a:solidFill>
                <a:latin typeface="Lucida Console" panose="020B0609040504020204" pitchFamily="49" charset="0"/>
              </a:rPr>
              <a:t>ParameterName</a:t>
            </a:r>
            <a:endParaRPr lang="en-AU" sz="2000" dirty="0">
              <a:solidFill>
                <a:srgbClr val="FF4500"/>
              </a:solidFill>
              <a:latin typeface="Lucida Console" panose="020B0609040504020204" pitchFamily="49" charset="0"/>
            </a:endParaRPr>
          </a:p>
          <a:p>
            <a:pPr marL="0" indent="0">
              <a:buNone/>
            </a:pPr>
            <a:r>
              <a:rPr lang="en-AU" sz="2000" dirty="0">
                <a:solidFill>
                  <a:srgbClr val="FF4500"/>
                </a:solidFill>
                <a:latin typeface="Lucida Console" panose="020B0609040504020204" pitchFamily="49" charset="0"/>
              </a:rPr>
              <a:t>  </a:t>
            </a:r>
            <a:r>
              <a:rPr lang="en-AU" sz="2000" dirty="0">
                <a:solidFill>
                  <a:prstClr val="black"/>
                </a:solidFill>
                <a:latin typeface="Lucida Console" panose="020B0609040504020204" pitchFamily="49" charset="0"/>
              </a:rPr>
              <a:t>)</a:t>
            </a:r>
          </a:p>
          <a:p>
            <a:pPr marL="0" indent="0">
              <a:buNone/>
            </a:pPr>
            <a:r>
              <a:rPr lang="en-AU" sz="2000" dirty="0">
                <a:solidFill>
                  <a:schemeClr val="tx1">
                    <a:lumMod val="75000"/>
                  </a:schemeClr>
                </a:solidFill>
                <a:latin typeface="Lucida Console" panose="020B0609040504020204" pitchFamily="49" charset="0"/>
              </a:rPr>
              <a:t>} </a:t>
            </a:r>
          </a:p>
        </p:txBody>
      </p:sp>
      <p:sp>
        <p:nvSpPr>
          <p:cNvPr id="9" name="Rectangle 8">
            <a:extLst>
              <a:ext uri="{FF2B5EF4-FFF2-40B4-BE49-F238E27FC236}">
                <a16:creationId xmlns:a16="http://schemas.microsoft.com/office/drawing/2014/main" id="{12769EAF-1F9B-4E5C-8F82-CF09170BA063}"/>
              </a:ext>
            </a:extLst>
          </p:cNvPr>
          <p:cNvSpPr/>
          <p:nvPr/>
        </p:nvSpPr>
        <p:spPr>
          <a:xfrm>
            <a:off x="6096000" y="1408113"/>
            <a:ext cx="5440363" cy="4819650"/>
          </a:xfrm>
          <a:prstGeom prst="rect">
            <a:avLst/>
          </a:prstGeom>
          <a:noFill/>
          <a:ln w="12700">
            <a:solidFill>
              <a:schemeClr val="bg1"/>
            </a:solidFill>
          </a:ln>
        </p:spPr>
        <p:txBody>
          <a:bodyPr wrap="square">
            <a:noAutofit/>
          </a:bodyPr>
          <a:lstStyle/>
          <a:p>
            <a:r>
              <a:rPr lang="en-US" sz="2000" dirty="0">
                <a:latin typeface="Lucida Console" panose="020B0609040504020204" pitchFamily="49" charset="0"/>
                <a:cs typeface="Segoe UI Light" panose="020B0502040204020203" pitchFamily="34" charset="0"/>
              </a:rPr>
              <a:t>Syntax – Multiple Arguments</a:t>
            </a:r>
          </a:p>
          <a:p>
            <a:endParaRPr lang="en-US" sz="2000" dirty="0">
              <a:solidFill>
                <a:srgbClr val="F2F2F2"/>
              </a:solidFill>
              <a:latin typeface="Lucida Console" panose="020B0609040504020204" pitchFamily="49" charset="0"/>
            </a:endParaRPr>
          </a:p>
          <a:p>
            <a:pPr marL="0" indent="0">
              <a:buNone/>
            </a:pPr>
            <a:r>
              <a:rPr lang="en-AU" sz="2000" dirty="0">
                <a:solidFill>
                  <a:schemeClr val="tx1">
                    <a:lumMod val="75000"/>
                  </a:schemeClr>
                </a:solidFill>
                <a:latin typeface="Lucida Console" panose="020B0609040504020204" pitchFamily="49" charset="0"/>
              </a:rPr>
              <a:t>function &lt;name</a:t>
            </a:r>
            <a:r>
              <a:rPr lang="en-AU" sz="2000" dirty="0">
                <a:solidFill>
                  <a:schemeClr val="tx1">
                    <a:lumMod val="75000"/>
                  </a:schemeClr>
                </a:solidFill>
                <a:latin typeface="Lucida Console" panose="020B0609040504020204" pitchFamily="49" charset="0"/>
                <a:ea typeface="+mn-ea"/>
                <a:cs typeface="+mn-cs"/>
              </a:rPr>
              <a:t>&gt;</a:t>
            </a:r>
            <a:r>
              <a:rPr lang="en-AU" sz="2000" dirty="0">
                <a:solidFill>
                  <a:schemeClr val="tx1">
                    <a:lumMod val="75000"/>
                  </a:schemeClr>
                </a:solidFill>
                <a:latin typeface="Lucida Console" panose="020B0609040504020204" pitchFamily="49" charset="0"/>
              </a:rPr>
              <a:t> {</a:t>
            </a:r>
          </a:p>
          <a:p>
            <a:pPr marL="0" indent="0">
              <a:buNone/>
            </a:pPr>
            <a:r>
              <a:rPr lang="en-AU" sz="2000" dirty="0">
                <a:solidFill>
                  <a:srgbClr val="00008B"/>
                </a:solidFill>
                <a:latin typeface="Lucida Console" panose="020B0609040504020204" pitchFamily="49" charset="0"/>
              </a:rPr>
              <a:t>  Param</a:t>
            </a:r>
            <a:r>
              <a:rPr lang="en-AU" sz="2000" baseline="0" dirty="0">
                <a:solidFill>
                  <a:prstClr val="black"/>
                </a:solidFill>
                <a:latin typeface="Lucida Console" panose="020B0609040504020204" pitchFamily="49" charset="0"/>
              </a:rPr>
              <a:t> </a:t>
            </a:r>
            <a:r>
              <a:rPr lang="en-AU" sz="2000" dirty="0">
                <a:solidFill>
                  <a:prstClr val="black"/>
                </a:solidFill>
                <a:latin typeface="Lucida Console" panose="020B0609040504020204" pitchFamily="49" charset="0"/>
              </a:rPr>
              <a:t>(</a:t>
            </a:r>
          </a:p>
          <a:p>
            <a:pPr marL="0" indent="0">
              <a:buNone/>
            </a:pPr>
            <a:r>
              <a:rPr lang="en-AU" sz="2000" dirty="0">
                <a:solidFill>
                  <a:prstClr val="black"/>
                </a:solidFill>
                <a:latin typeface="Lucida Console" panose="020B0609040504020204" pitchFamily="49" charset="0"/>
              </a:rPr>
              <a:t>    </a:t>
            </a:r>
            <a:r>
              <a:rPr lang="en-AU" sz="2000" dirty="0">
                <a:solidFill>
                  <a:srgbClr val="A9A9A9"/>
                </a:solidFill>
                <a:latin typeface="Lucida Console" panose="020B0609040504020204" pitchFamily="49" charset="0"/>
              </a:rPr>
              <a:t>[</a:t>
            </a:r>
            <a:r>
              <a:rPr lang="en-AU" sz="2000" dirty="0">
                <a:solidFill>
                  <a:schemeClr val="accent1"/>
                </a:solidFill>
                <a:latin typeface="Lucida Console" panose="020B0609040504020204" pitchFamily="49" charset="0"/>
              </a:rPr>
              <a:t>parameter</a:t>
            </a:r>
            <a:r>
              <a:rPr lang="en-AU" sz="2000" dirty="0">
                <a:solidFill>
                  <a:prstClr val="black"/>
                </a:solidFill>
                <a:latin typeface="Lucida Console" panose="020B0609040504020204" pitchFamily="49" charset="0"/>
              </a:rPr>
              <a:t>(Argument1</a:t>
            </a:r>
            <a:r>
              <a:rPr lang="en-AU" sz="2000" dirty="0">
                <a:solidFill>
                  <a:srgbClr val="A9A9A9"/>
                </a:solidFill>
                <a:latin typeface="Lucida Console" panose="020B0609040504020204" pitchFamily="49" charset="0"/>
              </a:rPr>
              <a:t>=</a:t>
            </a:r>
            <a:r>
              <a:rPr lang="en-AU" sz="2000" dirty="0">
                <a:solidFill>
                  <a:srgbClr val="8A2BE2"/>
                </a:solidFill>
                <a:latin typeface="Lucida Console" panose="020B0609040504020204" pitchFamily="49" charset="0"/>
              </a:rPr>
              <a:t>value1</a:t>
            </a:r>
            <a:r>
              <a:rPr lang="en-AU" sz="2000" dirty="0">
                <a:solidFill>
                  <a:srgbClr val="A9A9A9"/>
                </a:solidFill>
                <a:latin typeface="Lucida Console" panose="020B0609040504020204" pitchFamily="49" charset="0"/>
              </a:rPr>
              <a:t>,</a:t>
            </a:r>
          </a:p>
          <a:p>
            <a:pPr marL="0" indent="0">
              <a:buNone/>
            </a:pPr>
            <a:r>
              <a:rPr lang="en-AU" sz="2000" dirty="0">
                <a:solidFill>
                  <a:srgbClr val="A9A9A9"/>
                </a:solidFill>
                <a:latin typeface="Lucida Console" panose="020B0609040504020204" pitchFamily="49" charset="0"/>
              </a:rPr>
              <a:t>               </a:t>
            </a:r>
            <a:r>
              <a:rPr lang="en-AU" sz="2000" dirty="0">
                <a:solidFill>
                  <a:prstClr val="black"/>
                </a:solidFill>
                <a:latin typeface="Lucida Console" panose="020B0609040504020204" pitchFamily="49" charset="0"/>
              </a:rPr>
              <a:t>Argument2</a:t>
            </a:r>
            <a:r>
              <a:rPr lang="en-AU" sz="2000" dirty="0">
                <a:solidFill>
                  <a:srgbClr val="A9A9A9"/>
                </a:solidFill>
                <a:latin typeface="Lucida Console" panose="020B0609040504020204" pitchFamily="49" charset="0"/>
              </a:rPr>
              <a:t>=</a:t>
            </a:r>
            <a:r>
              <a:rPr lang="en-AU" sz="2000" dirty="0">
                <a:solidFill>
                  <a:srgbClr val="8A2BE2"/>
                </a:solidFill>
                <a:latin typeface="Lucida Console" panose="020B0609040504020204" pitchFamily="49" charset="0"/>
              </a:rPr>
              <a:t>value2</a:t>
            </a:r>
            <a:r>
              <a:rPr lang="en-AU" sz="2000" dirty="0">
                <a:solidFill>
                  <a:prstClr val="black"/>
                </a:solidFill>
                <a:latin typeface="Lucida Console" panose="020B0609040504020204" pitchFamily="49" charset="0"/>
              </a:rPr>
              <a:t>)</a:t>
            </a:r>
            <a:r>
              <a:rPr lang="en-AU" sz="2000" dirty="0">
                <a:solidFill>
                  <a:srgbClr val="A9A9A9"/>
                </a:solidFill>
                <a:latin typeface="Lucida Console" panose="020B0609040504020204" pitchFamily="49" charset="0"/>
              </a:rPr>
              <a:t>]</a:t>
            </a:r>
            <a:endParaRPr lang="en-AU" sz="2000" dirty="0">
              <a:solidFill>
                <a:prstClr val="black"/>
              </a:solidFill>
              <a:latin typeface="Lucida Console" panose="020B0609040504020204" pitchFamily="49" charset="0"/>
            </a:endParaRPr>
          </a:p>
          <a:p>
            <a:pPr marL="0" indent="0">
              <a:buNone/>
            </a:pPr>
            <a:r>
              <a:rPr lang="en-AU" sz="2000" dirty="0">
                <a:solidFill>
                  <a:srgbClr val="FF4500"/>
                </a:solidFill>
                <a:latin typeface="Lucida Console" panose="020B0609040504020204" pitchFamily="49" charset="0"/>
              </a:rPr>
              <a:t>    $</a:t>
            </a:r>
            <a:r>
              <a:rPr lang="en-AU" sz="2000" dirty="0" err="1">
                <a:solidFill>
                  <a:srgbClr val="FF4500"/>
                </a:solidFill>
                <a:latin typeface="Lucida Console" panose="020B0609040504020204" pitchFamily="49" charset="0"/>
              </a:rPr>
              <a:t>ParameterName</a:t>
            </a:r>
            <a:endParaRPr lang="en-AU" sz="2000" dirty="0">
              <a:solidFill>
                <a:srgbClr val="FF4500"/>
              </a:solidFill>
              <a:latin typeface="Lucida Console" panose="020B0609040504020204" pitchFamily="49" charset="0"/>
            </a:endParaRPr>
          </a:p>
          <a:p>
            <a:pPr marL="0" indent="0">
              <a:buNone/>
            </a:pPr>
            <a:r>
              <a:rPr lang="en-AU" sz="2000" dirty="0">
                <a:solidFill>
                  <a:srgbClr val="FF4500"/>
                </a:solidFill>
                <a:latin typeface="Lucida Console" panose="020B0609040504020204" pitchFamily="49" charset="0"/>
              </a:rPr>
              <a:t>  </a:t>
            </a:r>
            <a:r>
              <a:rPr lang="en-AU" sz="2000" dirty="0">
                <a:solidFill>
                  <a:prstClr val="black"/>
                </a:solidFill>
                <a:latin typeface="Lucida Console" panose="020B0609040504020204" pitchFamily="49" charset="0"/>
              </a:rPr>
              <a:t>)</a:t>
            </a:r>
          </a:p>
          <a:p>
            <a:pPr marL="0" indent="0">
              <a:buNone/>
            </a:pPr>
            <a:r>
              <a:rPr lang="en-AU" sz="2000" dirty="0">
                <a:solidFill>
                  <a:schemeClr val="tx1">
                    <a:lumMod val="75000"/>
                  </a:schemeClr>
                </a:solidFill>
                <a:latin typeface="Lucida Console" panose="020B0609040504020204" pitchFamily="49" charset="0"/>
              </a:rPr>
              <a:t>} </a:t>
            </a:r>
          </a:p>
        </p:txBody>
      </p:sp>
      <p:sp>
        <p:nvSpPr>
          <p:cNvPr id="3" name="Rectangular Callout 11">
            <a:extLst>
              <a:ext uri="{FF2B5EF4-FFF2-40B4-BE49-F238E27FC236}">
                <a16:creationId xmlns:a16="http://schemas.microsoft.com/office/drawing/2014/main" id="{54F21ED9-442A-4AB8-8B92-2DD17B7330C4}"/>
              </a:ext>
            </a:extLst>
          </p:cNvPr>
          <p:cNvSpPr/>
          <p:nvPr/>
        </p:nvSpPr>
        <p:spPr>
          <a:xfrm>
            <a:off x="655638" y="4692998"/>
            <a:ext cx="4464496" cy="1534764"/>
          </a:xfrm>
          <a:prstGeom prst="wedgeRectCallout">
            <a:avLst>
              <a:gd name="adj1" fmla="val 43025"/>
              <a:gd name="adj2" fmla="val -157428"/>
            </a:avLst>
          </a:prstGeom>
          <a:solidFill>
            <a:srgbClr val="737373"/>
          </a:solidFill>
          <a:ln>
            <a:noFill/>
          </a:ln>
        </p:spPr>
        <p:style>
          <a:lnRef idx="2">
            <a:schemeClr val="dk1"/>
          </a:lnRef>
          <a:fillRef idx="1">
            <a:schemeClr val="lt1"/>
          </a:fillRef>
          <a:effectRef idx="0">
            <a:schemeClr val="dk1"/>
          </a:effectRef>
          <a:fontRef idx="minor">
            <a:schemeClr val="dk1"/>
          </a:fontRef>
        </p:style>
        <p:txBody>
          <a:bodyPr rtlCol="0" anchor="ctr"/>
          <a:lstStyle/>
          <a:p>
            <a:r>
              <a:rPr lang="en-AU" sz="2000" dirty="0">
                <a:solidFill>
                  <a:schemeClr val="lt1"/>
                </a:solidFill>
                <a:latin typeface="Segoe UI Light" panose="020B0502040204020203" pitchFamily="34" charset="0"/>
                <a:cs typeface="Segoe UI Light" panose="020B0502040204020203" pitchFamily="34" charset="0"/>
              </a:rPr>
              <a:t>Parentheses that enclose the argument and its value must follow "Parameter" keyword with no intervening space</a:t>
            </a:r>
          </a:p>
        </p:txBody>
      </p:sp>
      <p:sp>
        <p:nvSpPr>
          <p:cNvPr id="5" name="Rectangular Callout 6">
            <a:extLst>
              <a:ext uri="{FF2B5EF4-FFF2-40B4-BE49-F238E27FC236}">
                <a16:creationId xmlns:a16="http://schemas.microsoft.com/office/drawing/2014/main" id="{7A323F01-E0A7-479E-B420-5CBA9214F796}"/>
              </a:ext>
            </a:extLst>
          </p:cNvPr>
          <p:cNvSpPr/>
          <p:nvPr/>
        </p:nvSpPr>
        <p:spPr>
          <a:xfrm>
            <a:off x="7071866" y="5578149"/>
            <a:ext cx="4464496" cy="649614"/>
          </a:xfrm>
          <a:prstGeom prst="wedgeRectCallout">
            <a:avLst>
              <a:gd name="adj1" fmla="val 33462"/>
              <a:gd name="adj2" fmla="val -398262"/>
            </a:avLst>
          </a:prstGeom>
          <a:solidFill>
            <a:srgbClr val="737373"/>
          </a:solidFill>
          <a:ln>
            <a:noFill/>
          </a:ln>
        </p:spPr>
        <p:style>
          <a:lnRef idx="2">
            <a:schemeClr val="dk1"/>
          </a:lnRef>
          <a:fillRef idx="1">
            <a:schemeClr val="lt1"/>
          </a:fillRef>
          <a:effectRef idx="0">
            <a:schemeClr val="dk1"/>
          </a:effectRef>
          <a:fontRef idx="minor">
            <a:schemeClr val="dk1"/>
          </a:fontRef>
        </p:style>
        <p:txBody>
          <a:bodyPr rtlCol="0" anchor="ctr"/>
          <a:lstStyle/>
          <a:p>
            <a:r>
              <a:rPr lang="en-AU" sz="2000" dirty="0">
                <a:solidFill>
                  <a:schemeClr val="lt1"/>
                </a:solidFill>
                <a:latin typeface="Segoe UI Light" panose="020B0502040204020203" pitchFamily="34" charset="0"/>
                <a:cs typeface="Segoe UI Light" panose="020B0502040204020203" pitchFamily="34" charset="0"/>
              </a:rPr>
              <a:t>Commas separate arguments</a:t>
            </a:r>
          </a:p>
        </p:txBody>
      </p:sp>
    </p:spTree>
    <p:custDataLst>
      <p:tags r:id="rId1"/>
    </p:custDataLst>
    <p:extLst>
      <p:ext uri="{BB962C8B-B14F-4D97-AF65-F5344CB8AC3E}">
        <p14:creationId xmlns:p14="http://schemas.microsoft.com/office/powerpoint/2010/main" val="3569284726"/>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818FE-5E02-4CC2-BE9A-5186E90F8526}"/>
              </a:ext>
            </a:extLst>
          </p:cNvPr>
          <p:cNvSpPr>
            <a:spLocks noGrp="1"/>
          </p:cNvSpPr>
          <p:nvPr>
            <p:ph type="title"/>
          </p:nvPr>
        </p:nvSpPr>
        <p:spPr/>
        <p:txBody>
          <a:bodyPr/>
          <a:lstStyle/>
          <a:p>
            <a:r>
              <a:rPr lang="en-US" dirty="0" err="1"/>
              <a:t>ParameterSetName</a:t>
            </a:r>
            <a:endParaRPr lang="en-US" dirty="0"/>
          </a:p>
        </p:txBody>
      </p:sp>
      <p:sp>
        <p:nvSpPr>
          <p:cNvPr id="7" name="Subtitle 6">
            <a:extLst>
              <a:ext uri="{FF2B5EF4-FFF2-40B4-BE49-F238E27FC236}">
                <a16:creationId xmlns:a16="http://schemas.microsoft.com/office/drawing/2014/main" id="{D11E47CA-1B2E-43DF-B9A6-2526D7F0F855}"/>
              </a:ext>
            </a:extLst>
          </p:cNvPr>
          <p:cNvSpPr>
            <a:spLocks noGrp="1"/>
          </p:cNvSpPr>
          <p:nvPr>
            <p:ph type="subTitle" idx="1"/>
          </p:nvPr>
        </p:nvSpPr>
        <p:spPr/>
        <p:txBody>
          <a:bodyPr/>
          <a:lstStyle/>
          <a:p>
            <a:endParaRPr lang="en-US" dirty="0"/>
          </a:p>
        </p:txBody>
      </p:sp>
      <p:sp>
        <p:nvSpPr>
          <p:cNvPr id="6" name="Content Placeholder 5">
            <a:extLst>
              <a:ext uri="{FF2B5EF4-FFF2-40B4-BE49-F238E27FC236}">
                <a16:creationId xmlns:a16="http://schemas.microsoft.com/office/drawing/2014/main" id="{29570849-A3B7-4A23-A8ED-A4EA01E99311}"/>
              </a:ext>
            </a:extLst>
          </p:cNvPr>
          <p:cNvSpPr>
            <a:spLocks noGrp="1"/>
          </p:cNvSpPr>
          <p:nvPr>
            <p:ph sz="quarter" idx="13"/>
          </p:nvPr>
        </p:nvSpPr>
        <p:spPr/>
        <p:txBody>
          <a:bodyPr/>
          <a:lstStyle/>
          <a:p>
            <a:r>
              <a:rPr lang="en-AU" sz="2400" dirty="0">
                <a:solidFill>
                  <a:srgbClr val="00008B"/>
                </a:solidFill>
                <a:latin typeface="Lucida Console" panose="020B0609040504020204" pitchFamily="49" charset="0"/>
              </a:rPr>
              <a:t>Param</a:t>
            </a:r>
            <a:r>
              <a:rPr lang="en-AU" sz="2400" dirty="0">
                <a:solidFill>
                  <a:prstClr val="black"/>
                </a:solidFill>
                <a:latin typeface="Lucida Console" panose="020B0609040504020204" pitchFamily="49" charset="0"/>
              </a:rPr>
              <a:t> (</a:t>
            </a:r>
          </a:p>
          <a:p>
            <a:r>
              <a:rPr lang="en-AU" sz="2400" dirty="0">
                <a:solidFill>
                  <a:srgbClr val="A9A9A9"/>
                </a:solidFill>
                <a:latin typeface="Lucida Console" panose="020B0609040504020204" pitchFamily="49" charset="0"/>
              </a:rPr>
              <a:t>  [</a:t>
            </a:r>
            <a:r>
              <a:rPr lang="en-AU" sz="2400" dirty="0">
                <a:solidFill>
                  <a:schemeClr val="accent1"/>
                </a:solidFill>
                <a:latin typeface="Lucida Console" panose="020B0609040504020204" pitchFamily="49" charset="0"/>
              </a:rPr>
              <a:t>parameter</a:t>
            </a:r>
            <a:r>
              <a:rPr lang="en-AU" sz="2400" dirty="0">
                <a:solidFill>
                  <a:prstClr val="black"/>
                </a:solidFill>
                <a:latin typeface="Lucida Console" panose="020B0609040504020204" pitchFamily="49" charset="0"/>
              </a:rPr>
              <a:t>(</a:t>
            </a:r>
            <a:r>
              <a:rPr lang="en-AU" sz="2400" dirty="0" err="1">
                <a:solidFill>
                  <a:prstClr val="black"/>
                </a:solidFill>
                <a:latin typeface="Lucida Console" panose="020B0609040504020204" pitchFamily="49" charset="0"/>
              </a:rPr>
              <a:t>ParameterSetName</a:t>
            </a:r>
            <a:r>
              <a:rPr lang="en-AU" sz="2400" dirty="0">
                <a:solidFill>
                  <a:srgbClr val="A9A9A9"/>
                </a:solidFill>
                <a:latin typeface="Lucida Console" panose="020B0609040504020204" pitchFamily="49" charset="0"/>
              </a:rPr>
              <a:t>=</a:t>
            </a:r>
            <a:r>
              <a:rPr lang="en-AU" sz="2400" dirty="0">
                <a:solidFill>
                  <a:srgbClr val="8B0000"/>
                </a:solidFill>
                <a:latin typeface="Lucida Console" panose="020B0609040504020204" pitchFamily="49" charset="0"/>
              </a:rPr>
              <a:t>"Machine"</a:t>
            </a:r>
            <a:r>
              <a:rPr lang="en-AU" sz="2400" dirty="0">
                <a:solidFill>
                  <a:prstClr val="black"/>
                </a:solidFill>
                <a:latin typeface="Lucida Console" panose="020B0609040504020204" pitchFamily="49" charset="0"/>
              </a:rPr>
              <a:t>)</a:t>
            </a:r>
            <a:r>
              <a:rPr lang="en-AU" sz="2400" dirty="0">
                <a:solidFill>
                  <a:srgbClr val="A9A9A9"/>
                </a:solidFill>
                <a:latin typeface="Lucida Console" panose="020B0609040504020204" pitchFamily="49" charset="0"/>
              </a:rPr>
              <a:t>]</a:t>
            </a:r>
          </a:p>
          <a:p>
            <a:r>
              <a:rPr lang="en-AU" sz="2400" dirty="0">
                <a:solidFill>
                  <a:srgbClr val="A9A9A9"/>
                </a:solidFill>
                <a:latin typeface="Lucida Console" panose="020B0609040504020204" pitchFamily="49" charset="0"/>
              </a:rPr>
              <a:t>  [</a:t>
            </a:r>
            <a:r>
              <a:rPr lang="en-AU" sz="2400" dirty="0">
                <a:solidFill>
                  <a:srgbClr val="008080"/>
                </a:solidFill>
                <a:latin typeface="Lucida Console" panose="020B0609040504020204" pitchFamily="49" charset="0"/>
              </a:rPr>
              <a:t>String</a:t>
            </a:r>
            <a:r>
              <a:rPr lang="en-AU" sz="2400" dirty="0">
                <a:solidFill>
                  <a:srgbClr val="A9A9A9"/>
                </a:solidFill>
                <a:latin typeface="Lucida Console" panose="020B0609040504020204" pitchFamily="49" charset="0"/>
              </a:rPr>
              <a:t>[]]</a:t>
            </a:r>
            <a:r>
              <a:rPr lang="en-AU" sz="2400" dirty="0">
                <a:solidFill>
                  <a:srgbClr val="FF4500"/>
                </a:solidFill>
                <a:latin typeface="Lucida Console" panose="020B0609040504020204" pitchFamily="49" charset="0"/>
              </a:rPr>
              <a:t>$</a:t>
            </a:r>
            <a:r>
              <a:rPr lang="en-AU" sz="2400" dirty="0" err="1">
                <a:solidFill>
                  <a:srgbClr val="FF4500"/>
                </a:solidFill>
                <a:latin typeface="Lucida Console" panose="020B0609040504020204" pitchFamily="49" charset="0"/>
              </a:rPr>
              <a:t>MachineName</a:t>
            </a:r>
            <a:r>
              <a:rPr lang="en-AU" sz="2400" dirty="0">
                <a:solidFill>
                  <a:srgbClr val="A9A9A9"/>
                </a:solidFill>
                <a:latin typeface="Lucida Console" panose="020B0609040504020204" pitchFamily="49" charset="0"/>
              </a:rPr>
              <a:t>,</a:t>
            </a:r>
          </a:p>
          <a:p>
            <a:pPr marL="0" marR="0" indent="0" defTabSz="914400" eaLnBrk="1" fontAlgn="auto" latinLnBrk="0" hangingPunct="1">
              <a:lnSpc>
                <a:spcPct val="100000"/>
              </a:lnSpc>
              <a:spcBef>
                <a:spcPts val="0"/>
              </a:spcBef>
              <a:spcAft>
                <a:spcPts val="0"/>
              </a:spcAft>
              <a:buClrTx/>
              <a:buSzTx/>
              <a:buFontTx/>
              <a:buNone/>
              <a:tabLst/>
              <a:defRPr/>
            </a:pPr>
            <a:r>
              <a:rPr lang="en-AU" sz="2400" dirty="0">
                <a:solidFill>
                  <a:srgbClr val="A9A9A9"/>
                </a:solidFill>
                <a:latin typeface="Lucida Console" panose="020B0609040504020204" pitchFamily="49" charset="0"/>
              </a:rPr>
              <a:t>  [</a:t>
            </a:r>
            <a:r>
              <a:rPr lang="en-AU" sz="2400" dirty="0">
                <a:solidFill>
                  <a:schemeClr val="accent1"/>
                </a:solidFill>
                <a:latin typeface="Lucida Console" panose="020B0609040504020204" pitchFamily="49" charset="0"/>
              </a:rPr>
              <a:t>parameter</a:t>
            </a:r>
            <a:r>
              <a:rPr lang="en-AU" sz="2400" dirty="0">
                <a:solidFill>
                  <a:prstClr val="black"/>
                </a:solidFill>
                <a:latin typeface="Lucida Console" panose="020B0609040504020204" pitchFamily="49" charset="0"/>
              </a:rPr>
              <a:t>(</a:t>
            </a:r>
            <a:r>
              <a:rPr lang="en-AU" sz="2400" dirty="0" err="1">
                <a:solidFill>
                  <a:prstClr val="black"/>
                </a:solidFill>
                <a:latin typeface="Lucida Console" panose="020B0609040504020204" pitchFamily="49" charset="0"/>
              </a:rPr>
              <a:t>ParameterSetName</a:t>
            </a:r>
            <a:r>
              <a:rPr lang="en-AU" sz="2400" dirty="0">
                <a:solidFill>
                  <a:srgbClr val="A9A9A9"/>
                </a:solidFill>
                <a:latin typeface="Lucida Console" panose="020B0609040504020204" pitchFamily="49" charset="0"/>
              </a:rPr>
              <a:t>=</a:t>
            </a:r>
            <a:r>
              <a:rPr lang="en-AU" sz="2400" dirty="0">
                <a:solidFill>
                  <a:srgbClr val="8B0000"/>
                </a:solidFill>
                <a:latin typeface="Lucida Console" panose="020B0609040504020204" pitchFamily="49" charset="0"/>
              </a:rPr>
              <a:t>"User"</a:t>
            </a:r>
            <a:r>
              <a:rPr lang="en-AU" sz="2400" dirty="0">
                <a:solidFill>
                  <a:prstClr val="black"/>
                </a:solidFill>
                <a:latin typeface="Lucida Console" panose="020B0609040504020204" pitchFamily="49" charset="0"/>
              </a:rPr>
              <a:t>)</a:t>
            </a:r>
            <a:r>
              <a:rPr lang="en-AU" sz="2400" dirty="0">
                <a:solidFill>
                  <a:srgbClr val="A9A9A9"/>
                </a:solidFill>
                <a:latin typeface="Lucida Console" panose="020B0609040504020204" pitchFamily="49" charset="0"/>
              </a:rPr>
              <a:t>]</a:t>
            </a:r>
          </a:p>
          <a:p>
            <a:pPr marL="0" marR="0" indent="0" defTabSz="914400" eaLnBrk="1" fontAlgn="auto" latinLnBrk="0" hangingPunct="1">
              <a:lnSpc>
                <a:spcPct val="100000"/>
              </a:lnSpc>
              <a:spcBef>
                <a:spcPts val="0"/>
              </a:spcBef>
              <a:spcAft>
                <a:spcPts val="0"/>
              </a:spcAft>
              <a:buClrTx/>
              <a:buSzTx/>
              <a:buFontTx/>
              <a:buNone/>
              <a:tabLst/>
              <a:defRPr/>
            </a:pPr>
            <a:r>
              <a:rPr lang="en-AU" sz="2400" dirty="0">
                <a:solidFill>
                  <a:srgbClr val="A9A9A9"/>
                </a:solidFill>
                <a:latin typeface="Lucida Console" panose="020B0609040504020204" pitchFamily="49" charset="0"/>
              </a:rPr>
              <a:t>  [</a:t>
            </a:r>
            <a:r>
              <a:rPr lang="en-AU" sz="2400" dirty="0">
                <a:solidFill>
                  <a:srgbClr val="008080"/>
                </a:solidFill>
                <a:latin typeface="Lucida Console" panose="020B0609040504020204" pitchFamily="49" charset="0"/>
              </a:rPr>
              <a:t>String</a:t>
            </a:r>
            <a:r>
              <a:rPr lang="en-AU" sz="2400" dirty="0">
                <a:solidFill>
                  <a:srgbClr val="A9A9A9"/>
                </a:solidFill>
                <a:latin typeface="Lucida Console" panose="020B0609040504020204" pitchFamily="49" charset="0"/>
              </a:rPr>
              <a:t>[]]</a:t>
            </a:r>
            <a:r>
              <a:rPr lang="en-AU" sz="2400" dirty="0">
                <a:solidFill>
                  <a:srgbClr val="FF4500"/>
                </a:solidFill>
                <a:latin typeface="Lucida Console" panose="020B0609040504020204" pitchFamily="49" charset="0"/>
              </a:rPr>
              <a:t>$</a:t>
            </a:r>
            <a:r>
              <a:rPr lang="en-AU" sz="2400" dirty="0" err="1">
                <a:solidFill>
                  <a:srgbClr val="FF4500"/>
                </a:solidFill>
                <a:latin typeface="Lucida Console" panose="020B0609040504020204" pitchFamily="49" charset="0"/>
              </a:rPr>
              <a:t>UserName</a:t>
            </a:r>
            <a:endParaRPr lang="en-AU" sz="2400" dirty="0">
              <a:solidFill>
                <a:srgbClr val="FF4500"/>
              </a:solidFill>
              <a:latin typeface="Lucida Console" panose="020B0609040504020204" pitchFamily="49" charset="0"/>
            </a:endParaRPr>
          </a:p>
          <a:p>
            <a:pPr marL="0" marR="0" indent="0" defTabSz="914400" eaLnBrk="1" fontAlgn="auto" latinLnBrk="0" hangingPunct="1">
              <a:lnSpc>
                <a:spcPct val="100000"/>
              </a:lnSpc>
              <a:spcBef>
                <a:spcPts val="0"/>
              </a:spcBef>
              <a:spcAft>
                <a:spcPts val="0"/>
              </a:spcAft>
              <a:buClrTx/>
              <a:buSzTx/>
              <a:buFontTx/>
              <a:buNone/>
              <a:tabLst/>
              <a:defRPr/>
            </a:pPr>
            <a:r>
              <a:rPr lang="en-AU" sz="2400" dirty="0">
                <a:solidFill>
                  <a:prstClr val="black"/>
                </a:solidFill>
                <a:latin typeface="Lucida Console" panose="020B0609040504020204" pitchFamily="49" charset="0"/>
              </a:rPr>
              <a:t>)</a:t>
            </a:r>
            <a:r>
              <a:rPr lang="en-AU" sz="2400" dirty="0">
                <a:solidFill>
                  <a:srgbClr val="A9A9A9"/>
                </a:solidFill>
                <a:latin typeface="Lucida Console" panose="020B0609040504020204" pitchFamily="49" charset="0"/>
              </a:rPr>
              <a:t> </a:t>
            </a:r>
          </a:p>
          <a:p>
            <a:endParaRPr lang="en-US" dirty="0"/>
          </a:p>
        </p:txBody>
      </p:sp>
      <p:sp>
        <p:nvSpPr>
          <p:cNvPr id="8" name="Speech Bubble: Rectangle 7">
            <a:extLst>
              <a:ext uri="{FF2B5EF4-FFF2-40B4-BE49-F238E27FC236}">
                <a16:creationId xmlns:a16="http://schemas.microsoft.com/office/drawing/2014/main" id="{E19046CB-0319-41AD-9D21-2819AF017B7C}"/>
              </a:ext>
            </a:extLst>
          </p:cNvPr>
          <p:cNvSpPr/>
          <p:nvPr/>
        </p:nvSpPr>
        <p:spPr bwMode="auto">
          <a:xfrm>
            <a:off x="655638" y="4488134"/>
            <a:ext cx="10880724" cy="1739630"/>
          </a:xfrm>
          <a:prstGeom prst="wedgeRectCallout">
            <a:avLst>
              <a:gd name="adj1" fmla="val 6199"/>
              <a:gd name="adj2" fmla="val -130857"/>
            </a:avLst>
          </a:prstGeom>
          <a:solidFill>
            <a:srgbClr val="737373"/>
          </a:solidFill>
          <a:ln>
            <a:noFill/>
          </a:ln>
        </p:spPr>
        <p:style>
          <a:lnRef idx="2">
            <a:schemeClr val="dk1"/>
          </a:lnRef>
          <a:fillRef idx="1">
            <a:schemeClr val="lt1"/>
          </a:fillRef>
          <a:effectRef idx="0">
            <a:schemeClr val="dk1"/>
          </a:effectRef>
          <a:fontRef idx="minor">
            <a:schemeClr val="dk1"/>
          </a:fontRef>
        </p:style>
        <p:txBody>
          <a:bodyPr rtlCol="0" anchor="ctr"/>
          <a:lstStyle/>
          <a:p>
            <a:r>
              <a:rPr lang="en-AU" sz="2000" dirty="0">
                <a:solidFill>
                  <a:schemeClr val="lt1"/>
                </a:solidFill>
                <a:latin typeface="Segoe UI Light" panose="020B0502040204020203" pitchFamily="34" charset="0"/>
                <a:cs typeface="Segoe UI Light" panose="020B0502040204020203" pitchFamily="34" charset="0"/>
              </a:rPr>
              <a:t>Specifies parameter set to which a parameter belongs.</a:t>
            </a:r>
          </a:p>
          <a:p>
            <a:r>
              <a:rPr lang="en-AU" sz="2000" dirty="0">
                <a:solidFill>
                  <a:schemeClr val="lt1"/>
                </a:solidFill>
                <a:latin typeface="Segoe UI Light" panose="020B0502040204020203" pitchFamily="34" charset="0"/>
                <a:cs typeface="Segoe UI Light" panose="020B0502040204020203" pitchFamily="34" charset="0"/>
              </a:rPr>
              <a:t>If no parameter set is specified, parameter belongs to all the parameter sets defined by the function</a:t>
            </a:r>
          </a:p>
          <a:p>
            <a:r>
              <a:rPr lang="en-AU" sz="2000" dirty="0">
                <a:solidFill>
                  <a:schemeClr val="lt1"/>
                </a:solidFill>
                <a:latin typeface="Segoe UI Light" panose="020B0502040204020203" pitchFamily="34" charset="0"/>
                <a:cs typeface="Segoe UI Light" panose="020B0502040204020203" pitchFamily="34" charset="0"/>
              </a:rPr>
              <a:t>To be unique, each parameter set must have at least one parameter that is not a member of any other parameter set.</a:t>
            </a:r>
          </a:p>
        </p:txBody>
      </p:sp>
      <p:pic>
        <p:nvPicPr>
          <p:cNvPr id="3" name="Picture 2">
            <a:extLst>
              <a:ext uri="{FF2B5EF4-FFF2-40B4-BE49-F238E27FC236}">
                <a16:creationId xmlns:a16="http://schemas.microsoft.com/office/drawing/2014/main" id="{71FBC5D2-7929-F581-CB61-CD843CDFA3B9}"/>
              </a:ext>
            </a:extLst>
          </p:cNvPr>
          <p:cNvPicPr>
            <a:picLocks noChangeAspect="1"/>
          </p:cNvPicPr>
          <p:nvPr/>
        </p:nvPicPr>
        <p:blipFill>
          <a:blip r:embed="rId3"/>
          <a:stretch>
            <a:fillRect/>
          </a:stretch>
        </p:blipFill>
        <p:spPr>
          <a:xfrm>
            <a:off x="10395847" y="320040"/>
            <a:ext cx="1113219" cy="1264722"/>
          </a:xfrm>
          <a:prstGeom prst="rect">
            <a:avLst/>
          </a:prstGeom>
        </p:spPr>
      </p:pic>
    </p:spTree>
    <p:custDataLst>
      <p:tags r:id="rId1"/>
    </p:custDataLst>
    <p:extLst>
      <p:ext uri="{BB962C8B-B14F-4D97-AF65-F5344CB8AC3E}">
        <p14:creationId xmlns:p14="http://schemas.microsoft.com/office/powerpoint/2010/main" val="3634448245"/>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B60B9-8D97-4B2F-BD77-7928B713EC25}"/>
              </a:ext>
            </a:extLst>
          </p:cNvPr>
          <p:cNvSpPr>
            <a:spLocks noGrp="1"/>
          </p:cNvSpPr>
          <p:nvPr>
            <p:ph type="title"/>
          </p:nvPr>
        </p:nvSpPr>
        <p:spPr/>
        <p:txBody>
          <a:bodyPr/>
          <a:lstStyle/>
          <a:p>
            <a:r>
              <a:rPr lang="en-US" dirty="0"/>
              <a:t>Mandatory and position</a:t>
            </a:r>
          </a:p>
        </p:txBody>
      </p:sp>
      <p:graphicFrame>
        <p:nvGraphicFramePr>
          <p:cNvPr id="4" name="Table 3">
            <a:extLst>
              <a:ext uri="{FF2B5EF4-FFF2-40B4-BE49-F238E27FC236}">
                <a16:creationId xmlns:a16="http://schemas.microsoft.com/office/drawing/2014/main" id="{EC1824ED-9E37-450B-A4E6-8F457D1E8E8F}"/>
              </a:ext>
            </a:extLst>
          </p:cNvPr>
          <p:cNvGraphicFramePr>
            <a:graphicFrameLocks noGrp="1"/>
          </p:cNvGraphicFramePr>
          <p:nvPr>
            <p:extLst>
              <p:ext uri="{D42A27DB-BD31-4B8C-83A1-F6EECF244321}">
                <p14:modId xmlns:p14="http://schemas.microsoft.com/office/powerpoint/2010/main" val="743897742"/>
              </p:ext>
            </p:extLst>
          </p:nvPr>
        </p:nvGraphicFramePr>
        <p:xfrm>
          <a:off x="551384" y="1556792"/>
          <a:ext cx="9025845" cy="939932"/>
        </p:xfrm>
        <a:graphic>
          <a:graphicData uri="http://schemas.openxmlformats.org/drawingml/2006/table">
            <a:tbl>
              <a:tblPr firstRow="1" bandRow="1"/>
              <a:tblGrid>
                <a:gridCol w="9025845">
                  <a:extLst>
                    <a:ext uri="{9D8B030D-6E8A-4147-A177-3AD203B41FA5}">
                      <a16:colId xmlns:a16="http://schemas.microsoft.com/office/drawing/2014/main" val="1702525158"/>
                    </a:ext>
                  </a:extLst>
                </a:gridCol>
              </a:tblGrid>
              <a:tr h="469966">
                <a:tc>
                  <a:txBody>
                    <a:bodyPr/>
                    <a:lstStyle/>
                    <a:p>
                      <a:r>
                        <a:rPr lang="en-AU" sz="2000" dirty="0">
                          <a:solidFill>
                            <a:schemeClr val="lt1"/>
                          </a:solidFill>
                          <a:latin typeface="Segoe UI Light" panose="020B0502040204020203" pitchFamily="34" charset="0"/>
                          <a:cs typeface="Segoe UI Light" panose="020B0502040204020203" pitchFamily="34" charset="0"/>
                        </a:rPr>
                        <a:t>Mandatory</a:t>
                      </a:r>
                    </a:p>
                  </a:txBody>
                  <a:tcPr anchor="ctr">
                    <a:lnL w="9525" cap="flat" cmpd="sng" algn="ctr">
                      <a:solidFill>
                        <a:srgbClr val="4F81BD">
                          <a:shade val="95000"/>
                          <a:satMod val="105000"/>
                        </a:srgbClr>
                      </a:solidFill>
                      <a:prstDash val="solid"/>
                    </a:lnL>
                    <a:lnR w="9525" cap="flat" cmpd="sng" algn="ctr">
                      <a:solidFill>
                        <a:srgbClr val="4F81BD">
                          <a:shade val="95000"/>
                          <a:satMod val="105000"/>
                        </a:srgbClr>
                      </a:solidFill>
                      <a:prstDash val="solid"/>
                    </a:lnR>
                    <a:lnT w="9525" cap="flat" cmpd="sng" algn="ctr">
                      <a:solidFill>
                        <a:srgbClr val="4F81BD">
                          <a:shade val="95000"/>
                          <a:satMod val="105000"/>
                        </a:srgbClr>
                      </a:solidFill>
                      <a:prstDash val="solid"/>
                    </a:lnT>
                    <a:lnB w="9525" cap="flat" cmpd="sng" algn="ctr">
                      <a:solidFill>
                        <a:srgbClr val="4F81BD">
                          <a:shade val="95000"/>
                          <a:satMod val="105000"/>
                        </a:srgbClr>
                      </a:solidFill>
                      <a:prstDash val="solid"/>
                      <a:round/>
                      <a:headEnd type="none" w="med" len="med"/>
                      <a:tailEnd type="none" w="med" len="med"/>
                    </a:lnB>
                    <a:lnTlToBr w="12700" cmpd="sng">
                      <a:noFill/>
                      <a:prstDash val="solid"/>
                    </a:lnTlToBr>
                    <a:lnBlToTr w="12700" cmpd="sng">
                      <a:noFill/>
                      <a:prstDash val="solid"/>
                    </a:lnBlToTr>
                    <a:solidFill>
                      <a:srgbClr val="012456"/>
                    </a:solidFill>
                  </a:tcPr>
                </a:tc>
                <a:extLst>
                  <a:ext uri="{0D108BD9-81ED-4DB2-BD59-A6C34878D82A}">
                    <a16:rowId xmlns:a16="http://schemas.microsoft.com/office/drawing/2014/main" val="3855702866"/>
                  </a:ext>
                </a:extLst>
              </a:tr>
              <a:tr h="469966">
                <a:tc>
                  <a:txBody>
                    <a:bodyPr/>
                    <a:lstStyle/>
                    <a:p>
                      <a:r>
                        <a:rPr lang="en-AU" sz="2000" dirty="0">
                          <a:solidFill>
                            <a:srgbClr val="00008B"/>
                          </a:solidFill>
                          <a:latin typeface="Lucida Console" panose="020B0609040504020204" pitchFamily="49" charset="0"/>
                        </a:rPr>
                        <a:t>Param</a:t>
                      </a:r>
                      <a:r>
                        <a:rPr lang="en-AU" sz="2000" baseline="0" dirty="0">
                          <a:solidFill>
                            <a:prstClr val="black"/>
                          </a:solidFill>
                          <a:latin typeface="Lucida Console" panose="020B0609040504020204" pitchFamily="49" charset="0"/>
                        </a:rPr>
                        <a:t> </a:t>
                      </a:r>
                      <a:r>
                        <a:rPr lang="en-AU" sz="2000" dirty="0">
                          <a:solidFill>
                            <a:prstClr val="black"/>
                          </a:solidFill>
                          <a:latin typeface="Lucida Console" panose="020B0609040504020204" pitchFamily="49" charset="0"/>
                        </a:rPr>
                        <a:t>(</a:t>
                      </a:r>
                      <a:r>
                        <a:rPr lang="en-AU" sz="2000" dirty="0">
                          <a:solidFill>
                            <a:srgbClr val="A9A9A9"/>
                          </a:solidFill>
                          <a:latin typeface="Lucida Console" panose="020B0609040504020204" pitchFamily="49" charset="0"/>
                        </a:rPr>
                        <a:t>[</a:t>
                      </a:r>
                      <a:r>
                        <a:rPr lang="en-AU" sz="2000" dirty="0">
                          <a:solidFill>
                            <a:schemeClr val="accent1"/>
                          </a:solidFill>
                          <a:latin typeface="Lucida Console" panose="020B0609040504020204" pitchFamily="49" charset="0"/>
                        </a:rPr>
                        <a:t>parameter</a:t>
                      </a:r>
                      <a:r>
                        <a:rPr lang="en-AU" sz="2000" dirty="0">
                          <a:solidFill>
                            <a:prstClr val="black"/>
                          </a:solidFill>
                          <a:latin typeface="Lucida Console" panose="020B0609040504020204" pitchFamily="49" charset="0"/>
                        </a:rPr>
                        <a:t>(Mandatory</a:t>
                      </a:r>
                      <a:r>
                        <a:rPr lang="en-AU" sz="2000" dirty="0">
                          <a:solidFill>
                            <a:srgbClr val="A9A9A9"/>
                          </a:solidFill>
                          <a:latin typeface="Lucida Console" panose="020B0609040504020204" pitchFamily="49" charset="0"/>
                        </a:rPr>
                        <a:t>=</a:t>
                      </a:r>
                      <a:r>
                        <a:rPr lang="en-AU" sz="2000" dirty="0">
                          <a:solidFill>
                            <a:srgbClr val="FF4500"/>
                          </a:solidFill>
                          <a:latin typeface="Lucida Console" panose="020B0609040504020204" pitchFamily="49" charset="0"/>
                        </a:rPr>
                        <a:t>$true</a:t>
                      </a:r>
                      <a:r>
                        <a:rPr lang="en-AU" sz="2000" dirty="0">
                          <a:solidFill>
                            <a:prstClr val="black"/>
                          </a:solidFill>
                          <a:latin typeface="Lucida Console" panose="020B0609040504020204" pitchFamily="49" charset="0"/>
                        </a:rPr>
                        <a:t>)</a:t>
                      </a:r>
                      <a:r>
                        <a:rPr lang="en-AU" sz="2000" dirty="0">
                          <a:solidFill>
                            <a:srgbClr val="A9A9A9"/>
                          </a:solidFill>
                          <a:latin typeface="Lucida Console" panose="020B0609040504020204" pitchFamily="49" charset="0"/>
                        </a:rPr>
                        <a:t>][</a:t>
                      </a:r>
                      <a:r>
                        <a:rPr lang="en-AU" sz="2000" dirty="0">
                          <a:solidFill>
                            <a:srgbClr val="008080"/>
                          </a:solidFill>
                          <a:latin typeface="Lucida Console" panose="020B0609040504020204" pitchFamily="49" charset="0"/>
                        </a:rPr>
                        <a:t>String</a:t>
                      </a:r>
                      <a:r>
                        <a:rPr lang="en-AU" sz="2000" dirty="0">
                          <a:solidFill>
                            <a:srgbClr val="A9A9A9"/>
                          </a:solidFill>
                          <a:latin typeface="Lucida Console" panose="020B0609040504020204" pitchFamily="49" charset="0"/>
                        </a:rPr>
                        <a:t>[]]</a:t>
                      </a:r>
                      <a:r>
                        <a:rPr lang="en-AU" sz="2000" dirty="0">
                          <a:solidFill>
                            <a:srgbClr val="FF4500"/>
                          </a:solidFill>
                          <a:latin typeface="Lucida Console" panose="020B0609040504020204" pitchFamily="49" charset="0"/>
                        </a:rPr>
                        <a:t>$</a:t>
                      </a:r>
                      <a:r>
                        <a:rPr lang="en-AU" sz="2000" dirty="0" err="1">
                          <a:solidFill>
                            <a:srgbClr val="FF4500"/>
                          </a:solidFill>
                          <a:latin typeface="Lucida Console" panose="020B0609040504020204" pitchFamily="49" charset="0"/>
                        </a:rPr>
                        <a:t>MachineName</a:t>
                      </a:r>
                      <a:r>
                        <a:rPr lang="en-AU" sz="2000" dirty="0">
                          <a:solidFill>
                            <a:prstClr val="black"/>
                          </a:solidFill>
                          <a:latin typeface="Lucida Console" panose="020B0609040504020204" pitchFamily="49" charset="0"/>
                        </a:rPr>
                        <a:t>)</a:t>
                      </a:r>
                    </a:p>
                  </a:txBody>
                  <a:tcPr anchor="ctr">
                    <a:lnL w="9525" cap="flat" cmpd="sng" algn="ctr">
                      <a:solidFill>
                        <a:srgbClr val="4F81BD">
                          <a:shade val="95000"/>
                          <a:satMod val="105000"/>
                        </a:srgbClr>
                      </a:solidFill>
                      <a:prstDash val="solid"/>
                    </a:lnL>
                    <a:lnR w="9525" cap="flat" cmpd="sng" algn="ctr">
                      <a:solidFill>
                        <a:srgbClr val="4F81BD">
                          <a:shade val="95000"/>
                          <a:satMod val="105000"/>
                        </a:srgbClr>
                      </a:solidFill>
                      <a:prstDash val="solid"/>
                    </a:lnR>
                    <a:lnT w="9525" cap="flat" cmpd="sng" algn="ctr">
                      <a:solidFill>
                        <a:srgbClr val="4F81BD">
                          <a:shade val="95000"/>
                          <a:satMod val="105000"/>
                        </a:srgbClr>
                      </a:solidFill>
                      <a:prstDash val="solid"/>
                      <a:round/>
                      <a:headEnd type="none" w="med" len="med"/>
                      <a:tailEnd type="none" w="med" len="med"/>
                    </a:lnT>
                    <a:lnB w="9525" cap="flat" cmpd="sng" algn="ctr">
                      <a:solidFill>
                        <a:srgbClr val="4F81BD">
                          <a:shade val="95000"/>
                          <a:satMod val="10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00796972"/>
                  </a:ext>
                </a:extLst>
              </a:tr>
            </a:tbl>
          </a:graphicData>
        </a:graphic>
      </p:graphicFrame>
      <p:graphicFrame>
        <p:nvGraphicFramePr>
          <p:cNvPr id="5" name="Table 4">
            <a:extLst>
              <a:ext uri="{FF2B5EF4-FFF2-40B4-BE49-F238E27FC236}">
                <a16:creationId xmlns:a16="http://schemas.microsoft.com/office/drawing/2014/main" id="{5A632051-1468-4153-B538-997DB4A8C254}"/>
              </a:ext>
            </a:extLst>
          </p:cNvPr>
          <p:cNvGraphicFramePr>
            <a:graphicFrameLocks noGrp="1"/>
          </p:cNvGraphicFramePr>
          <p:nvPr>
            <p:extLst>
              <p:ext uri="{D42A27DB-BD31-4B8C-83A1-F6EECF244321}">
                <p14:modId xmlns:p14="http://schemas.microsoft.com/office/powerpoint/2010/main" val="365194995"/>
              </p:ext>
            </p:extLst>
          </p:nvPr>
        </p:nvGraphicFramePr>
        <p:xfrm>
          <a:off x="551384" y="2886055"/>
          <a:ext cx="9080205" cy="939932"/>
        </p:xfrm>
        <a:graphic>
          <a:graphicData uri="http://schemas.openxmlformats.org/drawingml/2006/table">
            <a:tbl>
              <a:tblPr firstRow="1" bandRow="1"/>
              <a:tblGrid>
                <a:gridCol w="9080205">
                  <a:extLst>
                    <a:ext uri="{9D8B030D-6E8A-4147-A177-3AD203B41FA5}">
                      <a16:colId xmlns:a16="http://schemas.microsoft.com/office/drawing/2014/main" val="1973355263"/>
                    </a:ext>
                  </a:extLst>
                </a:gridCol>
              </a:tblGrid>
              <a:tr h="469966">
                <a:tc>
                  <a:txBody>
                    <a:bodyPr/>
                    <a:lstStyle/>
                    <a:p>
                      <a:r>
                        <a:rPr lang="en-AU" sz="2000" dirty="0">
                          <a:solidFill>
                            <a:schemeClr val="lt1"/>
                          </a:solidFill>
                          <a:latin typeface="Segoe UI Light" panose="020B0502040204020203" pitchFamily="34" charset="0"/>
                          <a:cs typeface="Segoe UI Light" panose="020B0502040204020203" pitchFamily="34" charset="0"/>
                        </a:rPr>
                        <a:t>Position</a:t>
                      </a:r>
                    </a:p>
                  </a:txBody>
                  <a:tcPr anchor="ctr">
                    <a:lnL w="9525" cap="flat" cmpd="sng" algn="ctr">
                      <a:solidFill>
                        <a:srgbClr val="4F81BD">
                          <a:shade val="95000"/>
                          <a:satMod val="105000"/>
                        </a:srgbClr>
                      </a:solidFill>
                      <a:prstDash val="solid"/>
                    </a:lnL>
                    <a:lnR w="9525" cap="flat" cmpd="sng" algn="ctr">
                      <a:solidFill>
                        <a:srgbClr val="4F81BD">
                          <a:shade val="95000"/>
                          <a:satMod val="105000"/>
                        </a:srgbClr>
                      </a:solidFill>
                      <a:prstDash val="solid"/>
                    </a:lnR>
                    <a:lnT w="9525" cap="flat" cmpd="sng" algn="ctr">
                      <a:solidFill>
                        <a:srgbClr val="4F81BD">
                          <a:shade val="95000"/>
                          <a:satMod val="105000"/>
                        </a:srgbClr>
                      </a:solidFill>
                      <a:prstDash val="solid"/>
                    </a:lnT>
                    <a:lnB w="9525" cap="flat" cmpd="sng" algn="ctr">
                      <a:solidFill>
                        <a:srgbClr val="4F81BD">
                          <a:shade val="95000"/>
                          <a:satMod val="105000"/>
                        </a:srgbClr>
                      </a:solidFill>
                      <a:prstDash val="solid"/>
                      <a:round/>
                      <a:headEnd type="none" w="med" len="med"/>
                      <a:tailEnd type="none" w="med" len="med"/>
                    </a:lnB>
                    <a:lnTlToBr w="12700" cmpd="sng">
                      <a:noFill/>
                      <a:prstDash val="solid"/>
                    </a:lnTlToBr>
                    <a:lnBlToTr w="12700" cmpd="sng">
                      <a:noFill/>
                      <a:prstDash val="solid"/>
                    </a:lnBlToTr>
                    <a:solidFill>
                      <a:srgbClr val="012456"/>
                    </a:solidFill>
                  </a:tcPr>
                </a:tc>
                <a:extLst>
                  <a:ext uri="{0D108BD9-81ED-4DB2-BD59-A6C34878D82A}">
                    <a16:rowId xmlns:a16="http://schemas.microsoft.com/office/drawing/2014/main" val="2246740433"/>
                  </a:ext>
                </a:extLst>
              </a:tr>
              <a:tr h="469966">
                <a:tc>
                  <a:txBody>
                    <a:bodyPr/>
                    <a:lstStyle/>
                    <a:p>
                      <a:r>
                        <a:rPr lang="en-AU" sz="2000" dirty="0">
                          <a:solidFill>
                            <a:srgbClr val="00008B"/>
                          </a:solidFill>
                          <a:latin typeface="Lucida Console" panose="020B0609040504020204" pitchFamily="49" charset="0"/>
                        </a:rPr>
                        <a:t>Param</a:t>
                      </a:r>
                      <a:r>
                        <a:rPr lang="en-AU" sz="2000" baseline="0" dirty="0">
                          <a:solidFill>
                            <a:prstClr val="black"/>
                          </a:solidFill>
                          <a:latin typeface="Lucida Console" panose="020B0609040504020204" pitchFamily="49" charset="0"/>
                        </a:rPr>
                        <a:t> </a:t>
                      </a:r>
                      <a:r>
                        <a:rPr lang="en-AU" sz="2000" dirty="0">
                          <a:solidFill>
                            <a:prstClr val="black"/>
                          </a:solidFill>
                          <a:latin typeface="Lucida Console" panose="020B0609040504020204" pitchFamily="49" charset="0"/>
                        </a:rPr>
                        <a:t>(</a:t>
                      </a:r>
                      <a:r>
                        <a:rPr lang="en-AU" sz="2000" dirty="0">
                          <a:solidFill>
                            <a:srgbClr val="A9A9A9"/>
                          </a:solidFill>
                          <a:latin typeface="Lucida Console" panose="020B0609040504020204" pitchFamily="49" charset="0"/>
                        </a:rPr>
                        <a:t>[</a:t>
                      </a:r>
                      <a:r>
                        <a:rPr lang="en-AU" sz="2000" dirty="0">
                          <a:solidFill>
                            <a:schemeClr val="accent1"/>
                          </a:solidFill>
                          <a:latin typeface="Lucida Console" panose="020B0609040504020204" pitchFamily="49" charset="0"/>
                        </a:rPr>
                        <a:t>parameter</a:t>
                      </a:r>
                      <a:r>
                        <a:rPr lang="en-AU" sz="2000" dirty="0">
                          <a:solidFill>
                            <a:prstClr val="black"/>
                          </a:solidFill>
                          <a:latin typeface="Lucida Console" panose="020B0609040504020204" pitchFamily="49" charset="0"/>
                        </a:rPr>
                        <a:t>(Position</a:t>
                      </a:r>
                      <a:r>
                        <a:rPr lang="en-AU" sz="2000" dirty="0">
                          <a:solidFill>
                            <a:srgbClr val="A9A9A9"/>
                          </a:solidFill>
                          <a:latin typeface="Lucida Console" panose="020B0609040504020204" pitchFamily="49" charset="0"/>
                        </a:rPr>
                        <a:t>=</a:t>
                      </a:r>
                      <a:r>
                        <a:rPr lang="en-AU" sz="2000" dirty="0">
                          <a:solidFill>
                            <a:srgbClr val="800080"/>
                          </a:solidFill>
                          <a:latin typeface="Lucida Console" panose="020B0609040504020204" pitchFamily="49" charset="0"/>
                        </a:rPr>
                        <a:t>0</a:t>
                      </a:r>
                      <a:r>
                        <a:rPr lang="en-AU" sz="2000" dirty="0">
                          <a:solidFill>
                            <a:prstClr val="black"/>
                          </a:solidFill>
                          <a:latin typeface="Lucida Console" panose="020B0609040504020204" pitchFamily="49" charset="0"/>
                        </a:rPr>
                        <a:t>)</a:t>
                      </a:r>
                      <a:r>
                        <a:rPr lang="en-AU" sz="2000" dirty="0">
                          <a:solidFill>
                            <a:srgbClr val="A9A9A9"/>
                          </a:solidFill>
                          <a:latin typeface="Lucida Console" panose="020B0609040504020204" pitchFamily="49" charset="0"/>
                        </a:rPr>
                        <a:t>][</a:t>
                      </a:r>
                      <a:r>
                        <a:rPr lang="en-AU" sz="2000" dirty="0">
                          <a:solidFill>
                            <a:srgbClr val="008080"/>
                          </a:solidFill>
                          <a:latin typeface="Lucida Console" panose="020B0609040504020204" pitchFamily="49" charset="0"/>
                        </a:rPr>
                        <a:t>String</a:t>
                      </a:r>
                      <a:r>
                        <a:rPr lang="en-AU" sz="2000" dirty="0">
                          <a:solidFill>
                            <a:srgbClr val="A9A9A9"/>
                          </a:solidFill>
                          <a:latin typeface="Lucida Console" panose="020B0609040504020204" pitchFamily="49" charset="0"/>
                        </a:rPr>
                        <a:t>[]]</a:t>
                      </a:r>
                      <a:r>
                        <a:rPr lang="en-AU" sz="2000" dirty="0">
                          <a:solidFill>
                            <a:srgbClr val="FF4500"/>
                          </a:solidFill>
                          <a:latin typeface="Lucida Console" panose="020B0609040504020204" pitchFamily="49" charset="0"/>
                        </a:rPr>
                        <a:t>$</a:t>
                      </a:r>
                      <a:r>
                        <a:rPr lang="en-AU" sz="2000" dirty="0" err="1">
                          <a:solidFill>
                            <a:srgbClr val="FF4500"/>
                          </a:solidFill>
                          <a:latin typeface="Lucida Console" panose="020B0609040504020204" pitchFamily="49" charset="0"/>
                        </a:rPr>
                        <a:t>MachineName</a:t>
                      </a:r>
                      <a:r>
                        <a:rPr lang="en-AU" sz="2000" dirty="0">
                          <a:solidFill>
                            <a:prstClr val="black"/>
                          </a:solidFill>
                          <a:latin typeface="Lucida Console" panose="020B0609040504020204" pitchFamily="49" charset="0"/>
                        </a:rPr>
                        <a:t>)</a:t>
                      </a:r>
                    </a:p>
                  </a:txBody>
                  <a:tcPr anchor="ctr">
                    <a:lnL w="9525" cap="flat" cmpd="sng" algn="ctr">
                      <a:solidFill>
                        <a:srgbClr val="4F81BD">
                          <a:shade val="95000"/>
                          <a:satMod val="105000"/>
                        </a:srgbClr>
                      </a:solidFill>
                      <a:prstDash val="solid"/>
                    </a:lnL>
                    <a:lnR w="9525" cap="flat" cmpd="sng" algn="ctr">
                      <a:solidFill>
                        <a:srgbClr val="4F81BD">
                          <a:shade val="95000"/>
                          <a:satMod val="105000"/>
                        </a:srgbClr>
                      </a:solidFill>
                      <a:prstDash val="solid"/>
                    </a:lnR>
                    <a:lnT w="9525" cap="flat" cmpd="sng" algn="ctr">
                      <a:solidFill>
                        <a:srgbClr val="4F81BD">
                          <a:shade val="95000"/>
                          <a:satMod val="105000"/>
                        </a:srgbClr>
                      </a:solidFill>
                      <a:prstDash val="solid"/>
                    </a:lnT>
                    <a:lnB w="9525" cap="flat" cmpd="sng" algn="ctr">
                      <a:solidFill>
                        <a:srgbClr val="4F81BD">
                          <a:shade val="95000"/>
                          <a:satMod val="10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21089378"/>
                  </a:ext>
                </a:extLst>
              </a:tr>
            </a:tbl>
          </a:graphicData>
        </a:graphic>
      </p:graphicFrame>
      <p:sp>
        <p:nvSpPr>
          <p:cNvPr id="6" name="Rectangular Callout 9">
            <a:extLst>
              <a:ext uri="{FF2B5EF4-FFF2-40B4-BE49-F238E27FC236}">
                <a16:creationId xmlns:a16="http://schemas.microsoft.com/office/drawing/2014/main" id="{F7ACBE1A-9029-4D45-9942-B8BAE3E346B2}"/>
              </a:ext>
            </a:extLst>
          </p:cNvPr>
          <p:cNvSpPr/>
          <p:nvPr/>
        </p:nvSpPr>
        <p:spPr>
          <a:xfrm>
            <a:off x="551384" y="3706278"/>
            <a:ext cx="10369152" cy="2539074"/>
          </a:xfrm>
          <a:custGeom>
            <a:avLst/>
            <a:gdLst>
              <a:gd name="connsiteX0" fmla="*/ 0 w 10369152"/>
              <a:gd name="connsiteY0" fmla="*/ 0 h 2271788"/>
              <a:gd name="connsiteX1" fmla="*/ 1728192 w 10369152"/>
              <a:gd name="connsiteY1" fmla="*/ 0 h 2271788"/>
              <a:gd name="connsiteX2" fmla="*/ 3329120 w 10369152"/>
              <a:gd name="connsiteY2" fmla="*/ -514810 h 2271788"/>
              <a:gd name="connsiteX3" fmla="*/ 4320480 w 10369152"/>
              <a:gd name="connsiteY3" fmla="*/ 0 h 2271788"/>
              <a:gd name="connsiteX4" fmla="*/ 10369152 w 10369152"/>
              <a:gd name="connsiteY4" fmla="*/ 0 h 2271788"/>
              <a:gd name="connsiteX5" fmla="*/ 10369152 w 10369152"/>
              <a:gd name="connsiteY5" fmla="*/ 378631 h 2271788"/>
              <a:gd name="connsiteX6" fmla="*/ 10369152 w 10369152"/>
              <a:gd name="connsiteY6" fmla="*/ 378631 h 2271788"/>
              <a:gd name="connsiteX7" fmla="*/ 10369152 w 10369152"/>
              <a:gd name="connsiteY7" fmla="*/ 946578 h 2271788"/>
              <a:gd name="connsiteX8" fmla="*/ 10369152 w 10369152"/>
              <a:gd name="connsiteY8" fmla="*/ 2271788 h 2271788"/>
              <a:gd name="connsiteX9" fmla="*/ 4320480 w 10369152"/>
              <a:gd name="connsiteY9" fmla="*/ 2271788 h 2271788"/>
              <a:gd name="connsiteX10" fmla="*/ 1728192 w 10369152"/>
              <a:gd name="connsiteY10" fmla="*/ 2271788 h 2271788"/>
              <a:gd name="connsiteX11" fmla="*/ 1728192 w 10369152"/>
              <a:gd name="connsiteY11" fmla="*/ 2271788 h 2271788"/>
              <a:gd name="connsiteX12" fmla="*/ 0 w 10369152"/>
              <a:gd name="connsiteY12" fmla="*/ 2271788 h 2271788"/>
              <a:gd name="connsiteX13" fmla="*/ 0 w 10369152"/>
              <a:gd name="connsiteY13" fmla="*/ 946578 h 2271788"/>
              <a:gd name="connsiteX14" fmla="*/ 0 w 10369152"/>
              <a:gd name="connsiteY14" fmla="*/ 378631 h 2271788"/>
              <a:gd name="connsiteX15" fmla="*/ 0 w 10369152"/>
              <a:gd name="connsiteY15" fmla="*/ 378631 h 2271788"/>
              <a:gd name="connsiteX16" fmla="*/ 0 w 10369152"/>
              <a:gd name="connsiteY16" fmla="*/ 0 h 2271788"/>
              <a:gd name="connsiteX0" fmla="*/ 0 w 10369152"/>
              <a:gd name="connsiteY0" fmla="*/ 514810 h 2786598"/>
              <a:gd name="connsiteX1" fmla="*/ 3127224 w 10369152"/>
              <a:gd name="connsiteY1" fmla="*/ 523954 h 2786598"/>
              <a:gd name="connsiteX2" fmla="*/ 3329120 w 10369152"/>
              <a:gd name="connsiteY2" fmla="*/ 0 h 2786598"/>
              <a:gd name="connsiteX3" fmla="*/ 4320480 w 10369152"/>
              <a:gd name="connsiteY3" fmla="*/ 514810 h 2786598"/>
              <a:gd name="connsiteX4" fmla="*/ 10369152 w 10369152"/>
              <a:gd name="connsiteY4" fmla="*/ 514810 h 2786598"/>
              <a:gd name="connsiteX5" fmla="*/ 10369152 w 10369152"/>
              <a:gd name="connsiteY5" fmla="*/ 893441 h 2786598"/>
              <a:gd name="connsiteX6" fmla="*/ 10369152 w 10369152"/>
              <a:gd name="connsiteY6" fmla="*/ 893441 h 2786598"/>
              <a:gd name="connsiteX7" fmla="*/ 10369152 w 10369152"/>
              <a:gd name="connsiteY7" fmla="*/ 1461388 h 2786598"/>
              <a:gd name="connsiteX8" fmla="*/ 10369152 w 10369152"/>
              <a:gd name="connsiteY8" fmla="*/ 2786598 h 2786598"/>
              <a:gd name="connsiteX9" fmla="*/ 4320480 w 10369152"/>
              <a:gd name="connsiteY9" fmla="*/ 2786598 h 2786598"/>
              <a:gd name="connsiteX10" fmla="*/ 1728192 w 10369152"/>
              <a:gd name="connsiteY10" fmla="*/ 2786598 h 2786598"/>
              <a:gd name="connsiteX11" fmla="*/ 1728192 w 10369152"/>
              <a:gd name="connsiteY11" fmla="*/ 2786598 h 2786598"/>
              <a:gd name="connsiteX12" fmla="*/ 0 w 10369152"/>
              <a:gd name="connsiteY12" fmla="*/ 2786598 h 2786598"/>
              <a:gd name="connsiteX13" fmla="*/ 0 w 10369152"/>
              <a:gd name="connsiteY13" fmla="*/ 1461388 h 2786598"/>
              <a:gd name="connsiteX14" fmla="*/ 0 w 10369152"/>
              <a:gd name="connsiteY14" fmla="*/ 893441 h 2786598"/>
              <a:gd name="connsiteX15" fmla="*/ 0 w 10369152"/>
              <a:gd name="connsiteY15" fmla="*/ 893441 h 2786598"/>
              <a:gd name="connsiteX16" fmla="*/ 0 w 10369152"/>
              <a:gd name="connsiteY16" fmla="*/ 514810 h 2786598"/>
              <a:gd name="connsiteX0" fmla="*/ 0 w 10369152"/>
              <a:gd name="connsiteY0" fmla="*/ 514810 h 2786598"/>
              <a:gd name="connsiteX1" fmla="*/ 3127224 w 10369152"/>
              <a:gd name="connsiteY1" fmla="*/ 523954 h 2786598"/>
              <a:gd name="connsiteX2" fmla="*/ 3329120 w 10369152"/>
              <a:gd name="connsiteY2" fmla="*/ 0 h 2786598"/>
              <a:gd name="connsiteX3" fmla="*/ 3387792 w 10369152"/>
              <a:gd name="connsiteY3" fmla="*/ 505666 h 2786598"/>
              <a:gd name="connsiteX4" fmla="*/ 10369152 w 10369152"/>
              <a:gd name="connsiteY4" fmla="*/ 514810 h 2786598"/>
              <a:gd name="connsiteX5" fmla="*/ 10369152 w 10369152"/>
              <a:gd name="connsiteY5" fmla="*/ 893441 h 2786598"/>
              <a:gd name="connsiteX6" fmla="*/ 10369152 w 10369152"/>
              <a:gd name="connsiteY6" fmla="*/ 893441 h 2786598"/>
              <a:gd name="connsiteX7" fmla="*/ 10369152 w 10369152"/>
              <a:gd name="connsiteY7" fmla="*/ 1461388 h 2786598"/>
              <a:gd name="connsiteX8" fmla="*/ 10369152 w 10369152"/>
              <a:gd name="connsiteY8" fmla="*/ 2786598 h 2786598"/>
              <a:gd name="connsiteX9" fmla="*/ 4320480 w 10369152"/>
              <a:gd name="connsiteY9" fmla="*/ 2786598 h 2786598"/>
              <a:gd name="connsiteX10" fmla="*/ 1728192 w 10369152"/>
              <a:gd name="connsiteY10" fmla="*/ 2786598 h 2786598"/>
              <a:gd name="connsiteX11" fmla="*/ 1728192 w 10369152"/>
              <a:gd name="connsiteY11" fmla="*/ 2786598 h 2786598"/>
              <a:gd name="connsiteX12" fmla="*/ 0 w 10369152"/>
              <a:gd name="connsiteY12" fmla="*/ 2786598 h 2786598"/>
              <a:gd name="connsiteX13" fmla="*/ 0 w 10369152"/>
              <a:gd name="connsiteY13" fmla="*/ 1461388 h 2786598"/>
              <a:gd name="connsiteX14" fmla="*/ 0 w 10369152"/>
              <a:gd name="connsiteY14" fmla="*/ 893441 h 2786598"/>
              <a:gd name="connsiteX15" fmla="*/ 0 w 10369152"/>
              <a:gd name="connsiteY15" fmla="*/ 893441 h 2786598"/>
              <a:gd name="connsiteX16" fmla="*/ 0 w 10369152"/>
              <a:gd name="connsiteY16" fmla="*/ 514810 h 2786598"/>
              <a:gd name="connsiteX0" fmla="*/ 0 w 10369152"/>
              <a:gd name="connsiteY0" fmla="*/ 514810 h 2786598"/>
              <a:gd name="connsiteX1" fmla="*/ 3136368 w 10369152"/>
              <a:gd name="connsiteY1" fmla="*/ 514810 h 2786598"/>
              <a:gd name="connsiteX2" fmla="*/ 3329120 w 10369152"/>
              <a:gd name="connsiteY2" fmla="*/ 0 h 2786598"/>
              <a:gd name="connsiteX3" fmla="*/ 3387792 w 10369152"/>
              <a:gd name="connsiteY3" fmla="*/ 505666 h 2786598"/>
              <a:gd name="connsiteX4" fmla="*/ 10369152 w 10369152"/>
              <a:gd name="connsiteY4" fmla="*/ 514810 h 2786598"/>
              <a:gd name="connsiteX5" fmla="*/ 10369152 w 10369152"/>
              <a:gd name="connsiteY5" fmla="*/ 893441 h 2786598"/>
              <a:gd name="connsiteX6" fmla="*/ 10369152 w 10369152"/>
              <a:gd name="connsiteY6" fmla="*/ 893441 h 2786598"/>
              <a:gd name="connsiteX7" fmla="*/ 10369152 w 10369152"/>
              <a:gd name="connsiteY7" fmla="*/ 1461388 h 2786598"/>
              <a:gd name="connsiteX8" fmla="*/ 10369152 w 10369152"/>
              <a:gd name="connsiteY8" fmla="*/ 2786598 h 2786598"/>
              <a:gd name="connsiteX9" fmla="*/ 4320480 w 10369152"/>
              <a:gd name="connsiteY9" fmla="*/ 2786598 h 2786598"/>
              <a:gd name="connsiteX10" fmla="*/ 1728192 w 10369152"/>
              <a:gd name="connsiteY10" fmla="*/ 2786598 h 2786598"/>
              <a:gd name="connsiteX11" fmla="*/ 1728192 w 10369152"/>
              <a:gd name="connsiteY11" fmla="*/ 2786598 h 2786598"/>
              <a:gd name="connsiteX12" fmla="*/ 0 w 10369152"/>
              <a:gd name="connsiteY12" fmla="*/ 2786598 h 2786598"/>
              <a:gd name="connsiteX13" fmla="*/ 0 w 10369152"/>
              <a:gd name="connsiteY13" fmla="*/ 1461388 h 2786598"/>
              <a:gd name="connsiteX14" fmla="*/ 0 w 10369152"/>
              <a:gd name="connsiteY14" fmla="*/ 893441 h 2786598"/>
              <a:gd name="connsiteX15" fmla="*/ 0 w 10369152"/>
              <a:gd name="connsiteY15" fmla="*/ 893441 h 2786598"/>
              <a:gd name="connsiteX16" fmla="*/ 0 w 10369152"/>
              <a:gd name="connsiteY16" fmla="*/ 514810 h 2786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69152" h="2786598">
                <a:moveTo>
                  <a:pt x="0" y="514810"/>
                </a:moveTo>
                <a:lnTo>
                  <a:pt x="3136368" y="514810"/>
                </a:lnTo>
                <a:lnTo>
                  <a:pt x="3329120" y="0"/>
                </a:lnTo>
                <a:lnTo>
                  <a:pt x="3387792" y="505666"/>
                </a:lnTo>
                <a:lnTo>
                  <a:pt x="10369152" y="514810"/>
                </a:lnTo>
                <a:lnTo>
                  <a:pt x="10369152" y="893441"/>
                </a:lnTo>
                <a:lnTo>
                  <a:pt x="10369152" y="893441"/>
                </a:lnTo>
                <a:lnTo>
                  <a:pt x="10369152" y="1461388"/>
                </a:lnTo>
                <a:lnTo>
                  <a:pt x="10369152" y="2786598"/>
                </a:lnTo>
                <a:lnTo>
                  <a:pt x="4320480" y="2786598"/>
                </a:lnTo>
                <a:lnTo>
                  <a:pt x="1728192" y="2786598"/>
                </a:lnTo>
                <a:lnTo>
                  <a:pt x="1728192" y="2786598"/>
                </a:lnTo>
                <a:lnTo>
                  <a:pt x="0" y="2786598"/>
                </a:lnTo>
                <a:lnTo>
                  <a:pt x="0" y="1461388"/>
                </a:lnTo>
                <a:lnTo>
                  <a:pt x="0" y="893441"/>
                </a:lnTo>
                <a:lnTo>
                  <a:pt x="0" y="893441"/>
                </a:lnTo>
                <a:lnTo>
                  <a:pt x="0" y="514810"/>
                </a:lnTo>
                <a:close/>
              </a:path>
            </a:pathLst>
          </a:custGeom>
          <a:solidFill>
            <a:srgbClr val="737373"/>
          </a:solidFill>
          <a:ln>
            <a:noFill/>
          </a:ln>
        </p:spPr>
        <p:style>
          <a:lnRef idx="2">
            <a:schemeClr val="dk1"/>
          </a:lnRef>
          <a:fillRef idx="1">
            <a:schemeClr val="lt1"/>
          </a:fillRef>
          <a:effectRef idx="0">
            <a:schemeClr val="dk1"/>
          </a:effectRef>
          <a:fontRef idx="minor">
            <a:schemeClr val="dk1"/>
          </a:fontRef>
        </p:style>
        <p:txBody>
          <a:bodyPr tIns="540000" rtlCol="0" anchor="ctr"/>
          <a:lstStyle/>
          <a:p>
            <a:pPr marL="342900" indent="-342900">
              <a:buFont typeface="Arial" panose="020B0604020202020204" pitchFamily="34" charset="0"/>
              <a:buChar char="•"/>
            </a:pPr>
            <a:r>
              <a:rPr lang="en-AU" sz="2000" dirty="0">
                <a:solidFill>
                  <a:schemeClr val="lt1"/>
                </a:solidFill>
                <a:latin typeface="Segoe UI Light" panose="020B0502040204020203" pitchFamily="34" charset="0"/>
                <a:cs typeface="Segoe UI Light" panose="020B0502040204020203" pitchFamily="34" charset="0"/>
              </a:rPr>
              <a:t>By default, all function parameters are positional </a:t>
            </a:r>
          </a:p>
          <a:p>
            <a:pPr marL="342900" indent="-342900">
              <a:buFont typeface="Arial" panose="020B0604020202020204" pitchFamily="34" charset="0"/>
              <a:buChar char="•"/>
            </a:pPr>
            <a:r>
              <a:rPr lang="en-AU" sz="2000" dirty="0">
                <a:solidFill>
                  <a:schemeClr val="lt1"/>
                </a:solidFill>
                <a:latin typeface="Segoe UI Light" panose="020B0502040204020203" pitchFamily="34" charset="0"/>
                <a:cs typeface="Segoe UI Light" panose="020B0502040204020203" pitchFamily="34" charset="0"/>
              </a:rPr>
              <a:t>PowerShell assigns position numbers to parameters in the order in which the parameters are declared in the function</a:t>
            </a:r>
          </a:p>
          <a:p>
            <a:pPr marL="342900" indent="-342900">
              <a:buFont typeface="Arial" panose="020B0604020202020204" pitchFamily="34" charset="0"/>
              <a:buChar char="•"/>
            </a:pPr>
            <a:r>
              <a:rPr lang="en-AU" sz="2000" dirty="0">
                <a:solidFill>
                  <a:schemeClr val="lt1"/>
                </a:solidFill>
                <a:latin typeface="Segoe UI Light" panose="020B0502040204020203" pitchFamily="34" charset="0"/>
                <a:cs typeface="Segoe UI Light" panose="020B0502040204020203" pitchFamily="34" charset="0"/>
              </a:rPr>
              <a:t>To disable, set </a:t>
            </a:r>
            <a:r>
              <a:rPr lang="en-AU" sz="2000" dirty="0" err="1">
                <a:solidFill>
                  <a:schemeClr val="lt1"/>
                </a:solidFill>
                <a:latin typeface="Segoe UI Light" panose="020B0502040204020203" pitchFamily="34" charset="0"/>
                <a:cs typeface="Segoe UI Light" panose="020B0502040204020203" pitchFamily="34" charset="0"/>
              </a:rPr>
              <a:t>PositionalBinding</a:t>
            </a:r>
            <a:r>
              <a:rPr lang="en-AU" sz="2000" dirty="0">
                <a:solidFill>
                  <a:schemeClr val="lt1"/>
                </a:solidFill>
                <a:latin typeface="Segoe UI Light" panose="020B0502040204020203" pitchFamily="34" charset="0"/>
                <a:cs typeface="Segoe UI Light" panose="020B0502040204020203" pitchFamily="34" charset="0"/>
              </a:rPr>
              <a:t> argument of </a:t>
            </a:r>
            <a:r>
              <a:rPr lang="en-AU" sz="2000" dirty="0" err="1">
                <a:solidFill>
                  <a:schemeClr val="lt1"/>
                </a:solidFill>
                <a:latin typeface="Segoe UI Light" panose="020B0502040204020203" pitchFamily="34" charset="0"/>
                <a:cs typeface="Segoe UI Light" panose="020B0502040204020203" pitchFamily="34" charset="0"/>
              </a:rPr>
              <a:t>CmdletBinding</a:t>
            </a:r>
            <a:r>
              <a:rPr lang="en-AU" sz="2000" dirty="0">
                <a:solidFill>
                  <a:schemeClr val="lt1"/>
                </a:solidFill>
                <a:latin typeface="Segoe UI Light" panose="020B0502040204020203" pitchFamily="34" charset="0"/>
                <a:cs typeface="Segoe UI Light" panose="020B0502040204020203" pitchFamily="34" charset="0"/>
              </a:rPr>
              <a:t> attribute to $False </a:t>
            </a:r>
          </a:p>
          <a:p>
            <a:pPr marL="342900" indent="-342900">
              <a:buFont typeface="Arial" panose="020B0604020202020204" pitchFamily="34" charset="0"/>
              <a:buChar char="•"/>
            </a:pPr>
            <a:r>
              <a:rPr lang="en-AU" sz="2000" dirty="0">
                <a:solidFill>
                  <a:schemeClr val="lt1"/>
                </a:solidFill>
                <a:latin typeface="Segoe UI Light" panose="020B0502040204020203" pitchFamily="34" charset="0"/>
                <a:cs typeface="Segoe UI Light" panose="020B0502040204020203" pitchFamily="34" charset="0"/>
              </a:rPr>
              <a:t>Position argument takes precedence over </a:t>
            </a:r>
            <a:r>
              <a:rPr lang="en-AU" sz="2000" dirty="0" err="1">
                <a:solidFill>
                  <a:schemeClr val="lt1"/>
                </a:solidFill>
                <a:latin typeface="Segoe UI Light" panose="020B0502040204020203" pitchFamily="34" charset="0"/>
                <a:cs typeface="Segoe UI Light" panose="020B0502040204020203" pitchFamily="34" charset="0"/>
              </a:rPr>
              <a:t>PositionalBinding</a:t>
            </a:r>
            <a:r>
              <a:rPr lang="en-AU" sz="2000" dirty="0">
                <a:solidFill>
                  <a:schemeClr val="lt1"/>
                </a:solidFill>
                <a:latin typeface="Segoe UI Light" panose="020B0502040204020203" pitchFamily="34" charset="0"/>
                <a:cs typeface="Segoe UI Light" panose="020B0502040204020203" pitchFamily="34" charset="0"/>
              </a:rPr>
              <a:t> argument for the parameters on which it is declared</a:t>
            </a:r>
          </a:p>
        </p:txBody>
      </p:sp>
      <p:pic>
        <p:nvPicPr>
          <p:cNvPr id="3" name="Picture 2">
            <a:extLst>
              <a:ext uri="{FF2B5EF4-FFF2-40B4-BE49-F238E27FC236}">
                <a16:creationId xmlns:a16="http://schemas.microsoft.com/office/drawing/2014/main" id="{9A364BCF-26C5-764E-B0E7-7AE5392F2775}"/>
              </a:ext>
            </a:extLst>
          </p:cNvPr>
          <p:cNvPicPr>
            <a:picLocks noChangeAspect="1"/>
          </p:cNvPicPr>
          <p:nvPr/>
        </p:nvPicPr>
        <p:blipFill>
          <a:blip r:embed="rId4"/>
          <a:stretch>
            <a:fillRect/>
          </a:stretch>
        </p:blipFill>
        <p:spPr>
          <a:xfrm>
            <a:off x="10423143" y="550872"/>
            <a:ext cx="1113219" cy="1264722"/>
          </a:xfrm>
          <a:prstGeom prst="rect">
            <a:avLst/>
          </a:prstGeom>
        </p:spPr>
      </p:pic>
    </p:spTree>
    <p:custDataLst>
      <p:tags r:id="rId1"/>
    </p:custDataLst>
    <p:extLst>
      <p:ext uri="{BB962C8B-B14F-4D97-AF65-F5344CB8AC3E}">
        <p14:creationId xmlns:p14="http://schemas.microsoft.com/office/powerpoint/2010/main" val="3919307734"/>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B74FE-21B3-4D6C-B0EC-2B33C57AE521}"/>
              </a:ext>
            </a:extLst>
          </p:cNvPr>
          <p:cNvSpPr>
            <a:spLocks noGrp="1"/>
          </p:cNvSpPr>
          <p:nvPr>
            <p:ph type="title"/>
          </p:nvPr>
        </p:nvSpPr>
        <p:spPr/>
        <p:txBody>
          <a:bodyPr/>
          <a:lstStyle/>
          <a:p>
            <a:r>
              <a:rPr lang="en-AU" dirty="0" err="1"/>
              <a:t>HelpMessage</a:t>
            </a:r>
            <a:r>
              <a:rPr lang="en-AU" dirty="0"/>
              <a:t> and Remaining Arguments</a:t>
            </a:r>
            <a:endParaRPr lang="en-US" dirty="0"/>
          </a:p>
        </p:txBody>
      </p:sp>
      <p:graphicFrame>
        <p:nvGraphicFramePr>
          <p:cNvPr id="4" name="Table 3">
            <a:extLst>
              <a:ext uri="{FF2B5EF4-FFF2-40B4-BE49-F238E27FC236}">
                <a16:creationId xmlns:a16="http://schemas.microsoft.com/office/drawing/2014/main" id="{006A0878-9DD7-4A1B-9095-F8AC1C6A6900}"/>
              </a:ext>
            </a:extLst>
          </p:cNvPr>
          <p:cNvGraphicFramePr>
            <a:graphicFrameLocks noGrp="1"/>
          </p:cNvGraphicFramePr>
          <p:nvPr>
            <p:extLst>
              <p:ext uri="{D42A27DB-BD31-4B8C-83A1-F6EECF244321}">
                <p14:modId xmlns:p14="http://schemas.microsoft.com/office/powerpoint/2010/main" val="539121331"/>
              </p:ext>
            </p:extLst>
          </p:nvPr>
        </p:nvGraphicFramePr>
        <p:xfrm>
          <a:off x="655638" y="1347776"/>
          <a:ext cx="10880723" cy="2085406"/>
        </p:xfrm>
        <a:graphic>
          <a:graphicData uri="http://schemas.openxmlformats.org/drawingml/2006/table">
            <a:tbl>
              <a:tblPr firstRow="1" bandRow="1"/>
              <a:tblGrid>
                <a:gridCol w="10880723">
                  <a:extLst>
                    <a:ext uri="{9D8B030D-6E8A-4147-A177-3AD203B41FA5}">
                      <a16:colId xmlns:a16="http://schemas.microsoft.com/office/drawing/2014/main" val="3706135995"/>
                    </a:ext>
                  </a:extLst>
                </a:gridCol>
              </a:tblGrid>
              <a:tr h="469966">
                <a:tc>
                  <a:txBody>
                    <a:bodyPr/>
                    <a:lstStyle/>
                    <a:p>
                      <a:r>
                        <a:rPr lang="en-AU" sz="2000" dirty="0" err="1">
                          <a:solidFill>
                            <a:schemeClr val="lt1"/>
                          </a:solidFill>
                          <a:latin typeface="Segoe UI Light" panose="020B0502040204020203" pitchFamily="34" charset="0"/>
                          <a:cs typeface="Segoe UI Light" panose="020B0502040204020203" pitchFamily="34" charset="0"/>
                        </a:rPr>
                        <a:t>HelpMessage</a:t>
                      </a:r>
                      <a:r>
                        <a:rPr lang="en-AU" sz="2000" dirty="0">
                          <a:solidFill>
                            <a:schemeClr val="lt1"/>
                          </a:solidFill>
                          <a:latin typeface="Segoe UI Light" panose="020B0502040204020203" pitchFamily="34" charset="0"/>
                          <a:cs typeface="Segoe UI Light" panose="020B0502040204020203" pitchFamily="34" charset="0"/>
                        </a:rPr>
                        <a:t> </a:t>
                      </a:r>
                    </a:p>
                  </a:txBody>
                  <a:tcPr anchor="ctr">
                    <a:lnL w="9525" cap="flat" cmpd="sng" algn="ctr">
                      <a:solidFill>
                        <a:srgbClr val="4F81BD">
                          <a:shade val="95000"/>
                          <a:satMod val="105000"/>
                        </a:srgbClr>
                      </a:solidFill>
                      <a:prstDash val="solid"/>
                    </a:lnL>
                    <a:lnR w="9525" cap="flat" cmpd="sng" algn="ctr">
                      <a:solidFill>
                        <a:srgbClr val="4F81BD">
                          <a:shade val="95000"/>
                          <a:satMod val="105000"/>
                        </a:srgbClr>
                      </a:solidFill>
                      <a:prstDash val="solid"/>
                    </a:lnR>
                    <a:lnT w="9525" cap="flat" cmpd="sng" algn="ctr">
                      <a:solidFill>
                        <a:srgbClr val="4F81BD">
                          <a:shade val="95000"/>
                          <a:satMod val="105000"/>
                        </a:srgbClr>
                      </a:solidFill>
                      <a:prstDash val="solid"/>
                    </a:lnT>
                    <a:lnB w="9525" cap="flat" cmpd="sng" algn="ctr">
                      <a:solidFill>
                        <a:srgbClr val="4F81BD">
                          <a:shade val="95000"/>
                          <a:satMod val="105000"/>
                        </a:srgbClr>
                      </a:solidFill>
                      <a:prstDash val="solid"/>
                      <a:round/>
                      <a:headEnd type="none" w="med" len="med"/>
                      <a:tailEnd type="none" w="med" len="med"/>
                    </a:lnB>
                    <a:lnTlToBr w="12700" cmpd="sng">
                      <a:noFill/>
                      <a:prstDash val="solid"/>
                    </a:lnTlToBr>
                    <a:lnBlToTr w="12700" cmpd="sng">
                      <a:noFill/>
                      <a:prstDash val="solid"/>
                    </a:lnBlToTr>
                    <a:solidFill>
                      <a:srgbClr val="012456"/>
                    </a:solidFill>
                  </a:tcPr>
                </a:tc>
                <a:extLst>
                  <a:ext uri="{0D108BD9-81ED-4DB2-BD59-A6C34878D82A}">
                    <a16:rowId xmlns:a16="http://schemas.microsoft.com/office/drawing/2014/main" val="3840676138"/>
                  </a:ext>
                </a:extLst>
              </a:tr>
              <a:tr h="469966">
                <a:tc>
                  <a:txBody>
                    <a:bodyPr/>
                    <a:lstStyle/>
                    <a:p>
                      <a:r>
                        <a:rPr lang="en-AU" sz="2000" dirty="0" err="1">
                          <a:solidFill>
                            <a:srgbClr val="00008B"/>
                          </a:solidFill>
                          <a:latin typeface="Lucida Console" panose="020B0609040504020204" pitchFamily="49" charset="0"/>
                        </a:rPr>
                        <a:t>Param</a:t>
                      </a:r>
                      <a:r>
                        <a:rPr lang="en-AU" sz="2000" dirty="0">
                          <a:solidFill>
                            <a:prstClr val="black"/>
                          </a:solidFill>
                          <a:latin typeface="Lucida Console" panose="020B0609040504020204" pitchFamily="49" charset="0"/>
                        </a:rPr>
                        <a:t> (</a:t>
                      </a:r>
                    </a:p>
                    <a:p>
                      <a:r>
                        <a:rPr lang="en-AU" sz="2000" dirty="0">
                          <a:solidFill>
                            <a:srgbClr val="A9A9A9"/>
                          </a:solidFill>
                          <a:latin typeface="Lucida Console" panose="020B0609040504020204" pitchFamily="49" charset="0"/>
                        </a:rPr>
                        <a:t>  [</a:t>
                      </a:r>
                      <a:r>
                        <a:rPr lang="en-AU" sz="2000" dirty="0">
                          <a:solidFill>
                            <a:schemeClr val="accent1"/>
                          </a:solidFill>
                          <a:latin typeface="Lucida Console" panose="020B0609040504020204" pitchFamily="49" charset="0"/>
                        </a:rPr>
                        <a:t>parameter</a:t>
                      </a:r>
                      <a:r>
                        <a:rPr lang="en-AU" sz="2000" dirty="0">
                          <a:solidFill>
                            <a:prstClr val="black"/>
                          </a:solidFill>
                          <a:latin typeface="Lucida Console" panose="020B0609040504020204" pitchFamily="49" charset="0"/>
                        </a:rPr>
                        <a:t>(Mandatory</a:t>
                      </a:r>
                      <a:r>
                        <a:rPr lang="en-AU" sz="2000" dirty="0">
                          <a:solidFill>
                            <a:srgbClr val="A9A9A9"/>
                          </a:solidFill>
                          <a:latin typeface="Lucida Console" panose="020B0609040504020204" pitchFamily="49" charset="0"/>
                        </a:rPr>
                        <a:t>=</a:t>
                      </a:r>
                      <a:r>
                        <a:rPr lang="en-AU" sz="2000" dirty="0">
                          <a:solidFill>
                            <a:srgbClr val="FF4500"/>
                          </a:solidFill>
                          <a:latin typeface="Lucida Console" panose="020B0609040504020204" pitchFamily="49" charset="0"/>
                        </a:rPr>
                        <a:t>$true</a:t>
                      </a:r>
                      <a:r>
                        <a:rPr lang="en-AU" sz="2000" dirty="0">
                          <a:solidFill>
                            <a:srgbClr val="A9A9A9"/>
                          </a:solidFill>
                          <a:latin typeface="Lucida Console" panose="020B0609040504020204" pitchFamily="49" charset="0"/>
                        </a:rPr>
                        <a:t>,</a:t>
                      </a:r>
                    </a:p>
                    <a:p>
                      <a:r>
                        <a:rPr lang="en-AU" sz="2000" dirty="0">
                          <a:solidFill>
                            <a:prstClr val="black"/>
                          </a:solidFill>
                          <a:latin typeface="Lucida Console" panose="020B0609040504020204" pitchFamily="49" charset="0"/>
                        </a:rPr>
                        <a:t>             </a:t>
                      </a:r>
                      <a:r>
                        <a:rPr lang="en-AU" sz="2000" dirty="0" err="1">
                          <a:solidFill>
                            <a:prstClr val="black"/>
                          </a:solidFill>
                          <a:latin typeface="Lucida Console" panose="020B0609040504020204" pitchFamily="49" charset="0"/>
                        </a:rPr>
                        <a:t>HelpMessage</a:t>
                      </a:r>
                      <a:r>
                        <a:rPr lang="en-AU" sz="2000" dirty="0">
                          <a:solidFill>
                            <a:srgbClr val="A9A9A9"/>
                          </a:solidFill>
                          <a:latin typeface="Lucida Console" panose="020B0609040504020204" pitchFamily="49" charset="0"/>
                        </a:rPr>
                        <a:t>=</a:t>
                      </a:r>
                      <a:r>
                        <a:rPr lang="en-AU" sz="2000" dirty="0">
                          <a:solidFill>
                            <a:srgbClr val="8B0000"/>
                          </a:solidFill>
                          <a:latin typeface="Lucida Console" panose="020B0609040504020204" pitchFamily="49" charset="0"/>
                        </a:rPr>
                        <a:t>"Enter computer names separated by commas."</a:t>
                      </a:r>
                      <a:r>
                        <a:rPr lang="en-AU" sz="2000" dirty="0">
                          <a:solidFill>
                            <a:prstClr val="black"/>
                          </a:solidFill>
                          <a:latin typeface="Lucida Console" panose="020B0609040504020204" pitchFamily="49" charset="0"/>
                        </a:rPr>
                        <a:t>)</a:t>
                      </a:r>
                      <a:r>
                        <a:rPr lang="en-AU" sz="2000" dirty="0">
                          <a:solidFill>
                            <a:srgbClr val="A9A9A9"/>
                          </a:solidFill>
                          <a:latin typeface="Lucida Console" panose="020B0609040504020204" pitchFamily="49" charset="0"/>
                        </a:rPr>
                        <a:t>]</a:t>
                      </a:r>
                    </a:p>
                    <a:p>
                      <a:r>
                        <a:rPr lang="en-AU" sz="2000" dirty="0">
                          <a:solidFill>
                            <a:srgbClr val="A9A9A9"/>
                          </a:solidFill>
                          <a:latin typeface="Lucida Console" panose="020B0609040504020204" pitchFamily="49" charset="0"/>
                        </a:rPr>
                        <a:t>  [</a:t>
                      </a:r>
                      <a:r>
                        <a:rPr lang="en-AU" sz="2000" dirty="0">
                          <a:solidFill>
                            <a:srgbClr val="008080"/>
                          </a:solidFill>
                          <a:latin typeface="Lucida Console" panose="020B0609040504020204" pitchFamily="49" charset="0"/>
                        </a:rPr>
                        <a:t>String</a:t>
                      </a:r>
                      <a:r>
                        <a:rPr lang="en-AU" sz="2000" dirty="0">
                          <a:solidFill>
                            <a:srgbClr val="A9A9A9"/>
                          </a:solidFill>
                          <a:latin typeface="Lucida Console" panose="020B0609040504020204" pitchFamily="49" charset="0"/>
                        </a:rPr>
                        <a:t>[]]</a:t>
                      </a:r>
                      <a:r>
                        <a:rPr lang="en-AU" sz="2000" dirty="0">
                          <a:solidFill>
                            <a:srgbClr val="FF4500"/>
                          </a:solidFill>
                          <a:latin typeface="Lucida Console" panose="020B0609040504020204" pitchFamily="49" charset="0"/>
                        </a:rPr>
                        <a:t>$</a:t>
                      </a:r>
                      <a:r>
                        <a:rPr lang="en-AU" sz="2000" dirty="0" err="1">
                          <a:solidFill>
                            <a:srgbClr val="FF4500"/>
                          </a:solidFill>
                          <a:latin typeface="Lucida Console" panose="020B0609040504020204" pitchFamily="49" charset="0"/>
                        </a:rPr>
                        <a:t>ComputerName</a:t>
                      </a:r>
                      <a:endParaRPr lang="en-AU" sz="2000" dirty="0">
                        <a:solidFill>
                          <a:srgbClr val="FF4500"/>
                        </a:solidFill>
                        <a:latin typeface="Lucida Console" panose="020B0609040504020204" pitchFamily="49" charset="0"/>
                      </a:endParaRPr>
                    </a:p>
                    <a:p>
                      <a:r>
                        <a:rPr lang="en-AU" sz="2000" dirty="0">
                          <a:solidFill>
                            <a:prstClr val="black"/>
                          </a:solidFill>
                          <a:latin typeface="Lucida Console" panose="020B0609040504020204" pitchFamily="49" charset="0"/>
                        </a:rPr>
                        <a:t>) </a:t>
                      </a:r>
                    </a:p>
                  </a:txBody>
                  <a:tcPr anchor="ctr">
                    <a:lnL w="9525" cap="flat" cmpd="sng" algn="ctr">
                      <a:solidFill>
                        <a:srgbClr val="4F81BD">
                          <a:shade val="95000"/>
                          <a:satMod val="105000"/>
                        </a:srgbClr>
                      </a:solidFill>
                      <a:prstDash val="solid"/>
                    </a:lnL>
                    <a:lnR w="9525" cap="flat" cmpd="sng" algn="ctr">
                      <a:solidFill>
                        <a:srgbClr val="4F81BD">
                          <a:shade val="95000"/>
                          <a:satMod val="105000"/>
                        </a:srgbClr>
                      </a:solidFill>
                      <a:prstDash val="solid"/>
                    </a:lnR>
                    <a:lnT w="9525" cap="flat" cmpd="sng" algn="ctr">
                      <a:solidFill>
                        <a:srgbClr val="4F81BD">
                          <a:shade val="95000"/>
                          <a:satMod val="105000"/>
                        </a:srgbClr>
                      </a:solidFill>
                      <a:prstDash val="solid"/>
                      <a:round/>
                      <a:headEnd type="none" w="med" len="med"/>
                      <a:tailEnd type="none" w="med" len="med"/>
                    </a:lnT>
                    <a:lnB w="9525" cap="flat" cmpd="sng" algn="ctr">
                      <a:solidFill>
                        <a:srgbClr val="4F81BD">
                          <a:shade val="95000"/>
                          <a:satMod val="10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47783270"/>
                  </a:ext>
                </a:extLst>
              </a:tr>
            </a:tbl>
          </a:graphicData>
        </a:graphic>
      </p:graphicFrame>
      <p:graphicFrame>
        <p:nvGraphicFramePr>
          <p:cNvPr id="5" name="Table 4">
            <a:extLst>
              <a:ext uri="{FF2B5EF4-FFF2-40B4-BE49-F238E27FC236}">
                <a16:creationId xmlns:a16="http://schemas.microsoft.com/office/drawing/2014/main" id="{96DCF830-83BB-4906-BA17-34DA238A634B}"/>
              </a:ext>
            </a:extLst>
          </p:cNvPr>
          <p:cNvGraphicFramePr>
            <a:graphicFrameLocks noGrp="1"/>
          </p:cNvGraphicFramePr>
          <p:nvPr>
            <p:extLst>
              <p:ext uri="{D42A27DB-BD31-4B8C-83A1-F6EECF244321}">
                <p14:modId xmlns:p14="http://schemas.microsoft.com/office/powerpoint/2010/main" val="2160417101"/>
              </p:ext>
            </p:extLst>
          </p:nvPr>
        </p:nvGraphicFramePr>
        <p:xfrm>
          <a:off x="655638" y="4451211"/>
          <a:ext cx="10880725" cy="1780606"/>
        </p:xfrm>
        <a:graphic>
          <a:graphicData uri="http://schemas.openxmlformats.org/drawingml/2006/table">
            <a:tbl>
              <a:tblPr firstRow="1" bandRow="1"/>
              <a:tblGrid>
                <a:gridCol w="10880725">
                  <a:extLst>
                    <a:ext uri="{9D8B030D-6E8A-4147-A177-3AD203B41FA5}">
                      <a16:colId xmlns:a16="http://schemas.microsoft.com/office/drawing/2014/main" val="2518442542"/>
                    </a:ext>
                  </a:extLst>
                </a:gridCol>
              </a:tblGrid>
              <a:tr h="469966">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AU" sz="2000" dirty="0" err="1">
                          <a:solidFill>
                            <a:schemeClr val="lt1"/>
                          </a:solidFill>
                          <a:latin typeface="Segoe UI Light" panose="020B0502040204020203" pitchFamily="34" charset="0"/>
                          <a:cs typeface="Segoe UI Light" panose="020B0502040204020203" pitchFamily="34" charset="0"/>
                        </a:rPr>
                        <a:t>ValueFromRemainingArguments</a:t>
                      </a:r>
                      <a:r>
                        <a:rPr lang="en-AU" sz="2000" dirty="0">
                          <a:solidFill>
                            <a:schemeClr val="lt1"/>
                          </a:solidFill>
                          <a:latin typeface="Segoe UI Light" panose="020B0502040204020203" pitchFamily="34" charset="0"/>
                          <a:cs typeface="Segoe UI Light" panose="020B0502040204020203" pitchFamily="34" charset="0"/>
                        </a:rPr>
                        <a:t> </a:t>
                      </a:r>
                      <a:endParaRPr lang="en-AU" sz="2000" dirty="0">
                        <a:solidFill>
                          <a:srgbClr val="FFB900"/>
                        </a:solidFill>
                        <a:latin typeface="Segoe UI Light" panose="020B0502040204020203" pitchFamily="34" charset="0"/>
                        <a:cs typeface="Segoe UI Light" panose="020B0502040204020203" pitchFamily="34" charset="0"/>
                      </a:endParaRPr>
                    </a:p>
                  </a:txBody>
                  <a:tcPr anchor="ctr">
                    <a:lnL w="9525" cap="flat" cmpd="sng" algn="ctr">
                      <a:solidFill>
                        <a:srgbClr val="4F81BD">
                          <a:shade val="95000"/>
                          <a:satMod val="105000"/>
                        </a:srgbClr>
                      </a:solidFill>
                      <a:prstDash val="solid"/>
                    </a:lnL>
                    <a:lnR w="9525" cap="flat" cmpd="sng" algn="ctr">
                      <a:solidFill>
                        <a:srgbClr val="4F81BD">
                          <a:shade val="95000"/>
                          <a:satMod val="105000"/>
                        </a:srgbClr>
                      </a:solidFill>
                      <a:prstDash val="solid"/>
                    </a:lnR>
                    <a:lnT w="9525" cap="flat" cmpd="sng" algn="ctr">
                      <a:solidFill>
                        <a:srgbClr val="4F81BD">
                          <a:shade val="95000"/>
                          <a:satMod val="105000"/>
                        </a:srgbClr>
                      </a:solidFill>
                      <a:prstDash val="solid"/>
                    </a:lnT>
                    <a:lnB w="9525" cap="flat" cmpd="sng" algn="ctr">
                      <a:solidFill>
                        <a:srgbClr val="4F81BD">
                          <a:shade val="95000"/>
                          <a:satMod val="105000"/>
                        </a:srgbClr>
                      </a:solidFill>
                      <a:prstDash val="solid"/>
                      <a:round/>
                      <a:headEnd type="none" w="med" len="med"/>
                      <a:tailEnd type="none" w="med" len="med"/>
                    </a:lnB>
                    <a:lnTlToBr w="12700" cmpd="sng">
                      <a:noFill/>
                      <a:prstDash val="solid"/>
                    </a:lnTlToBr>
                    <a:lnBlToTr w="12700" cmpd="sng">
                      <a:noFill/>
                      <a:prstDash val="solid"/>
                    </a:lnBlToTr>
                    <a:solidFill>
                      <a:srgbClr val="012456"/>
                    </a:solidFill>
                  </a:tcPr>
                </a:tc>
                <a:extLst>
                  <a:ext uri="{0D108BD9-81ED-4DB2-BD59-A6C34878D82A}">
                    <a16:rowId xmlns:a16="http://schemas.microsoft.com/office/drawing/2014/main" val="3731140157"/>
                  </a:ext>
                </a:extLst>
              </a:tr>
              <a:tr h="469966">
                <a:tc>
                  <a:txBody>
                    <a:bodyPr/>
                    <a:lstStyle/>
                    <a:p>
                      <a:r>
                        <a:rPr lang="en-AU" sz="2000" dirty="0" err="1">
                          <a:solidFill>
                            <a:srgbClr val="00008B"/>
                          </a:solidFill>
                          <a:latin typeface="Lucida Console" panose="020B0609040504020204" pitchFamily="49" charset="0"/>
                        </a:rPr>
                        <a:t>Param</a:t>
                      </a:r>
                      <a:r>
                        <a:rPr lang="en-AU" sz="2000" dirty="0">
                          <a:solidFill>
                            <a:prstClr val="black"/>
                          </a:solidFill>
                          <a:latin typeface="Lucida Console" panose="020B0609040504020204" pitchFamily="49" charset="0"/>
                        </a:rPr>
                        <a:t>(</a:t>
                      </a:r>
                    </a:p>
                    <a:p>
                      <a:r>
                        <a:rPr lang="en-AU" sz="2000" dirty="0">
                          <a:solidFill>
                            <a:srgbClr val="A9A9A9"/>
                          </a:solidFill>
                          <a:latin typeface="Lucida Console" panose="020B0609040504020204" pitchFamily="49" charset="0"/>
                        </a:rPr>
                        <a:t>  [</a:t>
                      </a:r>
                      <a:r>
                        <a:rPr lang="en-AU" sz="2000" dirty="0">
                          <a:solidFill>
                            <a:schemeClr val="accent1"/>
                          </a:solidFill>
                          <a:latin typeface="Lucida Console" panose="020B0609040504020204" pitchFamily="49" charset="0"/>
                        </a:rPr>
                        <a:t>parameter</a:t>
                      </a:r>
                      <a:r>
                        <a:rPr lang="en-AU" sz="2000" dirty="0">
                          <a:solidFill>
                            <a:prstClr val="black"/>
                          </a:solidFill>
                          <a:latin typeface="Lucida Console" panose="020B0609040504020204" pitchFamily="49" charset="0"/>
                        </a:rPr>
                        <a:t>(</a:t>
                      </a:r>
                      <a:r>
                        <a:rPr lang="en-AU" sz="2000" dirty="0" err="1">
                          <a:solidFill>
                            <a:prstClr val="black"/>
                          </a:solidFill>
                          <a:latin typeface="Lucida Console" panose="020B0609040504020204" pitchFamily="49" charset="0"/>
                        </a:rPr>
                        <a:t>ValueFromRemainingArguments</a:t>
                      </a:r>
                      <a:r>
                        <a:rPr lang="en-AU" sz="2000" dirty="0">
                          <a:solidFill>
                            <a:srgbClr val="A9A9A9"/>
                          </a:solidFill>
                          <a:latin typeface="Lucida Console" panose="020B0609040504020204" pitchFamily="49" charset="0"/>
                        </a:rPr>
                        <a:t>=</a:t>
                      </a:r>
                      <a:r>
                        <a:rPr lang="en-AU" sz="2000" dirty="0">
                          <a:solidFill>
                            <a:srgbClr val="FF4500"/>
                          </a:solidFill>
                          <a:latin typeface="Lucida Console" panose="020B0609040504020204" pitchFamily="49" charset="0"/>
                        </a:rPr>
                        <a:t>$true</a:t>
                      </a:r>
                      <a:r>
                        <a:rPr lang="en-AU" sz="2000" dirty="0">
                          <a:solidFill>
                            <a:prstClr val="black"/>
                          </a:solidFill>
                          <a:latin typeface="Lucida Console" panose="020B0609040504020204" pitchFamily="49" charset="0"/>
                        </a:rPr>
                        <a:t>)</a:t>
                      </a:r>
                      <a:r>
                        <a:rPr lang="en-AU" sz="2000" dirty="0">
                          <a:solidFill>
                            <a:srgbClr val="A9A9A9"/>
                          </a:solidFill>
                          <a:latin typeface="Lucida Console" panose="020B0609040504020204" pitchFamily="49" charset="0"/>
                        </a:rPr>
                        <a:t>]</a:t>
                      </a:r>
                    </a:p>
                    <a:p>
                      <a:r>
                        <a:rPr lang="en-AU" sz="2000" dirty="0">
                          <a:solidFill>
                            <a:srgbClr val="A9A9A9"/>
                          </a:solidFill>
                          <a:latin typeface="Lucida Console" panose="020B0609040504020204" pitchFamily="49" charset="0"/>
                        </a:rPr>
                        <a:t>  [</a:t>
                      </a:r>
                      <a:r>
                        <a:rPr lang="en-AU" sz="2000" dirty="0">
                          <a:solidFill>
                            <a:srgbClr val="008080"/>
                          </a:solidFill>
                          <a:latin typeface="Lucida Console" panose="020B0609040504020204" pitchFamily="49" charset="0"/>
                        </a:rPr>
                        <a:t>String</a:t>
                      </a:r>
                      <a:r>
                        <a:rPr lang="en-AU" sz="2000" dirty="0">
                          <a:solidFill>
                            <a:srgbClr val="A9A9A9"/>
                          </a:solidFill>
                          <a:latin typeface="Lucida Console" panose="020B0609040504020204" pitchFamily="49" charset="0"/>
                        </a:rPr>
                        <a:t>[]]</a:t>
                      </a:r>
                      <a:r>
                        <a:rPr lang="en-AU" sz="2000" dirty="0">
                          <a:solidFill>
                            <a:srgbClr val="FF4500"/>
                          </a:solidFill>
                          <a:latin typeface="Lucida Console" panose="020B0609040504020204" pitchFamily="49" charset="0"/>
                        </a:rPr>
                        <a:t>$</a:t>
                      </a:r>
                      <a:r>
                        <a:rPr lang="en-AU" sz="2000" dirty="0" err="1">
                          <a:solidFill>
                            <a:srgbClr val="FF4500"/>
                          </a:solidFill>
                          <a:latin typeface="Lucida Console" panose="020B0609040504020204" pitchFamily="49" charset="0"/>
                        </a:rPr>
                        <a:t>ComputerName</a:t>
                      </a:r>
                      <a:endParaRPr lang="en-AU" sz="2000" dirty="0">
                        <a:solidFill>
                          <a:srgbClr val="FF4500"/>
                        </a:solidFill>
                        <a:latin typeface="Lucida Console" panose="020B0609040504020204" pitchFamily="49" charset="0"/>
                      </a:endParaRPr>
                    </a:p>
                    <a:p>
                      <a:r>
                        <a:rPr lang="en-AU" sz="2000" dirty="0">
                          <a:solidFill>
                            <a:prstClr val="black"/>
                          </a:solidFill>
                          <a:latin typeface="Lucida Console" panose="020B0609040504020204" pitchFamily="49" charset="0"/>
                        </a:rPr>
                        <a:t>)  </a:t>
                      </a:r>
                    </a:p>
                  </a:txBody>
                  <a:tcPr anchor="ctr">
                    <a:lnL w="9525" cap="flat" cmpd="sng" algn="ctr">
                      <a:solidFill>
                        <a:srgbClr val="4F81BD">
                          <a:shade val="95000"/>
                          <a:satMod val="105000"/>
                        </a:srgbClr>
                      </a:solidFill>
                      <a:prstDash val="solid"/>
                    </a:lnL>
                    <a:lnR w="9525" cap="flat" cmpd="sng" algn="ctr">
                      <a:solidFill>
                        <a:srgbClr val="4F81BD">
                          <a:shade val="95000"/>
                          <a:satMod val="105000"/>
                        </a:srgbClr>
                      </a:solidFill>
                      <a:prstDash val="solid"/>
                    </a:lnR>
                    <a:lnT w="9525" cap="flat" cmpd="sng" algn="ctr">
                      <a:solidFill>
                        <a:srgbClr val="4F81BD">
                          <a:shade val="95000"/>
                          <a:satMod val="105000"/>
                        </a:srgbClr>
                      </a:solidFill>
                      <a:prstDash val="solid"/>
                    </a:lnT>
                    <a:lnB w="9525" cap="flat" cmpd="sng" algn="ctr">
                      <a:solidFill>
                        <a:srgbClr val="4F81BD">
                          <a:shade val="95000"/>
                          <a:satMod val="10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7395704"/>
                  </a:ext>
                </a:extLst>
              </a:tr>
            </a:tbl>
          </a:graphicData>
        </a:graphic>
      </p:graphicFrame>
      <p:sp>
        <p:nvSpPr>
          <p:cNvPr id="6" name="Rectangular Callout 5">
            <a:extLst>
              <a:ext uri="{FF2B5EF4-FFF2-40B4-BE49-F238E27FC236}">
                <a16:creationId xmlns:a16="http://schemas.microsoft.com/office/drawing/2014/main" id="{BDEF328D-58F0-41DA-8767-F8BF0DC787C3}"/>
              </a:ext>
            </a:extLst>
          </p:cNvPr>
          <p:cNvSpPr/>
          <p:nvPr/>
        </p:nvSpPr>
        <p:spPr>
          <a:xfrm>
            <a:off x="8889716" y="5083097"/>
            <a:ext cx="2646648" cy="1144666"/>
          </a:xfrm>
          <a:prstGeom prst="wedgeRectCallout">
            <a:avLst>
              <a:gd name="adj1" fmla="val -80796"/>
              <a:gd name="adj2" fmla="val -23015"/>
            </a:avLst>
          </a:prstGeom>
          <a:solidFill>
            <a:srgbClr val="737373"/>
          </a:solidFill>
          <a:ln>
            <a:noFill/>
          </a:ln>
        </p:spPr>
        <p:style>
          <a:lnRef idx="2">
            <a:schemeClr val="dk1"/>
          </a:lnRef>
          <a:fillRef idx="1">
            <a:schemeClr val="lt1"/>
          </a:fillRef>
          <a:effectRef idx="0">
            <a:schemeClr val="dk1"/>
          </a:effectRef>
          <a:fontRef idx="minor">
            <a:schemeClr val="dk1"/>
          </a:fontRef>
        </p:style>
        <p:txBody>
          <a:bodyPr rtlCol="0" anchor="ctr"/>
          <a:lstStyle/>
          <a:p>
            <a:r>
              <a:rPr lang="en-AU" sz="2000" dirty="0">
                <a:solidFill>
                  <a:schemeClr val="lt1"/>
                </a:solidFill>
                <a:latin typeface="Segoe UI Light" panose="020B0502040204020203" pitchFamily="34" charset="0"/>
                <a:cs typeface="Segoe UI Light" panose="020B0502040204020203" pitchFamily="34" charset="0"/>
              </a:rPr>
              <a:t>Parameter accepts all values that are not already assigned</a:t>
            </a:r>
          </a:p>
        </p:txBody>
      </p:sp>
      <p:sp>
        <p:nvSpPr>
          <p:cNvPr id="7" name="Rectangular Callout 1">
            <a:extLst>
              <a:ext uri="{FF2B5EF4-FFF2-40B4-BE49-F238E27FC236}">
                <a16:creationId xmlns:a16="http://schemas.microsoft.com/office/drawing/2014/main" id="{16B26D46-BE05-4053-9A64-E1BA2CBE41F8}"/>
              </a:ext>
            </a:extLst>
          </p:cNvPr>
          <p:cNvSpPr/>
          <p:nvPr/>
        </p:nvSpPr>
        <p:spPr>
          <a:xfrm>
            <a:off x="6812231" y="3194575"/>
            <a:ext cx="4536141" cy="922724"/>
          </a:xfrm>
          <a:prstGeom prst="wedgeRectCallout">
            <a:avLst>
              <a:gd name="adj1" fmla="val -96790"/>
              <a:gd name="adj2" fmla="val -94339"/>
            </a:avLst>
          </a:prstGeom>
          <a:solidFill>
            <a:srgbClr val="737373"/>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AU" sz="2000" dirty="0">
                <a:solidFill>
                  <a:schemeClr val="lt1"/>
                </a:solidFill>
                <a:latin typeface="Segoe UI Light" panose="020B0502040204020203" pitchFamily="34" charset="0"/>
                <a:cs typeface="Segoe UI Light" panose="020B0502040204020203" pitchFamily="34" charset="0"/>
              </a:rPr>
              <a:t>Displays a message when a mandatory parameter value is missing</a:t>
            </a:r>
          </a:p>
        </p:txBody>
      </p:sp>
      <p:pic>
        <p:nvPicPr>
          <p:cNvPr id="3" name="Picture 2">
            <a:extLst>
              <a:ext uri="{FF2B5EF4-FFF2-40B4-BE49-F238E27FC236}">
                <a16:creationId xmlns:a16="http://schemas.microsoft.com/office/drawing/2014/main" id="{6C177F31-7672-3D42-D7B4-119B8ED425AD}"/>
              </a:ext>
            </a:extLst>
          </p:cNvPr>
          <p:cNvPicPr>
            <a:picLocks noChangeAspect="1"/>
          </p:cNvPicPr>
          <p:nvPr/>
        </p:nvPicPr>
        <p:blipFill>
          <a:blip r:embed="rId3"/>
          <a:stretch>
            <a:fillRect/>
          </a:stretch>
        </p:blipFill>
        <p:spPr>
          <a:xfrm>
            <a:off x="10524059" y="354222"/>
            <a:ext cx="824313" cy="936497"/>
          </a:xfrm>
          <a:prstGeom prst="rect">
            <a:avLst/>
          </a:prstGeom>
        </p:spPr>
      </p:pic>
    </p:spTree>
    <p:custDataLst>
      <p:tags r:id="rId1"/>
    </p:custDataLst>
    <p:extLst>
      <p:ext uri="{BB962C8B-B14F-4D97-AF65-F5344CB8AC3E}">
        <p14:creationId xmlns:p14="http://schemas.microsoft.com/office/powerpoint/2010/main" val="216358319"/>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C6778-4129-4EB2-BA7C-2601CA0DB8FD}"/>
              </a:ext>
            </a:extLst>
          </p:cNvPr>
          <p:cNvSpPr>
            <a:spLocks noGrp="1"/>
          </p:cNvSpPr>
          <p:nvPr>
            <p:ph type="title"/>
          </p:nvPr>
        </p:nvSpPr>
        <p:spPr/>
        <p:txBody>
          <a:bodyPr/>
          <a:lstStyle/>
          <a:p>
            <a:r>
              <a:rPr lang="en-US" dirty="0"/>
              <a:t>Value From Remaining Arguments</a:t>
            </a:r>
            <a:br>
              <a:rPr lang="en-US" dirty="0"/>
            </a:br>
            <a:endParaRPr lang="en-US" dirty="0"/>
          </a:p>
        </p:txBody>
      </p:sp>
      <p:sp>
        <p:nvSpPr>
          <p:cNvPr id="3" name="Subtitle 2">
            <a:extLst>
              <a:ext uri="{FF2B5EF4-FFF2-40B4-BE49-F238E27FC236}">
                <a16:creationId xmlns:a16="http://schemas.microsoft.com/office/drawing/2014/main" id="{01938C9D-273E-4F88-8E61-078D5FCAE789}"/>
              </a:ext>
            </a:extLst>
          </p:cNvPr>
          <p:cNvSpPr>
            <a:spLocks noGrp="1"/>
          </p:cNvSpPr>
          <p:nvPr>
            <p:ph type="subTitle" idx="1"/>
          </p:nvPr>
        </p:nvSpPr>
        <p:spPr/>
        <p:txBody>
          <a:bodyPr/>
          <a:lstStyle/>
          <a:p>
            <a:r>
              <a:rPr lang="en-AU" sz="2000" dirty="0">
                <a:solidFill>
                  <a:schemeClr val="dk1"/>
                </a:solidFill>
                <a:latin typeface="Segoe UI Light" panose="020B0502040204020203" pitchFamily="34" charset="0"/>
                <a:cs typeface="Segoe UI Light" panose="020B0502040204020203" pitchFamily="34" charset="0"/>
              </a:rPr>
              <a:t> Without </a:t>
            </a:r>
            <a:r>
              <a:rPr lang="en-AU" sz="2000" dirty="0" err="1">
                <a:solidFill>
                  <a:schemeClr val="dk1"/>
                </a:solidFill>
                <a:latin typeface="Segoe UI Light" panose="020B0502040204020203" pitchFamily="34" charset="0"/>
                <a:cs typeface="Segoe UI Light" panose="020B0502040204020203" pitchFamily="34" charset="0"/>
              </a:rPr>
              <a:t>NoValueFrom</a:t>
            </a:r>
            <a:r>
              <a:rPr lang="en-AU" sz="2000" baseline="0" dirty="0" err="1">
                <a:solidFill>
                  <a:schemeClr val="dk1"/>
                </a:solidFill>
                <a:latin typeface="Segoe UI Light" panose="020B0502040204020203" pitchFamily="34" charset="0"/>
                <a:cs typeface="Segoe UI Light" panose="020B0502040204020203" pitchFamily="34" charset="0"/>
              </a:rPr>
              <a:t>RemainingArguments</a:t>
            </a:r>
            <a:endParaRPr lang="en-AU" sz="2000" dirty="0">
              <a:solidFill>
                <a:schemeClr val="dk1"/>
              </a:solidFill>
              <a:latin typeface="Segoe UI Light" panose="020B0502040204020203" pitchFamily="34" charset="0"/>
              <a:cs typeface="Segoe UI Light" panose="020B0502040204020203" pitchFamily="34" charset="0"/>
            </a:endParaRPr>
          </a:p>
        </p:txBody>
      </p:sp>
      <p:grpSp>
        <p:nvGrpSpPr>
          <p:cNvPr id="8" name="Code &amp; Execute">
            <a:extLst>
              <a:ext uri="{FF2B5EF4-FFF2-40B4-BE49-F238E27FC236}">
                <a16:creationId xmlns:a16="http://schemas.microsoft.com/office/drawing/2014/main" id="{07B10A62-4FA8-4374-B635-63B287056AC2}"/>
              </a:ext>
            </a:extLst>
          </p:cNvPr>
          <p:cNvGrpSpPr/>
          <p:nvPr>
            <p:custDataLst>
              <p:tags r:id="rId2"/>
            </p:custDataLst>
          </p:nvPr>
        </p:nvGrpSpPr>
        <p:grpSpPr>
          <a:xfrm>
            <a:off x="655638" y="1408113"/>
            <a:ext cx="10880725" cy="4819650"/>
            <a:chOff x="655638" y="1408113"/>
            <a:chExt cx="10880725" cy="4819650"/>
          </a:xfrm>
        </p:grpSpPr>
        <p:sp>
          <p:nvSpPr>
            <p:cNvPr id="6" name="Rectangle 5">
              <a:extLst>
                <a:ext uri="{FF2B5EF4-FFF2-40B4-BE49-F238E27FC236}">
                  <a16:creationId xmlns:a16="http://schemas.microsoft.com/office/drawing/2014/main" id="{9320BDB1-E3F2-4E8F-A608-1C92E5A686F4}"/>
                </a:ext>
              </a:extLst>
            </p:cNvPr>
            <p:cNvSpPr/>
            <p:nvPr/>
          </p:nvSpPr>
          <p:spPr>
            <a:xfrm>
              <a:off x="655638" y="4648200"/>
              <a:ext cx="10880725" cy="1579563"/>
            </a:xfrm>
            <a:prstGeom prst="rect">
              <a:avLst/>
            </a:prstGeom>
            <a:solidFill>
              <a:srgbClr val="012456"/>
            </a:solidFill>
            <a:ln>
              <a:solidFill>
                <a:srgbClr val="012456"/>
              </a:solidFill>
            </a:ln>
          </p:spPr>
          <p:txBody>
            <a:bodyPr wrap="square">
              <a:noAutofit/>
            </a:bodyPr>
            <a:lstStyle/>
            <a:p>
              <a:r>
                <a:rPr lang="en-AU" sz="2000" dirty="0">
                  <a:solidFill>
                    <a:srgbClr val="F5F5F5"/>
                  </a:solidFill>
                  <a:latin typeface="Lucida Console" panose="020B0609040504020204" pitchFamily="49" charset="0"/>
                </a:rPr>
                <a:t>PS C:\&gt; </a:t>
              </a:r>
              <a:r>
                <a:rPr lang="en-AU" sz="2000" dirty="0" err="1">
                  <a:solidFill>
                    <a:srgbClr val="E0FFFF"/>
                  </a:solidFill>
                  <a:latin typeface="Lucida Console" panose="020B0609040504020204" pitchFamily="49" charset="0"/>
                </a:rPr>
                <a:t>NoValueFromRemainingArguments</a:t>
              </a:r>
              <a:r>
                <a:rPr lang="en-AU" sz="2000" dirty="0">
                  <a:solidFill>
                    <a:srgbClr val="F5F5F5"/>
                  </a:solidFill>
                  <a:latin typeface="Lucida Console" panose="020B0609040504020204" pitchFamily="49" charset="0"/>
                </a:rPr>
                <a:t> </a:t>
              </a:r>
              <a:r>
                <a:rPr lang="en-AU" sz="2000" dirty="0">
                  <a:solidFill>
                    <a:srgbClr val="FFE4C4"/>
                  </a:solidFill>
                  <a:latin typeface="Lucida Console" panose="020B0609040504020204" pitchFamily="49" charset="0"/>
                </a:rPr>
                <a:t>Jane Doe Sally Smith</a:t>
              </a:r>
              <a:endParaRPr lang="en-AU" sz="2000" dirty="0">
                <a:solidFill>
                  <a:srgbClr val="EE82EE"/>
                </a:solidFill>
                <a:latin typeface="Lucida Console" panose="020B0609040504020204" pitchFamily="49" charset="0"/>
              </a:endParaRPr>
            </a:p>
            <a:p>
              <a:r>
                <a:rPr lang="en-AU" sz="2000" dirty="0">
                  <a:solidFill>
                    <a:srgbClr val="F5F5F5"/>
                  </a:solidFill>
                  <a:latin typeface="Lucida Console" panose="020B0609040504020204" pitchFamily="49" charset="0"/>
                </a:rPr>
                <a:t>$Surname Jane</a:t>
              </a:r>
            </a:p>
            <a:p>
              <a:r>
                <a:rPr lang="en-AU" sz="2000" dirty="0">
                  <a:solidFill>
                    <a:srgbClr val="F5F5F5"/>
                  </a:solidFill>
                  <a:latin typeface="Lucida Console" panose="020B0609040504020204" pitchFamily="49" charset="0"/>
                </a:rPr>
                <a:t>$</a:t>
              </a:r>
              <a:r>
                <a:rPr lang="en-AU" sz="2000" dirty="0" err="1">
                  <a:solidFill>
                    <a:srgbClr val="F5F5F5"/>
                  </a:solidFill>
                  <a:latin typeface="Lucida Console" panose="020B0609040504020204" pitchFamily="49" charset="0"/>
                </a:rPr>
                <a:t>GivenName</a:t>
              </a:r>
              <a:r>
                <a:rPr lang="en-AU" sz="2000" dirty="0">
                  <a:solidFill>
                    <a:srgbClr val="F5F5F5"/>
                  </a:solidFill>
                  <a:latin typeface="Lucida Console" panose="020B0609040504020204" pitchFamily="49" charset="0"/>
                </a:rPr>
                <a:t> Doe</a:t>
              </a:r>
            </a:p>
            <a:p>
              <a:r>
                <a:rPr lang="en-AU" sz="2000" dirty="0">
                  <a:solidFill>
                    <a:srgbClr val="F5F5F5"/>
                  </a:solidFill>
                  <a:latin typeface="Lucida Console" panose="020B0609040504020204" pitchFamily="49" charset="0"/>
                </a:rPr>
                <a:t>$</a:t>
              </a:r>
              <a:r>
                <a:rPr lang="en-AU" sz="2000" dirty="0" err="1">
                  <a:solidFill>
                    <a:srgbClr val="F5F5F5"/>
                  </a:solidFill>
                  <a:latin typeface="Lucida Console" panose="020B0609040504020204" pitchFamily="49" charset="0"/>
                </a:rPr>
                <a:t>MiddleOrOther</a:t>
              </a:r>
              <a:r>
                <a:rPr lang="en-AU" sz="2000" dirty="0">
                  <a:solidFill>
                    <a:srgbClr val="F5F5F5"/>
                  </a:solidFill>
                  <a:latin typeface="Lucida Console" panose="020B0609040504020204" pitchFamily="49" charset="0"/>
                </a:rPr>
                <a:t> Sally</a:t>
              </a:r>
            </a:p>
          </p:txBody>
        </p:sp>
        <p:sp>
          <p:nvSpPr>
            <p:cNvPr id="7" name="Text Placeholder 9">
              <a:extLst>
                <a:ext uri="{FF2B5EF4-FFF2-40B4-BE49-F238E27FC236}">
                  <a16:creationId xmlns:a16="http://schemas.microsoft.com/office/drawing/2014/main" id="{21F89576-B328-426C-ADEB-F3AFBECBAF4E}"/>
                </a:ext>
              </a:extLst>
            </p:cNvPr>
            <p:cNvSpPr txBox="1">
              <a:spLocks/>
            </p:cNvSpPr>
            <p:nvPr>
              <p:custDataLst>
                <p:tags r:id="rId3"/>
              </p:custDataLst>
            </p:nvPr>
          </p:nvSpPr>
          <p:spPr>
            <a:xfrm>
              <a:off x="655638" y="1408113"/>
              <a:ext cx="10880725" cy="4819650"/>
            </a:xfrm>
            <a:prstGeom prst="rect">
              <a:avLst/>
            </a:prstGeom>
            <a:ln>
              <a:solidFill>
                <a:srgbClr val="012456"/>
              </a:solidFill>
            </a:ln>
          </p:spPr>
          <p:txBody>
            <a:bodyPr vert="horz" wrap="square" lIns="146304" tIns="91440" rIns="146304" bIns="91440" rtlCol="0">
              <a:noAutofit/>
            </a:bodyPr>
            <a:lstStyle>
              <a:lvl1pPr marL="310896" indent="-310896" algn="l" defTabSz="932688" rtl="0" eaLnBrk="1" latinLnBrk="0" hangingPunct="1">
                <a:buClr>
                  <a:schemeClr val="tx1"/>
                </a:buClr>
                <a:buSzPct val="90000"/>
                <a:buFont typeface="Wingdings" panose="05000000000000000000" pitchFamily="2" charset="2"/>
                <a:buChar char=""/>
              </a:lvl1pPr>
              <a:lvl2pPr marL="621792" indent="-310896" algn="l" defTabSz="932688" rtl="0" eaLnBrk="1" latinLnBrk="0" hangingPunct="1">
                <a:buClr>
                  <a:schemeClr val="tx1"/>
                </a:buClr>
                <a:buSzPct val="90000"/>
                <a:buFont typeface="Wingdings" panose="05000000000000000000" pitchFamily="2" charset="2"/>
                <a:buChar char=""/>
              </a:lvl2pPr>
              <a:lvl3pPr marL="932688" indent="-310896" algn="l" defTabSz="932688" rtl="0" eaLnBrk="1" latinLnBrk="0" hangingPunct="1">
                <a:buClr>
                  <a:schemeClr val="tx1"/>
                </a:buClr>
                <a:buSzPct val="90000"/>
                <a:buFont typeface="Wingdings" panose="05000000000000000000" pitchFamily="2" charset="2"/>
                <a:buChar char=""/>
              </a:lvl3pPr>
              <a:lvl4pPr marL="1243584" indent="-310896" algn="l" defTabSz="932688" rtl="0" eaLnBrk="1" latinLnBrk="0" hangingPunct="1">
                <a:buClr>
                  <a:schemeClr val="tx1"/>
                </a:buClr>
                <a:buSzPct val="90000"/>
                <a:buFont typeface="Wingdings" panose="05000000000000000000" pitchFamily="2" charset="2"/>
                <a:buChar char=""/>
              </a:lvl4pPr>
              <a:lvl5pPr marL="1554480" indent="-329184" algn="l" defTabSz="932688" rtl="0" eaLnBrk="1" latinLnBrk="0" hangingPunct="1">
                <a:buClr>
                  <a:schemeClr val="tx1"/>
                </a:buClr>
                <a:buSzPct val="90000"/>
                <a:buFont typeface="Wingdings" panose="05000000000000000000" pitchFamily="2" charset="2"/>
                <a:buChar char=""/>
              </a:lvl5pPr>
              <a:lvl6pPr marL="310896" indent="-310896" algn="l" defTabSz="932688" rtl="0" eaLnBrk="1" latinLnBrk="0" hangingPunct="1">
                <a:buSzPct val="100000"/>
                <a:buFont typeface="+mj-lt"/>
                <a:buAutoNum type="arabicPeriod"/>
              </a:lvl6pPr>
              <a:lvl7pPr marL="621792" indent="-310896" algn="l" defTabSz="932688" rtl="0" eaLnBrk="1" latinLnBrk="0" hangingPunct="1">
                <a:buSzPct val="90000"/>
                <a:buFont typeface="+mj-lt"/>
                <a:buAutoNum type="alphaLcPeriod"/>
              </a:lvl7pPr>
            </a:lstStyle>
            <a:p>
              <a:pPr marL="0" indent="0">
                <a:buNone/>
              </a:pPr>
              <a:r>
                <a:rPr lang="en-AU" sz="2000" dirty="0">
                  <a:solidFill>
                    <a:srgbClr val="00008B"/>
                  </a:solidFill>
                  <a:latin typeface="Lucida Console" panose="020B0609040504020204" pitchFamily="49" charset="0"/>
                </a:rPr>
                <a:t>function</a:t>
              </a:r>
              <a:r>
                <a:rPr lang="en-AU" sz="2000" dirty="0">
                  <a:solidFill>
                    <a:prstClr val="black"/>
                  </a:solidFill>
                  <a:latin typeface="Lucida Console" panose="020B0609040504020204" pitchFamily="49" charset="0"/>
                </a:rPr>
                <a:t> </a:t>
              </a:r>
              <a:r>
                <a:rPr lang="en-AU" sz="2000" dirty="0" err="1">
                  <a:solidFill>
                    <a:srgbClr val="8A2BE2"/>
                  </a:solidFill>
                  <a:latin typeface="Lucida Console" panose="020B0609040504020204" pitchFamily="49" charset="0"/>
                </a:rPr>
                <a:t>NoValueFromRemainingArguments</a:t>
              </a:r>
              <a:r>
                <a:rPr lang="en-AU" sz="2000" dirty="0">
                  <a:solidFill>
                    <a:prstClr val="black"/>
                  </a:solidFill>
                  <a:latin typeface="Lucida Console" panose="020B0609040504020204" pitchFamily="49" charset="0"/>
                </a:rPr>
                <a:t> {</a:t>
              </a:r>
            </a:p>
            <a:p>
              <a:pPr marL="0" indent="0">
                <a:buNone/>
              </a:pPr>
              <a:r>
                <a:rPr lang="it-IT" sz="2000" dirty="0">
                  <a:solidFill>
                    <a:srgbClr val="00008B"/>
                  </a:solidFill>
                  <a:latin typeface="Lucida Console" panose="020B0609040504020204" pitchFamily="49" charset="0"/>
                </a:rPr>
                <a:t>  </a:t>
              </a:r>
              <a:r>
                <a:rPr lang="it-IT" sz="2000" dirty="0" err="1">
                  <a:solidFill>
                    <a:srgbClr val="00008B"/>
                  </a:solidFill>
                  <a:latin typeface="Lucida Console" panose="020B0609040504020204" pitchFamily="49" charset="0"/>
                </a:rPr>
                <a:t>Param</a:t>
              </a:r>
              <a:r>
                <a:rPr lang="it-IT" sz="2000" dirty="0">
                  <a:solidFill>
                    <a:prstClr val="black"/>
                  </a:solidFill>
                  <a:latin typeface="Lucida Console" panose="020B0609040504020204" pitchFamily="49" charset="0"/>
                </a:rPr>
                <a:t>(</a:t>
              </a:r>
              <a:r>
                <a:rPr lang="it-IT" sz="2000" dirty="0">
                  <a:solidFill>
                    <a:srgbClr val="FF4500"/>
                  </a:solidFill>
                  <a:latin typeface="Lucida Console" panose="020B0609040504020204" pitchFamily="49" charset="0"/>
                </a:rPr>
                <a:t>$</a:t>
              </a:r>
              <a:r>
                <a:rPr lang="it-IT" sz="2000" dirty="0" err="1">
                  <a:solidFill>
                    <a:srgbClr val="FF4500"/>
                  </a:solidFill>
                  <a:latin typeface="Lucida Console" panose="020B0609040504020204" pitchFamily="49" charset="0"/>
                </a:rPr>
                <a:t>Surname</a:t>
              </a:r>
              <a:r>
                <a:rPr lang="it-IT" sz="2000" dirty="0">
                  <a:solidFill>
                    <a:srgbClr val="A9A9A9"/>
                  </a:solidFill>
                  <a:latin typeface="Lucida Console" panose="020B0609040504020204" pitchFamily="49" charset="0"/>
                </a:rPr>
                <a:t>,</a:t>
              </a:r>
              <a:r>
                <a:rPr lang="it-IT" sz="2000" dirty="0">
                  <a:solidFill>
                    <a:srgbClr val="FF4500"/>
                  </a:solidFill>
                  <a:latin typeface="Lucida Console" panose="020B0609040504020204" pitchFamily="49" charset="0"/>
                </a:rPr>
                <a:t>$</a:t>
              </a:r>
              <a:r>
                <a:rPr lang="it-IT" sz="2000" dirty="0" err="1">
                  <a:solidFill>
                    <a:srgbClr val="FF4500"/>
                  </a:solidFill>
                  <a:latin typeface="Lucida Console" panose="020B0609040504020204" pitchFamily="49" charset="0"/>
                </a:rPr>
                <a:t>GivenName</a:t>
              </a:r>
              <a:r>
                <a:rPr lang="it-IT" sz="2000" dirty="0">
                  <a:solidFill>
                    <a:srgbClr val="A9A9A9"/>
                  </a:solidFill>
                  <a:latin typeface="Lucida Console" panose="020B0609040504020204" pitchFamily="49" charset="0"/>
                </a:rPr>
                <a:t>,</a:t>
              </a:r>
              <a:r>
                <a:rPr lang="it-IT" sz="2000" dirty="0">
                  <a:solidFill>
                    <a:srgbClr val="FF4500"/>
                  </a:solidFill>
                  <a:latin typeface="Lucida Console" panose="020B0609040504020204" pitchFamily="49" charset="0"/>
                </a:rPr>
                <a:t>$</a:t>
              </a:r>
              <a:r>
                <a:rPr lang="it-IT" sz="2000" dirty="0" err="1">
                  <a:solidFill>
                    <a:srgbClr val="FF4500"/>
                  </a:solidFill>
                  <a:latin typeface="Lucida Console" panose="020B0609040504020204" pitchFamily="49" charset="0"/>
                </a:rPr>
                <a:t>MiddleOrOther</a:t>
              </a:r>
              <a:r>
                <a:rPr lang="it-IT" sz="2000" dirty="0">
                  <a:solidFill>
                    <a:prstClr val="black"/>
                  </a:solidFill>
                  <a:latin typeface="Lucida Console" panose="020B0609040504020204" pitchFamily="49" charset="0"/>
                </a:rPr>
                <a:t>)  </a:t>
              </a:r>
            </a:p>
            <a:p>
              <a:pPr marL="0" indent="0">
                <a:buNone/>
              </a:pPr>
              <a:endParaRPr lang="en-AU" sz="2000" dirty="0">
                <a:solidFill>
                  <a:srgbClr val="8B0000"/>
                </a:solidFill>
                <a:latin typeface="Lucida Console" panose="020B0609040504020204" pitchFamily="49" charset="0"/>
              </a:endParaRPr>
            </a:p>
            <a:p>
              <a:pPr marL="0" indent="0">
                <a:buNone/>
              </a:pPr>
              <a:r>
                <a:rPr lang="en-AU" sz="2000" dirty="0">
                  <a:solidFill>
                    <a:srgbClr val="8B0000"/>
                  </a:solidFill>
                  <a:latin typeface="Lucida Console" panose="020B0609040504020204" pitchFamily="49" charset="0"/>
                </a:rPr>
                <a:t>  </a:t>
              </a:r>
              <a:r>
                <a:rPr lang="en-US" sz="2000" dirty="0">
                  <a:solidFill>
                    <a:srgbClr val="8B0000"/>
                  </a:solidFill>
                  <a:latin typeface="Lucida Console" panose="020B0609040504020204" pitchFamily="49" charset="0"/>
                </a:rPr>
                <a:t>Write-Host "`$Surname $Surname"</a:t>
              </a:r>
            </a:p>
            <a:p>
              <a:pPr marL="0" indent="0">
                <a:buNone/>
              </a:pPr>
              <a:r>
                <a:rPr lang="en-US" sz="2000" dirty="0">
                  <a:solidFill>
                    <a:srgbClr val="8B0000"/>
                  </a:solidFill>
                  <a:latin typeface="Lucida Console" panose="020B0609040504020204" pitchFamily="49" charset="0"/>
                </a:rPr>
                <a:t>  Write-Host "`$</a:t>
              </a:r>
              <a:r>
                <a:rPr lang="en-US" sz="2000" dirty="0" err="1">
                  <a:solidFill>
                    <a:srgbClr val="8B0000"/>
                  </a:solidFill>
                  <a:latin typeface="Lucida Console" panose="020B0609040504020204" pitchFamily="49" charset="0"/>
                </a:rPr>
                <a:t>GivenName</a:t>
              </a:r>
              <a:r>
                <a:rPr lang="en-US" sz="2000" dirty="0">
                  <a:solidFill>
                    <a:srgbClr val="8B0000"/>
                  </a:solidFill>
                  <a:latin typeface="Lucida Console" panose="020B0609040504020204" pitchFamily="49" charset="0"/>
                </a:rPr>
                <a:t> $</a:t>
              </a:r>
              <a:r>
                <a:rPr lang="en-US" sz="2000" dirty="0" err="1">
                  <a:solidFill>
                    <a:srgbClr val="8B0000"/>
                  </a:solidFill>
                  <a:latin typeface="Lucida Console" panose="020B0609040504020204" pitchFamily="49" charset="0"/>
                </a:rPr>
                <a:t>GivenName</a:t>
              </a:r>
              <a:r>
                <a:rPr lang="en-US" sz="2000" dirty="0">
                  <a:solidFill>
                    <a:srgbClr val="8B0000"/>
                  </a:solidFill>
                  <a:latin typeface="Lucida Console" panose="020B0609040504020204" pitchFamily="49" charset="0"/>
                </a:rPr>
                <a:t>"</a:t>
              </a:r>
            </a:p>
            <a:p>
              <a:pPr marL="0" indent="0">
                <a:buNone/>
              </a:pPr>
              <a:r>
                <a:rPr lang="en-US" sz="2000" dirty="0">
                  <a:solidFill>
                    <a:srgbClr val="8B0000"/>
                  </a:solidFill>
                  <a:latin typeface="Lucida Console" panose="020B0609040504020204" pitchFamily="49" charset="0"/>
                </a:rPr>
                <a:t>  Write-Host "`$</a:t>
              </a:r>
              <a:r>
                <a:rPr lang="en-US" sz="2000" dirty="0" err="1">
                  <a:solidFill>
                    <a:srgbClr val="8B0000"/>
                  </a:solidFill>
                  <a:latin typeface="Lucida Console" panose="020B0609040504020204" pitchFamily="49" charset="0"/>
                </a:rPr>
                <a:t>MiddleOrOther</a:t>
              </a:r>
              <a:r>
                <a:rPr lang="en-US" sz="2000" dirty="0">
                  <a:solidFill>
                    <a:srgbClr val="8B0000"/>
                  </a:solidFill>
                  <a:latin typeface="Lucida Console" panose="020B0609040504020204" pitchFamily="49" charset="0"/>
                </a:rPr>
                <a:t> $</a:t>
              </a:r>
              <a:r>
                <a:rPr lang="en-US" sz="2000" dirty="0" err="1">
                  <a:solidFill>
                    <a:srgbClr val="8B0000"/>
                  </a:solidFill>
                  <a:latin typeface="Lucida Console" panose="020B0609040504020204" pitchFamily="49" charset="0"/>
                </a:rPr>
                <a:t>MiddleOrOther</a:t>
              </a:r>
              <a:r>
                <a:rPr lang="en-US" sz="2000" dirty="0">
                  <a:solidFill>
                    <a:srgbClr val="8B0000"/>
                  </a:solidFill>
                  <a:latin typeface="Lucida Console" panose="020B0609040504020204" pitchFamily="49" charset="0"/>
                </a:rPr>
                <a:t>“</a:t>
              </a:r>
              <a:endParaRPr lang="en-AU" sz="2000" dirty="0">
                <a:solidFill>
                  <a:prstClr val="black"/>
                </a:solidFill>
                <a:latin typeface="Lucida Console" panose="020B0609040504020204" pitchFamily="49" charset="0"/>
              </a:endParaRPr>
            </a:p>
            <a:p>
              <a:pPr marL="0" indent="0" defTabSz="914400">
                <a:buClrTx/>
                <a:buSzTx/>
                <a:buNone/>
                <a:defRPr/>
              </a:pPr>
              <a:r>
                <a:rPr lang="en-AU" sz="2000" dirty="0">
                  <a:solidFill>
                    <a:prstClr val="black"/>
                  </a:solidFill>
                  <a:latin typeface="Lucida Console" panose="020B0609040504020204" pitchFamily="49" charset="0"/>
                </a:rPr>
                <a:t>}</a:t>
              </a:r>
            </a:p>
          </p:txBody>
        </p:sp>
      </p:grpSp>
      <p:pic>
        <p:nvPicPr>
          <p:cNvPr id="4" name="Picture 3">
            <a:extLst>
              <a:ext uri="{FF2B5EF4-FFF2-40B4-BE49-F238E27FC236}">
                <a16:creationId xmlns:a16="http://schemas.microsoft.com/office/drawing/2014/main" id="{7327733C-8A6C-1198-0781-F553C61DC8C2}"/>
              </a:ext>
            </a:extLst>
          </p:cNvPr>
          <p:cNvPicPr>
            <a:picLocks noChangeAspect="1"/>
          </p:cNvPicPr>
          <p:nvPr/>
        </p:nvPicPr>
        <p:blipFill>
          <a:blip r:embed="rId6"/>
          <a:stretch>
            <a:fillRect/>
          </a:stretch>
        </p:blipFill>
        <p:spPr>
          <a:xfrm>
            <a:off x="10524059" y="354222"/>
            <a:ext cx="824313" cy="936497"/>
          </a:xfrm>
          <a:prstGeom prst="rect">
            <a:avLst/>
          </a:prstGeom>
        </p:spPr>
      </p:pic>
    </p:spTree>
    <p:custDataLst>
      <p:tags r:id="rId1"/>
    </p:custDataLst>
    <p:extLst>
      <p:ext uri="{BB962C8B-B14F-4D97-AF65-F5344CB8AC3E}">
        <p14:creationId xmlns:p14="http://schemas.microsoft.com/office/powerpoint/2010/main" val="2284492601"/>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C6778-4129-4EB2-BA7C-2601CA0DB8FD}"/>
              </a:ext>
            </a:extLst>
          </p:cNvPr>
          <p:cNvSpPr>
            <a:spLocks noGrp="1"/>
          </p:cNvSpPr>
          <p:nvPr>
            <p:ph type="title"/>
          </p:nvPr>
        </p:nvSpPr>
        <p:spPr/>
        <p:txBody>
          <a:bodyPr/>
          <a:lstStyle/>
          <a:p>
            <a:r>
              <a:rPr lang="en-US" dirty="0"/>
              <a:t>Value From Remaining Arguments cont.</a:t>
            </a:r>
          </a:p>
        </p:txBody>
      </p:sp>
      <p:sp>
        <p:nvSpPr>
          <p:cNvPr id="10" name="Subtitle 9">
            <a:extLst>
              <a:ext uri="{FF2B5EF4-FFF2-40B4-BE49-F238E27FC236}">
                <a16:creationId xmlns:a16="http://schemas.microsoft.com/office/drawing/2014/main" id="{27AA9460-8BF5-437A-A29A-2D3ACAC1D4B2}"/>
              </a:ext>
            </a:extLst>
          </p:cNvPr>
          <p:cNvSpPr>
            <a:spLocks noGrp="1"/>
          </p:cNvSpPr>
          <p:nvPr>
            <p:ph type="subTitle" idx="1"/>
          </p:nvPr>
        </p:nvSpPr>
        <p:spPr/>
        <p:txBody>
          <a:bodyPr/>
          <a:lstStyle/>
          <a:p>
            <a:r>
              <a:rPr lang="en-AU" sz="2000" dirty="0">
                <a:solidFill>
                  <a:schemeClr val="dk1"/>
                </a:solidFill>
                <a:latin typeface="Segoe UI Light" panose="020B0502040204020203" pitchFamily="34" charset="0"/>
                <a:cs typeface="Segoe UI Light" panose="020B0502040204020203" pitchFamily="34" charset="0"/>
              </a:rPr>
              <a:t> With </a:t>
            </a:r>
            <a:r>
              <a:rPr lang="en-AU" sz="2000" dirty="0" err="1">
                <a:solidFill>
                  <a:schemeClr val="dk1"/>
                </a:solidFill>
                <a:latin typeface="Segoe UI Light" panose="020B0502040204020203" pitchFamily="34" charset="0"/>
                <a:cs typeface="Segoe UI Light" panose="020B0502040204020203" pitchFamily="34" charset="0"/>
              </a:rPr>
              <a:t>ValueFrom</a:t>
            </a:r>
            <a:r>
              <a:rPr lang="en-AU" sz="2000" baseline="0" dirty="0" err="1">
                <a:solidFill>
                  <a:schemeClr val="dk1"/>
                </a:solidFill>
                <a:latin typeface="Segoe UI Light" panose="020B0502040204020203" pitchFamily="34" charset="0"/>
                <a:cs typeface="Segoe UI Light" panose="020B0502040204020203" pitchFamily="34" charset="0"/>
              </a:rPr>
              <a:t>RemainingArguments</a:t>
            </a:r>
            <a:endParaRPr lang="en-AU" sz="2000" dirty="0">
              <a:solidFill>
                <a:schemeClr val="dk1"/>
              </a:solidFill>
              <a:latin typeface="Segoe UI Light" panose="020B0502040204020203" pitchFamily="34" charset="0"/>
              <a:cs typeface="Segoe UI Light" panose="020B0502040204020203" pitchFamily="34" charset="0"/>
            </a:endParaRPr>
          </a:p>
          <a:p>
            <a:endParaRPr lang="en-US" dirty="0"/>
          </a:p>
        </p:txBody>
      </p:sp>
      <p:grpSp>
        <p:nvGrpSpPr>
          <p:cNvPr id="14" name="Code &amp; Execute">
            <a:extLst>
              <a:ext uri="{FF2B5EF4-FFF2-40B4-BE49-F238E27FC236}">
                <a16:creationId xmlns:a16="http://schemas.microsoft.com/office/drawing/2014/main" id="{FE963A29-76AD-47D8-BDA5-1FCE892EF3A6}"/>
              </a:ext>
            </a:extLst>
          </p:cNvPr>
          <p:cNvGrpSpPr/>
          <p:nvPr>
            <p:custDataLst>
              <p:tags r:id="rId2"/>
            </p:custDataLst>
          </p:nvPr>
        </p:nvGrpSpPr>
        <p:grpSpPr>
          <a:xfrm>
            <a:off x="655638" y="1408113"/>
            <a:ext cx="10880725" cy="4819650"/>
            <a:chOff x="655638" y="1408113"/>
            <a:chExt cx="10880725" cy="4819650"/>
          </a:xfrm>
        </p:grpSpPr>
        <p:sp>
          <p:nvSpPr>
            <p:cNvPr id="12" name="Rectangle 11">
              <a:extLst>
                <a:ext uri="{FF2B5EF4-FFF2-40B4-BE49-F238E27FC236}">
                  <a16:creationId xmlns:a16="http://schemas.microsoft.com/office/drawing/2014/main" id="{BB4A34DD-CD9A-45F8-A5CB-D60262FB00DB}"/>
                </a:ext>
              </a:extLst>
            </p:cNvPr>
            <p:cNvSpPr/>
            <p:nvPr/>
          </p:nvSpPr>
          <p:spPr>
            <a:xfrm>
              <a:off x="655638" y="4876800"/>
              <a:ext cx="10880725" cy="1350963"/>
            </a:xfrm>
            <a:prstGeom prst="rect">
              <a:avLst/>
            </a:prstGeom>
            <a:solidFill>
              <a:srgbClr val="012456"/>
            </a:solidFill>
            <a:ln>
              <a:solidFill>
                <a:srgbClr val="012456"/>
              </a:solidFill>
            </a:ln>
          </p:spPr>
          <p:txBody>
            <a:bodyPr wrap="square">
              <a:noAutofit/>
            </a:bodyPr>
            <a:lstStyle/>
            <a:p>
              <a:r>
                <a:rPr lang="en-AU" sz="1800" dirty="0">
                  <a:solidFill>
                    <a:srgbClr val="F5F5F5"/>
                  </a:solidFill>
                  <a:latin typeface="Lucida Console" panose="020B0609040504020204" pitchFamily="49" charset="0"/>
                </a:rPr>
                <a:t>PS C:\&gt; </a:t>
              </a:r>
              <a:r>
                <a:rPr lang="en-AU" sz="1800" dirty="0" err="1">
                  <a:solidFill>
                    <a:srgbClr val="E0FFFF"/>
                  </a:solidFill>
                  <a:latin typeface="Lucida Console" panose="020B0609040504020204" pitchFamily="49" charset="0"/>
                </a:rPr>
                <a:t>ValueFromRemainingArguments</a:t>
              </a:r>
              <a:r>
                <a:rPr lang="en-AU" sz="1800" dirty="0">
                  <a:solidFill>
                    <a:srgbClr val="F5F5F5"/>
                  </a:solidFill>
                  <a:latin typeface="Lucida Console" panose="020B0609040504020204" pitchFamily="49" charset="0"/>
                </a:rPr>
                <a:t> </a:t>
              </a:r>
              <a:r>
                <a:rPr lang="en-AU" sz="1800" dirty="0">
                  <a:solidFill>
                    <a:srgbClr val="FFE4C4"/>
                  </a:solidFill>
                  <a:latin typeface="Lucida Console" panose="020B0609040504020204" pitchFamily="49" charset="0"/>
                </a:rPr>
                <a:t>Jane Doe Sally Smith</a:t>
              </a:r>
              <a:endParaRPr lang="en-AU" sz="1800" dirty="0">
                <a:solidFill>
                  <a:srgbClr val="EE82EE"/>
                </a:solidFill>
                <a:latin typeface="Lucida Console" panose="020B0609040504020204" pitchFamily="49" charset="0"/>
              </a:endParaRPr>
            </a:p>
            <a:p>
              <a:r>
                <a:rPr lang="en-AU" sz="1800" dirty="0">
                  <a:solidFill>
                    <a:srgbClr val="F5F5F5"/>
                  </a:solidFill>
                  <a:latin typeface="Lucida Console" panose="020B0609040504020204" pitchFamily="49" charset="0"/>
                </a:rPr>
                <a:t>$Surname Jane</a:t>
              </a:r>
            </a:p>
            <a:p>
              <a:r>
                <a:rPr lang="en-AU" sz="1800" dirty="0">
                  <a:solidFill>
                    <a:srgbClr val="F5F5F5"/>
                  </a:solidFill>
                  <a:latin typeface="Lucida Console" panose="020B0609040504020204" pitchFamily="49" charset="0"/>
                </a:rPr>
                <a:t>$</a:t>
              </a:r>
              <a:r>
                <a:rPr lang="en-AU" sz="1800" dirty="0" err="1">
                  <a:solidFill>
                    <a:srgbClr val="F5F5F5"/>
                  </a:solidFill>
                  <a:latin typeface="Lucida Console" panose="020B0609040504020204" pitchFamily="49" charset="0"/>
                </a:rPr>
                <a:t>GivenName</a:t>
              </a:r>
              <a:r>
                <a:rPr lang="en-AU" sz="1800" dirty="0">
                  <a:solidFill>
                    <a:srgbClr val="F5F5F5"/>
                  </a:solidFill>
                  <a:latin typeface="Lucida Console" panose="020B0609040504020204" pitchFamily="49" charset="0"/>
                </a:rPr>
                <a:t> Doe</a:t>
              </a:r>
            </a:p>
            <a:p>
              <a:r>
                <a:rPr lang="en-AU" sz="1800" dirty="0">
                  <a:solidFill>
                    <a:srgbClr val="F5F5F5"/>
                  </a:solidFill>
                  <a:latin typeface="Lucida Console" panose="020B0609040504020204" pitchFamily="49" charset="0"/>
                </a:rPr>
                <a:t>$</a:t>
              </a:r>
              <a:r>
                <a:rPr lang="en-AU" sz="1800" dirty="0" err="1">
                  <a:solidFill>
                    <a:srgbClr val="F5F5F5"/>
                  </a:solidFill>
                  <a:latin typeface="Lucida Console" panose="020B0609040504020204" pitchFamily="49" charset="0"/>
                </a:rPr>
                <a:t>MiddleOrOther</a:t>
              </a:r>
              <a:r>
                <a:rPr lang="en-AU" sz="1800" dirty="0">
                  <a:solidFill>
                    <a:srgbClr val="F5F5F5"/>
                  </a:solidFill>
                  <a:latin typeface="Lucida Console" panose="020B0609040504020204" pitchFamily="49" charset="0"/>
                </a:rPr>
                <a:t> Sally Smith</a:t>
              </a:r>
            </a:p>
          </p:txBody>
        </p:sp>
        <p:sp>
          <p:nvSpPr>
            <p:cNvPr id="13" name="Text Placeholder 9">
              <a:extLst>
                <a:ext uri="{FF2B5EF4-FFF2-40B4-BE49-F238E27FC236}">
                  <a16:creationId xmlns:a16="http://schemas.microsoft.com/office/drawing/2014/main" id="{EB27B355-6235-4EDD-9744-BF20818AB669}"/>
                </a:ext>
              </a:extLst>
            </p:cNvPr>
            <p:cNvSpPr txBox="1">
              <a:spLocks/>
            </p:cNvSpPr>
            <p:nvPr>
              <p:custDataLst>
                <p:tags r:id="rId3"/>
              </p:custDataLst>
            </p:nvPr>
          </p:nvSpPr>
          <p:spPr>
            <a:xfrm>
              <a:off x="655638" y="1408113"/>
              <a:ext cx="10880725" cy="4819650"/>
            </a:xfrm>
            <a:prstGeom prst="rect">
              <a:avLst/>
            </a:prstGeom>
            <a:ln>
              <a:solidFill>
                <a:srgbClr val="012456"/>
              </a:solidFill>
            </a:ln>
          </p:spPr>
          <p:txBody>
            <a:bodyPr vert="horz" wrap="square" lIns="146304" tIns="91440" rIns="146304" bIns="91440" rtlCol="0">
              <a:noAutofit/>
            </a:bodyPr>
            <a:lstStyle>
              <a:lvl1pPr marL="310896" indent="-310896" algn="l" defTabSz="932688" rtl="0" eaLnBrk="1" latinLnBrk="0" hangingPunct="1">
                <a:buClr>
                  <a:schemeClr val="tx1"/>
                </a:buClr>
                <a:buSzPct val="90000"/>
                <a:buFont typeface="Wingdings" panose="05000000000000000000" pitchFamily="2" charset="2"/>
                <a:buChar char=""/>
              </a:lvl1pPr>
              <a:lvl2pPr marL="621792" indent="-310896" algn="l" defTabSz="932688" rtl="0" eaLnBrk="1" latinLnBrk="0" hangingPunct="1">
                <a:buClr>
                  <a:schemeClr val="tx1"/>
                </a:buClr>
                <a:buSzPct val="90000"/>
                <a:buFont typeface="Wingdings" panose="05000000000000000000" pitchFamily="2" charset="2"/>
                <a:buChar char=""/>
              </a:lvl2pPr>
              <a:lvl3pPr marL="932688" indent="-310896" algn="l" defTabSz="932688" rtl="0" eaLnBrk="1" latinLnBrk="0" hangingPunct="1">
                <a:buClr>
                  <a:schemeClr val="tx1"/>
                </a:buClr>
                <a:buSzPct val="90000"/>
                <a:buFont typeface="Wingdings" panose="05000000000000000000" pitchFamily="2" charset="2"/>
                <a:buChar char=""/>
              </a:lvl3pPr>
              <a:lvl4pPr marL="1243584" indent="-310896" algn="l" defTabSz="932688" rtl="0" eaLnBrk="1" latinLnBrk="0" hangingPunct="1">
                <a:buClr>
                  <a:schemeClr val="tx1"/>
                </a:buClr>
                <a:buSzPct val="90000"/>
                <a:buFont typeface="Wingdings" panose="05000000000000000000" pitchFamily="2" charset="2"/>
                <a:buChar char=""/>
              </a:lvl4pPr>
              <a:lvl5pPr marL="1554480" indent="-329184" algn="l" defTabSz="932688" rtl="0" eaLnBrk="1" latinLnBrk="0" hangingPunct="1">
                <a:buClr>
                  <a:schemeClr val="tx1"/>
                </a:buClr>
                <a:buSzPct val="90000"/>
                <a:buFont typeface="Wingdings" panose="05000000000000000000" pitchFamily="2" charset="2"/>
                <a:buChar char=""/>
              </a:lvl5pPr>
              <a:lvl6pPr marL="310896" indent="-310896" algn="l" defTabSz="932688" rtl="0" eaLnBrk="1" latinLnBrk="0" hangingPunct="1">
                <a:buSzPct val="100000"/>
                <a:buFont typeface="+mj-lt"/>
                <a:buAutoNum type="arabicPeriod"/>
              </a:lvl6pPr>
              <a:lvl7pPr marL="621792" indent="-310896" algn="l" defTabSz="932688" rtl="0" eaLnBrk="1" latinLnBrk="0" hangingPunct="1">
                <a:buSzPct val="90000"/>
                <a:buFont typeface="+mj-lt"/>
                <a:buAutoNum type="alphaLcPeriod"/>
              </a:lvl7pPr>
            </a:lstStyle>
            <a:p>
              <a:pPr marL="0" indent="0">
                <a:buNone/>
              </a:pPr>
              <a:r>
                <a:rPr lang="en-US" sz="1800" dirty="0">
                  <a:solidFill>
                    <a:srgbClr val="00008B"/>
                  </a:solidFill>
                  <a:latin typeface="Lucida Console" panose="020B0609040504020204" pitchFamily="49" charset="0"/>
                </a:rPr>
                <a:t>function</a:t>
              </a:r>
              <a:r>
                <a:rPr lang="en-US" sz="1800" dirty="0">
                  <a:solidFill>
                    <a:prstClr val="black"/>
                  </a:solidFill>
                  <a:latin typeface="Lucida Console" panose="020B0609040504020204" pitchFamily="49" charset="0"/>
                </a:rPr>
                <a:t> </a:t>
              </a:r>
              <a:r>
                <a:rPr lang="en-US" sz="1800" dirty="0" err="1">
                  <a:solidFill>
                    <a:srgbClr val="8A2BE2"/>
                  </a:solidFill>
                  <a:latin typeface="Lucida Console" panose="020B0609040504020204" pitchFamily="49" charset="0"/>
                </a:rPr>
                <a:t>ValueFromRemainingArguments</a:t>
              </a:r>
              <a:r>
                <a:rPr lang="en-US" sz="1800" dirty="0">
                  <a:solidFill>
                    <a:prstClr val="black"/>
                  </a:solidFill>
                  <a:latin typeface="Lucida Console" panose="020B0609040504020204" pitchFamily="49" charset="0"/>
                </a:rPr>
                <a:t> {</a:t>
              </a:r>
            </a:p>
            <a:p>
              <a:pPr marL="0" indent="0">
                <a:buNone/>
              </a:pPr>
              <a:r>
                <a:rPr lang="en-US" sz="1800" dirty="0">
                  <a:solidFill>
                    <a:prstClr val="black"/>
                  </a:solidFill>
                  <a:latin typeface="Lucida Console" panose="020B0609040504020204" pitchFamily="49" charset="0"/>
                </a:rPr>
                <a:t>  </a:t>
              </a:r>
              <a:r>
                <a:rPr lang="en-US" sz="1800" dirty="0">
                  <a:solidFill>
                    <a:srgbClr val="00008B"/>
                  </a:solidFill>
                  <a:latin typeface="Lucida Console" panose="020B0609040504020204" pitchFamily="49" charset="0"/>
                </a:rPr>
                <a:t>Param</a:t>
              </a:r>
              <a:r>
                <a:rPr lang="en-US" sz="1800" dirty="0">
                  <a:solidFill>
                    <a:prstClr val="black"/>
                  </a:solidFill>
                  <a:latin typeface="Lucida Console" panose="020B0609040504020204" pitchFamily="49" charset="0"/>
                </a:rPr>
                <a:t>(</a:t>
              </a:r>
              <a:r>
                <a:rPr lang="en-US" sz="1800" dirty="0">
                  <a:solidFill>
                    <a:srgbClr val="696969"/>
                  </a:solidFill>
                  <a:latin typeface="Lucida Console" panose="020B0609040504020204" pitchFamily="49" charset="0"/>
                </a:rPr>
                <a:t>[</a:t>
              </a:r>
              <a:r>
                <a:rPr lang="en-US" sz="1800" dirty="0">
                  <a:solidFill>
                    <a:srgbClr val="00BFFF"/>
                  </a:solidFill>
                  <a:latin typeface="Lucida Console" panose="020B0609040504020204" pitchFamily="49" charset="0"/>
                </a:rPr>
                <a:t>Parameter</a:t>
              </a:r>
              <a:r>
                <a:rPr lang="en-US" sz="1800" dirty="0">
                  <a:solidFill>
                    <a:prstClr val="black"/>
                  </a:solidFill>
                  <a:latin typeface="Lucida Console" panose="020B0609040504020204" pitchFamily="49" charset="0"/>
                </a:rPr>
                <a:t>(Mandatory</a:t>
              </a:r>
              <a:r>
                <a:rPr lang="en-US" sz="1800" dirty="0">
                  <a:solidFill>
                    <a:srgbClr val="696969"/>
                  </a:solidFill>
                  <a:latin typeface="Lucida Console" panose="020B0609040504020204" pitchFamily="49" charset="0"/>
                </a:rPr>
                <a:t>=</a:t>
              </a:r>
              <a:r>
                <a:rPr lang="en-US" sz="1800" dirty="0">
                  <a:solidFill>
                    <a:srgbClr val="A82D00"/>
                  </a:solidFill>
                  <a:latin typeface="Lucida Console" panose="020B0609040504020204" pitchFamily="49" charset="0"/>
                </a:rPr>
                <a:t>$true</a:t>
              </a:r>
              <a:r>
                <a:rPr lang="en-US" sz="1800" dirty="0">
                  <a:solidFill>
                    <a:prstClr val="black"/>
                  </a:solidFill>
                  <a:latin typeface="Lucida Console" panose="020B0609040504020204" pitchFamily="49" charset="0"/>
                </a:rPr>
                <a:t>)</a:t>
              </a:r>
              <a:r>
                <a:rPr lang="en-US" sz="1800" dirty="0">
                  <a:solidFill>
                    <a:srgbClr val="696969"/>
                  </a:solidFill>
                  <a:latin typeface="Lucida Console" panose="020B0609040504020204" pitchFamily="49" charset="0"/>
                </a:rPr>
                <a:t>]</a:t>
              </a:r>
              <a:r>
                <a:rPr lang="en-US" sz="1800" dirty="0">
                  <a:solidFill>
                    <a:srgbClr val="A82D00"/>
                  </a:solidFill>
                  <a:latin typeface="Lucida Console" panose="020B0609040504020204" pitchFamily="49" charset="0"/>
                </a:rPr>
                <a:t>$Surname</a:t>
              </a:r>
              <a:r>
                <a:rPr lang="en-US" sz="1800" dirty="0">
                  <a:solidFill>
                    <a:srgbClr val="696969"/>
                  </a:solidFill>
                  <a:latin typeface="Lucida Console" panose="020B0609040504020204" pitchFamily="49" charset="0"/>
                </a:rPr>
                <a:t>,</a:t>
              </a:r>
              <a:endParaRPr lang="en-US" sz="1800" dirty="0">
                <a:solidFill>
                  <a:prstClr val="black"/>
                </a:solidFill>
                <a:latin typeface="Lucida Console" panose="020B0609040504020204" pitchFamily="49" charset="0"/>
              </a:endParaRPr>
            </a:p>
            <a:p>
              <a:pPr marL="0" indent="0">
                <a:buNone/>
              </a:pPr>
              <a:r>
                <a:rPr lang="en-US" sz="1800" dirty="0">
                  <a:solidFill>
                    <a:prstClr val="black"/>
                  </a:solidFill>
                  <a:latin typeface="Lucida Console" panose="020B0609040504020204" pitchFamily="49" charset="0"/>
                </a:rPr>
                <a:t>         </a:t>
              </a:r>
              <a:r>
                <a:rPr lang="en-US" sz="1800" dirty="0">
                  <a:solidFill>
                    <a:srgbClr val="696969"/>
                  </a:solidFill>
                  <a:latin typeface="Lucida Console" panose="020B0609040504020204" pitchFamily="49" charset="0"/>
                </a:rPr>
                <a:t>[</a:t>
              </a:r>
              <a:r>
                <a:rPr lang="en-US" sz="1800" dirty="0">
                  <a:solidFill>
                    <a:srgbClr val="00BFFF"/>
                  </a:solidFill>
                  <a:latin typeface="Lucida Console" panose="020B0609040504020204" pitchFamily="49" charset="0"/>
                </a:rPr>
                <a:t>Parameter</a:t>
              </a:r>
              <a:r>
                <a:rPr lang="en-US" sz="1800" dirty="0">
                  <a:solidFill>
                    <a:prstClr val="black"/>
                  </a:solidFill>
                  <a:latin typeface="Lucida Console" panose="020B0609040504020204" pitchFamily="49" charset="0"/>
                </a:rPr>
                <a:t>(Mandatory</a:t>
              </a:r>
              <a:r>
                <a:rPr lang="en-US" sz="1800" dirty="0">
                  <a:solidFill>
                    <a:srgbClr val="696969"/>
                  </a:solidFill>
                  <a:latin typeface="Lucida Console" panose="020B0609040504020204" pitchFamily="49" charset="0"/>
                </a:rPr>
                <a:t>=</a:t>
              </a:r>
              <a:r>
                <a:rPr lang="en-US" sz="1800" dirty="0">
                  <a:solidFill>
                    <a:srgbClr val="A82D00"/>
                  </a:solidFill>
                  <a:latin typeface="Lucida Console" panose="020B0609040504020204" pitchFamily="49" charset="0"/>
                </a:rPr>
                <a:t>$true</a:t>
              </a:r>
              <a:r>
                <a:rPr lang="en-US" sz="1800" dirty="0">
                  <a:solidFill>
                    <a:prstClr val="black"/>
                  </a:solidFill>
                  <a:latin typeface="Lucida Console" panose="020B0609040504020204" pitchFamily="49" charset="0"/>
                </a:rPr>
                <a:t>)</a:t>
              </a:r>
              <a:r>
                <a:rPr lang="en-US" sz="1800" dirty="0">
                  <a:solidFill>
                    <a:srgbClr val="696969"/>
                  </a:solidFill>
                  <a:latin typeface="Lucida Console" panose="020B0609040504020204" pitchFamily="49" charset="0"/>
                </a:rPr>
                <a:t>]</a:t>
              </a:r>
              <a:r>
                <a:rPr lang="en-US" sz="1800" dirty="0">
                  <a:solidFill>
                    <a:srgbClr val="A82D00"/>
                  </a:solidFill>
                  <a:latin typeface="Lucida Console" panose="020B0609040504020204" pitchFamily="49" charset="0"/>
                </a:rPr>
                <a:t>$</a:t>
              </a:r>
              <a:r>
                <a:rPr lang="en-US" sz="1800" dirty="0" err="1">
                  <a:solidFill>
                    <a:srgbClr val="A82D00"/>
                  </a:solidFill>
                  <a:latin typeface="Lucida Console" panose="020B0609040504020204" pitchFamily="49" charset="0"/>
                </a:rPr>
                <a:t>GivenName</a:t>
              </a:r>
              <a:r>
                <a:rPr lang="en-US" sz="1800" dirty="0">
                  <a:solidFill>
                    <a:srgbClr val="696969"/>
                  </a:solidFill>
                  <a:latin typeface="Lucida Console" panose="020B0609040504020204" pitchFamily="49" charset="0"/>
                </a:rPr>
                <a:t>,</a:t>
              </a:r>
              <a:endParaRPr lang="en-US" sz="1800" dirty="0">
                <a:solidFill>
                  <a:prstClr val="black"/>
                </a:solidFill>
                <a:latin typeface="Lucida Console" panose="020B0609040504020204" pitchFamily="49" charset="0"/>
              </a:endParaRPr>
            </a:p>
            <a:p>
              <a:pPr marL="0" indent="0">
                <a:buNone/>
              </a:pPr>
              <a:r>
                <a:rPr lang="en-US" sz="1800" dirty="0">
                  <a:solidFill>
                    <a:prstClr val="black"/>
                  </a:solidFill>
                  <a:latin typeface="Lucida Console" panose="020B0609040504020204" pitchFamily="49" charset="0"/>
                </a:rPr>
                <a:t>         </a:t>
              </a:r>
              <a:r>
                <a:rPr lang="en-US" sz="1800" dirty="0">
                  <a:solidFill>
                    <a:srgbClr val="696969"/>
                  </a:solidFill>
                  <a:latin typeface="Lucida Console" panose="020B0609040504020204" pitchFamily="49" charset="0"/>
                </a:rPr>
                <a:t>[</a:t>
              </a:r>
              <a:r>
                <a:rPr lang="en-US" sz="1800" dirty="0">
                  <a:solidFill>
                    <a:srgbClr val="00BFFF"/>
                  </a:solidFill>
                  <a:latin typeface="Lucida Console" panose="020B0609040504020204" pitchFamily="49" charset="0"/>
                </a:rPr>
                <a:t>Parameter</a:t>
              </a:r>
              <a:r>
                <a:rPr lang="en-US" sz="1800" dirty="0">
                  <a:solidFill>
                    <a:prstClr val="black"/>
                  </a:solidFill>
                  <a:latin typeface="Lucida Console" panose="020B0609040504020204" pitchFamily="49" charset="0"/>
                </a:rPr>
                <a:t>(Mandatory</a:t>
              </a:r>
              <a:r>
                <a:rPr lang="en-US" sz="1800" dirty="0">
                  <a:solidFill>
                    <a:srgbClr val="696969"/>
                  </a:solidFill>
                  <a:latin typeface="Lucida Console" panose="020B0609040504020204" pitchFamily="49" charset="0"/>
                </a:rPr>
                <a:t>=</a:t>
              </a:r>
              <a:r>
                <a:rPr lang="en-US" sz="1800" dirty="0">
                  <a:solidFill>
                    <a:srgbClr val="A82D00"/>
                  </a:solidFill>
                  <a:latin typeface="Lucida Console" panose="020B0609040504020204" pitchFamily="49" charset="0"/>
                </a:rPr>
                <a:t>$false</a:t>
              </a:r>
              <a:r>
                <a:rPr lang="en-US" sz="1800" dirty="0">
                  <a:solidFill>
                    <a:srgbClr val="696969"/>
                  </a:solidFill>
                  <a:latin typeface="Lucida Console" panose="020B0609040504020204" pitchFamily="49" charset="0"/>
                </a:rPr>
                <a:t>,</a:t>
              </a:r>
              <a:endParaRPr lang="en-US" sz="1800" dirty="0">
                <a:solidFill>
                  <a:prstClr val="black"/>
                </a:solidFill>
                <a:latin typeface="Lucida Console" panose="020B0609040504020204" pitchFamily="49" charset="0"/>
              </a:endParaRPr>
            </a:p>
            <a:p>
              <a:pPr marL="0" indent="0">
                <a:buNone/>
              </a:pPr>
              <a:r>
                <a:rPr lang="en-US" sz="1800" dirty="0">
                  <a:solidFill>
                    <a:prstClr val="black"/>
                  </a:solidFill>
                  <a:latin typeface="Lucida Console" panose="020B0609040504020204" pitchFamily="49" charset="0"/>
                </a:rPr>
                <a:t>         </a:t>
              </a:r>
              <a:r>
                <a:rPr lang="en-US" sz="1800" dirty="0" err="1">
                  <a:solidFill>
                    <a:prstClr val="black"/>
                  </a:solidFill>
                  <a:latin typeface="Lucida Console" panose="020B0609040504020204" pitchFamily="49" charset="0"/>
                </a:rPr>
                <a:t>ValueFromRemainingArguments</a:t>
              </a:r>
              <a:r>
                <a:rPr lang="en-US" sz="1800" dirty="0">
                  <a:solidFill>
                    <a:srgbClr val="696969"/>
                  </a:solidFill>
                  <a:latin typeface="Lucida Console" panose="020B0609040504020204" pitchFamily="49" charset="0"/>
                </a:rPr>
                <a:t>=</a:t>
              </a:r>
              <a:r>
                <a:rPr lang="en-US" sz="1800" dirty="0">
                  <a:solidFill>
                    <a:srgbClr val="A82D00"/>
                  </a:solidFill>
                  <a:latin typeface="Lucida Console" panose="020B0609040504020204" pitchFamily="49" charset="0"/>
                </a:rPr>
                <a:t>$true</a:t>
              </a:r>
              <a:r>
                <a:rPr lang="en-US" sz="1800" dirty="0">
                  <a:solidFill>
                    <a:prstClr val="black"/>
                  </a:solidFill>
                  <a:latin typeface="Lucida Console" panose="020B0609040504020204" pitchFamily="49" charset="0"/>
                </a:rPr>
                <a:t>)</a:t>
              </a:r>
              <a:r>
                <a:rPr lang="en-US" sz="1800" dirty="0">
                  <a:solidFill>
                    <a:srgbClr val="696969"/>
                  </a:solidFill>
                  <a:latin typeface="Lucida Console" panose="020B0609040504020204" pitchFamily="49" charset="0"/>
                </a:rPr>
                <a:t>]</a:t>
              </a:r>
              <a:r>
                <a:rPr lang="en-US" sz="1800" dirty="0">
                  <a:solidFill>
                    <a:srgbClr val="A82D00"/>
                  </a:solidFill>
                  <a:latin typeface="Lucida Console" panose="020B0609040504020204" pitchFamily="49" charset="0"/>
                </a:rPr>
                <a:t>$</a:t>
              </a:r>
              <a:r>
                <a:rPr lang="en-US" sz="1800" dirty="0" err="1">
                  <a:solidFill>
                    <a:srgbClr val="A82D00"/>
                  </a:solidFill>
                  <a:latin typeface="Lucida Console" panose="020B0609040504020204" pitchFamily="49" charset="0"/>
                </a:rPr>
                <a:t>MiddleOrOther</a:t>
              </a:r>
              <a:endParaRPr lang="en-US" sz="1800" dirty="0">
                <a:solidFill>
                  <a:prstClr val="black"/>
                </a:solidFill>
                <a:latin typeface="Lucida Console" panose="020B0609040504020204" pitchFamily="49" charset="0"/>
              </a:endParaRPr>
            </a:p>
            <a:p>
              <a:pPr marL="0" indent="0">
                <a:buNone/>
              </a:pPr>
              <a:r>
                <a:rPr lang="en-IL" sz="1800" dirty="0">
                  <a:solidFill>
                    <a:prstClr val="black"/>
                  </a:solidFill>
                  <a:latin typeface="Lucida Console" panose="020B0609040504020204" pitchFamily="49" charset="0"/>
                </a:rPr>
                <a:t>       )</a:t>
              </a:r>
            </a:p>
            <a:p>
              <a:pPr marL="0" indent="0">
                <a:buNone/>
              </a:pPr>
              <a:r>
                <a:rPr lang="en-US" sz="1800" dirty="0">
                  <a:solidFill>
                    <a:prstClr val="black"/>
                  </a:solidFill>
                  <a:latin typeface="Lucida Console" panose="020B0609040504020204" pitchFamily="49" charset="0"/>
                </a:rPr>
                <a:t>  </a:t>
              </a:r>
              <a:r>
                <a:rPr lang="en-US" sz="1800" dirty="0">
                  <a:solidFill>
                    <a:srgbClr val="0000FF"/>
                  </a:solidFill>
                  <a:latin typeface="Lucida Console" panose="020B0609040504020204" pitchFamily="49" charset="0"/>
                </a:rPr>
                <a:t>Write-Host</a:t>
              </a:r>
              <a:r>
                <a:rPr lang="en-US" sz="1800" dirty="0">
                  <a:solidFill>
                    <a:prstClr val="black"/>
                  </a:solidFill>
                  <a:latin typeface="Lucida Console" panose="020B0609040504020204" pitchFamily="49" charset="0"/>
                </a:rPr>
                <a:t> </a:t>
              </a:r>
              <a:r>
                <a:rPr lang="en-US" sz="1800" dirty="0">
                  <a:solidFill>
                    <a:srgbClr val="8B0000"/>
                  </a:solidFill>
                  <a:latin typeface="Lucida Console" panose="020B0609040504020204" pitchFamily="49" charset="0"/>
                </a:rPr>
                <a:t>"`$Surname </a:t>
              </a:r>
              <a:r>
                <a:rPr lang="en-US" sz="1800" dirty="0">
                  <a:solidFill>
                    <a:srgbClr val="A82D00"/>
                  </a:solidFill>
                  <a:latin typeface="Lucida Console" panose="020B0609040504020204" pitchFamily="49" charset="0"/>
                </a:rPr>
                <a:t>$Surname</a:t>
              </a:r>
              <a:r>
                <a:rPr lang="en-US" sz="1800" dirty="0">
                  <a:solidFill>
                    <a:srgbClr val="8B0000"/>
                  </a:solidFill>
                  <a:latin typeface="Lucida Console" panose="020B0609040504020204" pitchFamily="49" charset="0"/>
                </a:rPr>
                <a:t>"</a:t>
              </a:r>
              <a:endParaRPr lang="en-US" sz="1800" dirty="0">
                <a:solidFill>
                  <a:prstClr val="black"/>
                </a:solidFill>
                <a:latin typeface="Lucida Console" panose="020B0609040504020204" pitchFamily="49" charset="0"/>
              </a:endParaRPr>
            </a:p>
            <a:p>
              <a:pPr marL="0" indent="0">
                <a:buNone/>
              </a:pPr>
              <a:r>
                <a:rPr lang="en-US" sz="1800" dirty="0">
                  <a:solidFill>
                    <a:prstClr val="black"/>
                  </a:solidFill>
                  <a:latin typeface="Lucida Console" panose="020B0609040504020204" pitchFamily="49" charset="0"/>
                </a:rPr>
                <a:t>  </a:t>
              </a:r>
              <a:r>
                <a:rPr lang="en-US" sz="1800" dirty="0">
                  <a:solidFill>
                    <a:srgbClr val="0000FF"/>
                  </a:solidFill>
                  <a:latin typeface="Lucida Console" panose="020B0609040504020204" pitchFamily="49" charset="0"/>
                </a:rPr>
                <a:t>Write-Host</a:t>
              </a:r>
              <a:r>
                <a:rPr lang="en-US" sz="1800" dirty="0">
                  <a:solidFill>
                    <a:prstClr val="black"/>
                  </a:solidFill>
                  <a:latin typeface="Lucida Console" panose="020B0609040504020204" pitchFamily="49" charset="0"/>
                </a:rPr>
                <a:t> </a:t>
              </a:r>
              <a:r>
                <a:rPr lang="en-US" sz="1800" dirty="0">
                  <a:solidFill>
                    <a:srgbClr val="8B0000"/>
                  </a:solidFill>
                  <a:latin typeface="Lucida Console" panose="020B0609040504020204" pitchFamily="49" charset="0"/>
                </a:rPr>
                <a:t>"`$</a:t>
              </a:r>
              <a:r>
                <a:rPr lang="en-US" sz="1800" dirty="0" err="1">
                  <a:solidFill>
                    <a:srgbClr val="8B0000"/>
                  </a:solidFill>
                  <a:latin typeface="Lucida Console" panose="020B0609040504020204" pitchFamily="49" charset="0"/>
                </a:rPr>
                <a:t>GivenName</a:t>
              </a:r>
              <a:r>
                <a:rPr lang="en-US" sz="1800" dirty="0">
                  <a:solidFill>
                    <a:srgbClr val="8B0000"/>
                  </a:solidFill>
                  <a:latin typeface="Lucida Console" panose="020B0609040504020204" pitchFamily="49" charset="0"/>
                </a:rPr>
                <a:t> </a:t>
              </a:r>
              <a:r>
                <a:rPr lang="en-US" sz="1800" dirty="0">
                  <a:solidFill>
                    <a:srgbClr val="A82D00"/>
                  </a:solidFill>
                  <a:latin typeface="Lucida Console" panose="020B0609040504020204" pitchFamily="49" charset="0"/>
                </a:rPr>
                <a:t>$</a:t>
              </a:r>
              <a:r>
                <a:rPr lang="en-US" sz="1800" dirty="0" err="1">
                  <a:solidFill>
                    <a:srgbClr val="A82D00"/>
                  </a:solidFill>
                  <a:latin typeface="Lucida Console" panose="020B0609040504020204" pitchFamily="49" charset="0"/>
                </a:rPr>
                <a:t>GivenName</a:t>
              </a:r>
              <a:r>
                <a:rPr lang="en-US" sz="1800" dirty="0">
                  <a:solidFill>
                    <a:srgbClr val="8B0000"/>
                  </a:solidFill>
                  <a:latin typeface="Lucida Console" panose="020B0609040504020204" pitchFamily="49" charset="0"/>
                </a:rPr>
                <a:t>"</a:t>
              </a:r>
              <a:endParaRPr lang="en-US" sz="1800" dirty="0">
                <a:solidFill>
                  <a:prstClr val="black"/>
                </a:solidFill>
                <a:latin typeface="Lucida Console" panose="020B0609040504020204" pitchFamily="49" charset="0"/>
              </a:endParaRPr>
            </a:p>
            <a:p>
              <a:pPr marL="0" indent="0">
                <a:buNone/>
              </a:pPr>
              <a:r>
                <a:rPr lang="en-US" sz="1800" dirty="0">
                  <a:solidFill>
                    <a:prstClr val="black"/>
                  </a:solidFill>
                  <a:latin typeface="Lucida Console" panose="020B0609040504020204" pitchFamily="49" charset="0"/>
                </a:rPr>
                <a:t>  </a:t>
              </a:r>
              <a:r>
                <a:rPr lang="en-US" sz="1800" dirty="0">
                  <a:solidFill>
                    <a:srgbClr val="0000FF"/>
                  </a:solidFill>
                  <a:latin typeface="Lucida Console" panose="020B0609040504020204" pitchFamily="49" charset="0"/>
                </a:rPr>
                <a:t>Write-Host</a:t>
              </a:r>
              <a:r>
                <a:rPr lang="en-US" sz="1800" dirty="0">
                  <a:solidFill>
                    <a:prstClr val="black"/>
                  </a:solidFill>
                  <a:latin typeface="Lucida Console" panose="020B0609040504020204" pitchFamily="49" charset="0"/>
                </a:rPr>
                <a:t> </a:t>
              </a:r>
              <a:r>
                <a:rPr lang="en-US" sz="1800" dirty="0">
                  <a:solidFill>
                    <a:srgbClr val="8B0000"/>
                  </a:solidFill>
                  <a:latin typeface="Lucida Console" panose="020B0609040504020204" pitchFamily="49" charset="0"/>
                </a:rPr>
                <a:t>"`$</a:t>
              </a:r>
              <a:r>
                <a:rPr lang="en-US" sz="1800" dirty="0" err="1">
                  <a:solidFill>
                    <a:srgbClr val="8B0000"/>
                  </a:solidFill>
                  <a:latin typeface="Lucida Console" panose="020B0609040504020204" pitchFamily="49" charset="0"/>
                </a:rPr>
                <a:t>MiddleOrOther</a:t>
              </a:r>
              <a:r>
                <a:rPr lang="en-US" sz="1800" dirty="0">
                  <a:solidFill>
                    <a:srgbClr val="8B0000"/>
                  </a:solidFill>
                  <a:latin typeface="Lucida Console" panose="020B0609040504020204" pitchFamily="49" charset="0"/>
                </a:rPr>
                <a:t> </a:t>
              </a:r>
              <a:r>
                <a:rPr lang="en-US" sz="1800" dirty="0">
                  <a:solidFill>
                    <a:srgbClr val="A82D00"/>
                  </a:solidFill>
                  <a:latin typeface="Lucida Console" panose="020B0609040504020204" pitchFamily="49" charset="0"/>
                </a:rPr>
                <a:t>$</a:t>
              </a:r>
              <a:r>
                <a:rPr lang="en-US" sz="1800" dirty="0" err="1">
                  <a:solidFill>
                    <a:srgbClr val="A82D00"/>
                  </a:solidFill>
                  <a:latin typeface="Lucida Console" panose="020B0609040504020204" pitchFamily="49" charset="0"/>
                </a:rPr>
                <a:t>MiddleOrOther</a:t>
              </a:r>
              <a:r>
                <a:rPr lang="en-US" sz="1800" dirty="0">
                  <a:solidFill>
                    <a:srgbClr val="8B0000"/>
                  </a:solidFill>
                  <a:latin typeface="Lucida Console" panose="020B0609040504020204" pitchFamily="49" charset="0"/>
                </a:rPr>
                <a:t>“</a:t>
              </a:r>
              <a:endParaRPr lang="en-US" sz="1800" dirty="0">
                <a:solidFill>
                  <a:prstClr val="black"/>
                </a:solidFill>
                <a:latin typeface="Lucida Console" panose="020B0609040504020204" pitchFamily="49" charset="0"/>
              </a:endParaRPr>
            </a:p>
            <a:p>
              <a:pPr marL="0" indent="0">
                <a:buNone/>
              </a:pPr>
              <a:r>
                <a:rPr lang="en-IL" sz="1800" dirty="0">
                  <a:solidFill>
                    <a:prstClr val="black"/>
                  </a:solidFill>
                  <a:latin typeface="Lucida Console" panose="020B0609040504020204" pitchFamily="49" charset="0"/>
                </a:rPr>
                <a:t>}</a:t>
              </a:r>
            </a:p>
            <a:p>
              <a:endParaRPr lang="en-IL" sz="1800" dirty="0">
                <a:solidFill>
                  <a:prstClr val="black"/>
                </a:solidFill>
                <a:latin typeface="Lucida Console" panose="020B0609040504020204" pitchFamily="49" charset="0"/>
              </a:endParaRPr>
            </a:p>
            <a:p>
              <a:r>
                <a:rPr lang="en-US" sz="1800" dirty="0" err="1">
                  <a:solidFill>
                    <a:srgbClr val="0000FF"/>
                  </a:solidFill>
                  <a:latin typeface="Lucida Console" panose="020B0609040504020204" pitchFamily="49" charset="0"/>
                </a:rPr>
                <a:t>ValueFromRemainingArguments</a:t>
              </a:r>
              <a:r>
                <a:rPr lang="en-US" sz="1800" dirty="0">
                  <a:solidFill>
                    <a:prstClr val="black"/>
                  </a:solidFill>
                  <a:latin typeface="Lucida Console" panose="020B0609040504020204" pitchFamily="49" charset="0"/>
                </a:rPr>
                <a:t> </a:t>
              </a:r>
              <a:r>
                <a:rPr lang="en-US" sz="1800" dirty="0">
                  <a:solidFill>
                    <a:srgbClr val="8A2BE2"/>
                  </a:solidFill>
                  <a:latin typeface="Lucida Console" panose="020B0609040504020204" pitchFamily="49" charset="0"/>
                </a:rPr>
                <a:t>Jane</a:t>
              </a:r>
              <a:r>
                <a:rPr lang="en-US" sz="1800" dirty="0">
                  <a:solidFill>
                    <a:prstClr val="black"/>
                  </a:solidFill>
                  <a:latin typeface="Lucida Console" panose="020B0609040504020204" pitchFamily="49" charset="0"/>
                </a:rPr>
                <a:t> </a:t>
              </a:r>
              <a:r>
                <a:rPr lang="en-US" sz="1800" dirty="0">
                  <a:solidFill>
                    <a:srgbClr val="8A2BE2"/>
                  </a:solidFill>
                  <a:latin typeface="Lucida Console" panose="020B0609040504020204" pitchFamily="49" charset="0"/>
                </a:rPr>
                <a:t>Doe</a:t>
              </a:r>
              <a:r>
                <a:rPr lang="en-US" sz="1800" dirty="0">
                  <a:solidFill>
                    <a:prstClr val="black"/>
                  </a:solidFill>
                  <a:latin typeface="Lucida Console" panose="020B0609040504020204" pitchFamily="49" charset="0"/>
                </a:rPr>
                <a:t> </a:t>
              </a:r>
              <a:r>
                <a:rPr lang="en-US" sz="1800" dirty="0">
                  <a:solidFill>
                    <a:srgbClr val="8A2BE2"/>
                  </a:solidFill>
                  <a:latin typeface="Lucida Console" panose="020B0609040504020204" pitchFamily="49" charset="0"/>
                </a:rPr>
                <a:t>Sally</a:t>
              </a:r>
              <a:r>
                <a:rPr lang="en-US" sz="1800" dirty="0">
                  <a:solidFill>
                    <a:prstClr val="black"/>
                  </a:solidFill>
                  <a:latin typeface="Lucida Console" panose="020B0609040504020204" pitchFamily="49" charset="0"/>
                </a:rPr>
                <a:t> </a:t>
              </a:r>
              <a:r>
                <a:rPr lang="en-US" sz="1800" dirty="0">
                  <a:solidFill>
                    <a:srgbClr val="8A2BE2"/>
                  </a:solidFill>
                  <a:latin typeface="Lucida Console" panose="020B0609040504020204" pitchFamily="49" charset="0"/>
                </a:rPr>
                <a:t>Smith </a:t>
              </a:r>
            </a:p>
          </p:txBody>
        </p:sp>
      </p:grpSp>
      <p:sp>
        <p:nvSpPr>
          <p:cNvPr id="16" name="Rectangle 15">
            <a:extLst>
              <a:ext uri="{FF2B5EF4-FFF2-40B4-BE49-F238E27FC236}">
                <a16:creationId xmlns:a16="http://schemas.microsoft.com/office/drawing/2014/main" id="{ECA1A99A-58E6-431C-BEF8-5F36E4410F97}"/>
              </a:ext>
            </a:extLst>
          </p:cNvPr>
          <p:cNvSpPr/>
          <p:nvPr/>
        </p:nvSpPr>
        <p:spPr>
          <a:xfrm>
            <a:off x="652916" y="4343400"/>
            <a:ext cx="10880725" cy="1884362"/>
          </a:xfrm>
          <a:prstGeom prst="rect">
            <a:avLst/>
          </a:prstGeom>
          <a:solidFill>
            <a:srgbClr val="012456"/>
          </a:solidFill>
          <a:ln>
            <a:solidFill>
              <a:srgbClr val="012456"/>
            </a:solidFill>
          </a:ln>
        </p:spPr>
        <p:txBody>
          <a:bodyPr wrap="square">
            <a:noAutofit/>
          </a:bodyPr>
          <a:lstStyle/>
          <a:p>
            <a:r>
              <a:rPr lang="en-AU" sz="2000" dirty="0">
                <a:solidFill>
                  <a:srgbClr val="F5F5F5"/>
                </a:solidFill>
                <a:latin typeface="Lucida Console" panose="020B0609040504020204" pitchFamily="49" charset="0"/>
              </a:rPr>
              <a:t>PS C:\&gt; </a:t>
            </a:r>
            <a:r>
              <a:rPr lang="en-US" sz="2000" dirty="0" err="1">
                <a:solidFill>
                  <a:srgbClr val="E0FFFF"/>
                </a:solidFill>
                <a:latin typeface="Lucida Console" panose="020B0609040504020204" pitchFamily="49" charset="0"/>
              </a:rPr>
              <a:t>ValueFromRemainingArguments</a:t>
            </a:r>
            <a:r>
              <a:rPr lang="en-US" sz="2000" dirty="0">
                <a:solidFill>
                  <a:srgbClr val="E0FFFF"/>
                </a:solidFill>
                <a:latin typeface="Lucida Console" panose="020B0609040504020204" pitchFamily="49" charset="0"/>
              </a:rPr>
              <a:t> Jane Doe Sally Smith</a:t>
            </a:r>
            <a:endParaRPr lang="en-AU" sz="2000" dirty="0">
              <a:solidFill>
                <a:srgbClr val="EE82EE"/>
              </a:solidFill>
              <a:latin typeface="Lucida Console" panose="020B0609040504020204" pitchFamily="49" charset="0"/>
            </a:endParaRPr>
          </a:p>
          <a:p>
            <a:r>
              <a:rPr lang="en-US" sz="2000" dirty="0">
                <a:solidFill>
                  <a:srgbClr val="F5F5F5"/>
                </a:solidFill>
                <a:latin typeface="Lucida Console" panose="020B0609040504020204" pitchFamily="49" charset="0"/>
              </a:rPr>
              <a:t>$Surname Jane</a:t>
            </a:r>
          </a:p>
          <a:p>
            <a:r>
              <a:rPr lang="en-US" sz="2000" dirty="0">
                <a:solidFill>
                  <a:srgbClr val="F5F5F5"/>
                </a:solidFill>
                <a:latin typeface="Lucida Console" panose="020B0609040504020204" pitchFamily="49" charset="0"/>
              </a:rPr>
              <a:t>$</a:t>
            </a:r>
            <a:r>
              <a:rPr lang="en-US" sz="2000" dirty="0" err="1">
                <a:solidFill>
                  <a:srgbClr val="F5F5F5"/>
                </a:solidFill>
                <a:latin typeface="Lucida Console" panose="020B0609040504020204" pitchFamily="49" charset="0"/>
              </a:rPr>
              <a:t>GivenName</a:t>
            </a:r>
            <a:r>
              <a:rPr lang="en-US" sz="2000" dirty="0">
                <a:solidFill>
                  <a:srgbClr val="F5F5F5"/>
                </a:solidFill>
                <a:latin typeface="Lucida Console" panose="020B0609040504020204" pitchFamily="49" charset="0"/>
              </a:rPr>
              <a:t> Doe</a:t>
            </a:r>
          </a:p>
          <a:p>
            <a:r>
              <a:rPr lang="en-US" sz="2000" dirty="0">
                <a:solidFill>
                  <a:srgbClr val="F5F5F5"/>
                </a:solidFill>
                <a:latin typeface="Lucida Console" panose="020B0609040504020204" pitchFamily="49" charset="0"/>
              </a:rPr>
              <a:t>$</a:t>
            </a:r>
            <a:r>
              <a:rPr lang="en-US" sz="2000" dirty="0" err="1">
                <a:solidFill>
                  <a:srgbClr val="F5F5F5"/>
                </a:solidFill>
                <a:latin typeface="Lucida Console" panose="020B0609040504020204" pitchFamily="49" charset="0"/>
              </a:rPr>
              <a:t>MiddleOrOther</a:t>
            </a:r>
            <a:r>
              <a:rPr lang="en-US" sz="2000" dirty="0">
                <a:solidFill>
                  <a:srgbClr val="F5F5F5"/>
                </a:solidFill>
                <a:latin typeface="Lucida Console" panose="020B0609040504020204" pitchFamily="49" charset="0"/>
              </a:rPr>
              <a:t> Sally </a:t>
            </a:r>
            <a:r>
              <a:rPr lang="en-US" sz="2000" b="1" dirty="0">
                <a:solidFill>
                  <a:srgbClr val="F5F5F5"/>
                </a:solidFill>
                <a:latin typeface="Lucida Console" panose="020B0609040504020204" pitchFamily="49" charset="0"/>
              </a:rPr>
              <a:t>Smith</a:t>
            </a:r>
            <a:endParaRPr lang="en-AU" sz="2000" b="1" dirty="0">
              <a:solidFill>
                <a:srgbClr val="F5F5F5"/>
              </a:solidFill>
              <a:latin typeface="Lucida Console" panose="020B0609040504020204" pitchFamily="49" charset="0"/>
            </a:endParaRPr>
          </a:p>
        </p:txBody>
      </p:sp>
      <p:pic>
        <p:nvPicPr>
          <p:cNvPr id="4" name="Picture 3">
            <a:extLst>
              <a:ext uri="{FF2B5EF4-FFF2-40B4-BE49-F238E27FC236}">
                <a16:creationId xmlns:a16="http://schemas.microsoft.com/office/drawing/2014/main" id="{1C0F58C4-830B-D241-CE2A-1FC81AE1E1AD}"/>
              </a:ext>
            </a:extLst>
          </p:cNvPr>
          <p:cNvPicPr>
            <a:picLocks noChangeAspect="1"/>
          </p:cNvPicPr>
          <p:nvPr/>
        </p:nvPicPr>
        <p:blipFill>
          <a:blip r:embed="rId6"/>
          <a:stretch>
            <a:fillRect/>
          </a:stretch>
        </p:blipFill>
        <p:spPr>
          <a:xfrm>
            <a:off x="10524059" y="354222"/>
            <a:ext cx="824313" cy="936497"/>
          </a:xfrm>
          <a:prstGeom prst="rect">
            <a:avLst/>
          </a:prstGeom>
        </p:spPr>
      </p:pic>
    </p:spTree>
    <p:custDataLst>
      <p:tags r:id="rId1"/>
    </p:custDataLst>
    <p:extLst>
      <p:ext uri="{BB962C8B-B14F-4D97-AF65-F5344CB8AC3E}">
        <p14:creationId xmlns:p14="http://schemas.microsoft.com/office/powerpoint/2010/main" val="102159299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64A22E-2B43-4FC6-AF08-0CDB3F9E9269}"/>
              </a:ext>
            </a:extLst>
          </p:cNvPr>
          <p:cNvSpPr>
            <a:spLocks noGrp="1"/>
          </p:cNvSpPr>
          <p:nvPr>
            <p:ph type="title"/>
          </p:nvPr>
        </p:nvSpPr>
        <p:spPr>
          <a:xfrm>
            <a:off x="655637" y="630237"/>
            <a:ext cx="4352926" cy="2493962"/>
          </a:xfrm>
        </p:spPr>
        <p:txBody>
          <a:bodyPr lIns="0" tIns="0" rIns="0" bIns="0" anchor="ctr"/>
          <a:lstStyle/>
          <a:p>
            <a:r>
              <a:rPr lang="en-US" dirty="0">
                <a:solidFill>
                  <a:srgbClr val="000000"/>
                </a:solidFill>
                <a:latin typeface="Segoe UI Semibold" panose="020B0702040204020203" pitchFamily="34" charset="0"/>
              </a:rPr>
              <a:t>Demonstration</a:t>
            </a:r>
          </a:p>
        </p:txBody>
      </p:sp>
      <p:sp>
        <p:nvSpPr>
          <p:cNvPr id="6" name="Text Placeholder 5">
            <a:extLst>
              <a:ext uri="{FF2B5EF4-FFF2-40B4-BE49-F238E27FC236}">
                <a16:creationId xmlns:a16="http://schemas.microsoft.com/office/drawing/2014/main" id="{637E159C-9ACF-48AE-927A-D5FB13695C7F}"/>
              </a:ext>
            </a:extLst>
          </p:cNvPr>
          <p:cNvSpPr>
            <a:spLocks noGrp="1"/>
          </p:cNvSpPr>
          <p:nvPr>
            <p:ph type="body" sz="quarter" idx="10"/>
          </p:nvPr>
        </p:nvSpPr>
        <p:spPr>
          <a:xfrm>
            <a:off x="655320" y="3584448"/>
            <a:ext cx="4352925" cy="2643188"/>
          </a:xfrm>
        </p:spPr>
        <p:txBody>
          <a:bodyPr/>
          <a:lstStyle/>
          <a:p>
            <a:r>
              <a:rPr lang="en-US" dirty="0"/>
              <a:t>Parameter Attributes</a:t>
            </a:r>
          </a:p>
        </p:txBody>
      </p:sp>
      <p:pic>
        <p:nvPicPr>
          <p:cNvPr id="5" name="EDU19_HigherEdComputerLab_007" descr="Higher Education. A male student and a female instructor in a university computer lab, discussing the Power BI assignment on the screen.">
            <a:extLst>
              <a:ext uri="{FF2B5EF4-FFF2-40B4-BE49-F238E27FC236}">
                <a16:creationId xmlns:a16="http://schemas.microsoft.com/office/drawing/2014/main" id="{852EC071-F595-4B48-BB49-F8B76C503ACF}"/>
              </a:ext>
            </a:extLst>
          </p:cNvPr>
          <p:cNvPicPr>
            <a:picLocks noGrp="1" noChangeAspect="1"/>
          </p:cNvPicPr>
          <p:nvPr>
            <p:ph type="pic" sz="quarter" idx="15"/>
            <p:custDataLst>
              <p:tags r:id="rId2"/>
            </p:custDataLst>
          </p:nvPr>
        </p:nvPicPr>
        <p:blipFill rotWithShape="1">
          <a:blip r:embed="rId5" cstate="screen">
            <a:extLst>
              <a:ext uri="{28A0092B-C50C-407E-A947-70E740481C1C}">
                <a14:useLocalDpi xmlns:a14="http://schemas.microsoft.com/office/drawing/2010/main"/>
              </a:ext>
            </a:extLst>
          </a:blip>
          <a:srcRect l="6006" r="6006"/>
          <a:stretch/>
        </p:blipFill>
        <p:spPr>
          <a:xfrm>
            <a:off x="5333682" y="0"/>
            <a:ext cx="6858000" cy="6861524"/>
          </a:xfrm>
          <a:prstGeom prst="rect">
            <a:avLst/>
          </a:prstGeom>
        </p:spPr>
      </p:pic>
    </p:spTree>
    <p:custDataLst>
      <p:tags r:id="rId1"/>
    </p:custDataLst>
    <p:extLst>
      <p:ext uri="{BB962C8B-B14F-4D97-AF65-F5344CB8AC3E}">
        <p14:creationId xmlns:p14="http://schemas.microsoft.com/office/powerpoint/2010/main" val="2916855770"/>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5BB0C-211A-4A6B-A4FE-D9C725309C49}"/>
              </a:ext>
            </a:extLst>
          </p:cNvPr>
          <p:cNvSpPr>
            <a:spLocks noGrp="1"/>
          </p:cNvSpPr>
          <p:nvPr>
            <p:ph type="title"/>
          </p:nvPr>
        </p:nvSpPr>
        <p:spPr/>
        <p:txBody>
          <a:bodyPr/>
          <a:lstStyle/>
          <a:p>
            <a:r>
              <a:rPr lang="en-US" dirty="0"/>
              <a:t>Questions?</a:t>
            </a:r>
          </a:p>
        </p:txBody>
      </p:sp>
      <p:pic>
        <p:nvPicPr>
          <p:cNvPr id="36" name="Multiple Question Marks" descr="Multiple Question Marks">
            <a:extLst>
              <a:ext uri="{FF2B5EF4-FFF2-40B4-BE49-F238E27FC236}">
                <a16:creationId xmlns:a16="http://schemas.microsoft.com/office/drawing/2014/main" id="{E609CE4D-9188-4CF4-804D-5F16F38688F4}"/>
              </a:ext>
            </a:extLst>
          </p:cNvPr>
          <p:cNvPicPr>
            <a:picLocks noGrp="1" noChangeAspect="1"/>
          </p:cNvPicPr>
          <p:nvPr>
            <p:ph type="pic" sz="quarter" idx="15"/>
            <p:custDataLst>
              <p:tags r:id="rId2"/>
            </p:custDataLst>
          </p:nvPr>
        </p:nvPicPr>
        <p:blipFill rotWithShape="1">
          <a:blip r:embed="rId5">
            <a:extLst>
              <a:ext uri="{28A0092B-C50C-407E-A947-70E740481C1C}">
                <a14:useLocalDpi xmlns:a14="http://schemas.microsoft.com/office/drawing/2010/main" val="0"/>
              </a:ext>
            </a:extLst>
          </a:blip>
          <a:srcRect t="386" b="386"/>
          <a:stretch/>
        </p:blipFill>
        <p:spPr>
          <a:xfrm>
            <a:off x="5333682" y="0"/>
            <a:ext cx="6858000" cy="6861524"/>
          </a:xfrm>
          <a:prstGeom prst="rect">
            <a:avLst/>
          </a:prstGeom>
        </p:spPr>
      </p:pic>
    </p:spTree>
    <p:custDataLst>
      <p:tags r:id="rId1"/>
    </p:custDataLst>
    <p:extLst>
      <p:ext uri="{BB962C8B-B14F-4D97-AF65-F5344CB8AC3E}">
        <p14:creationId xmlns:p14="http://schemas.microsoft.com/office/powerpoint/2010/main" val="1614777311"/>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Parameter Validation Attributes</a:t>
            </a:r>
            <a:endParaRPr lang="en-AU" dirty="0"/>
          </a:p>
        </p:txBody>
      </p:sp>
      <p:sp>
        <p:nvSpPr>
          <p:cNvPr id="3" name="Content Placeholder 2"/>
          <p:cNvSpPr>
            <a:spLocks noGrp="1"/>
          </p:cNvSpPr>
          <p:nvPr>
            <p:ph sz="quarter" idx="13"/>
          </p:nvPr>
        </p:nvSpPr>
        <p:spPr>
          <a:xfrm>
            <a:off x="655638" y="1408114"/>
            <a:ext cx="10880726" cy="3011486"/>
          </a:xfrm>
        </p:spPr>
        <p:txBody>
          <a:bodyPr>
            <a:normAutofit/>
          </a:bodyPr>
          <a:lstStyle/>
          <a:p>
            <a:r>
              <a:rPr lang="en-US" dirty="0"/>
              <a:t>Validation attributes provide built-in validation capabilities to minimize script logic and allow the PowerShell engine to handle it instead</a:t>
            </a:r>
          </a:p>
          <a:p>
            <a:r>
              <a:rPr lang="en-US" dirty="0"/>
              <a:t>Runs check before any code is executed</a:t>
            </a:r>
          </a:p>
          <a:p>
            <a:r>
              <a:rPr lang="en-US" dirty="0"/>
              <a:t>Developer may decide to accept ‘garbage in’ and deal with inconsistencies of data in code vs. at the parameter level</a:t>
            </a:r>
          </a:p>
          <a:p>
            <a:endParaRPr lang="en-US" dirty="0"/>
          </a:p>
          <a:p>
            <a:pPr marL="0" indent="0">
              <a:buNone/>
            </a:pPr>
            <a:endParaRPr lang="en-US" dirty="0"/>
          </a:p>
          <a:p>
            <a:pPr lvl="2">
              <a:buFontTx/>
              <a:buChar char="-"/>
            </a:pPr>
            <a:endParaRPr lang="en-AU" sz="2400" dirty="0"/>
          </a:p>
          <a:p>
            <a:pPr lvl="1">
              <a:buFontTx/>
              <a:buChar char="-"/>
            </a:pPr>
            <a:endParaRPr lang="en-US" sz="2753" dirty="0"/>
          </a:p>
        </p:txBody>
      </p:sp>
      <p:sp>
        <p:nvSpPr>
          <p:cNvPr id="5" name="Content Placeholder 6">
            <a:extLst>
              <a:ext uri="{FF2B5EF4-FFF2-40B4-BE49-F238E27FC236}">
                <a16:creationId xmlns:a16="http://schemas.microsoft.com/office/drawing/2014/main" id="{B422A6D5-D702-4F16-9E96-1DE1B1C7EE01}"/>
              </a:ext>
            </a:extLst>
          </p:cNvPr>
          <p:cNvSpPr txBox="1">
            <a:spLocks/>
          </p:cNvSpPr>
          <p:nvPr>
            <p:custDataLst>
              <p:tags r:id="rId2"/>
            </p:custDataLst>
          </p:nvPr>
        </p:nvSpPr>
        <p:spPr>
          <a:xfrm>
            <a:off x="1830779" y="3766745"/>
            <a:ext cx="8530442" cy="2215991"/>
          </a:xfrm>
          <a:prstGeom prst="rect">
            <a:avLst/>
          </a:prstGeom>
        </p:spPr>
        <p:txBody>
          <a:bodyPr vert="horz" wrap="square" lIns="0" tIns="0" rIns="0" bIns="0" numCol="2" rtlCol="0">
            <a:spAutoFit/>
          </a:bodyPr>
          <a:lstStyle>
            <a:lvl1pPr marL="310896" indent="-310896" algn="l" defTabSz="932688" rtl="0" eaLnBrk="1" latinLnBrk="0" hangingPunct="1">
              <a:buClr>
                <a:schemeClr val="tx1"/>
              </a:buClr>
              <a:buSzPct val="90000"/>
              <a:buFont typeface="Wingdings" panose="05000000000000000000" pitchFamily="2" charset="2"/>
              <a:buChar char=""/>
            </a:lvl1pPr>
            <a:lvl2pPr marL="621792" indent="-310896" algn="l" defTabSz="932688" rtl="0" eaLnBrk="1" latinLnBrk="0" hangingPunct="1">
              <a:buClr>
                <a:schemeClr val="tx1"/>
              </a:buClr>
              <a:buSzPct val="90000"/>
              <a:buFont typeface="Wingdings" panose="05000000000000000000" pitchFamily="2" charset="2"/>
              <a:buChar char=""/>
            </a:lvl2pPr>
            <a:lvl3pPr marL="932688" indent="-310896" algn="l" defTabSz="932688" rtl="0" eaLnBrk="1" latinLnBrk="0" hangingPunct="1">
              <a:buClr>
                <a:schemeClr val="tx1"/>
              </a:buClr>
              <a:buSzPct val="90000"/>
              <a:buFont typeface="Wingdings" panose="05000000000000000000" pitchFamily="2" charset="2"/>
              <a:buChar char=""/>
            </a:lvl3pPr>
            <a:lvl4pPr marL="1243584" indent="-310896" algn="l" defTabSz="932688" rtl="0" eaLnBrk="1" latinLnBrk="0" hangingPunct="1">
              <a:buClr>
                <a:schemeClr val="tx1"/>
              </a:buClr>
              <a:buSzPct val="90000"/>
              <a:buFont typeface="Wingdings" panose="05000000000000000000" pitchFamily="2" charset="2"/>
              <a:buChar char=""/>
            </a:lvl4pPr>
            <a:lvl5pPr marL="1554480" indent="-329184" algn="l" defTabSz="932688" rtl="0" eaLnBrk="1" latinLnBrk="0" hangingPunct="1">
              <a:buClr>
                <a:schemeClr val="tx1"/>
              </a:buClr>
              <a:buSzPct val="90000"/>
              <a:buFont typeface="Wingdings" panose="05000000000000000000" pitchFamily="2" charset="2"/>
              <a:buChar char=""/>
            </a:lvl5pPr>
            <a:lvl6pPr marL="310896" indent="-310896" algn="l" defTabSz="932688" rtl="0" eaLnBrk="1" latinLnBrk="0" hangingPunct="1">
              <a:buSzPct val="100000"/>
              <a:buFont typeface="+mj-lt"/>
              <a:buAutoNum type="arabicPeriod"/>
            </a:lvl6pPr>
            <a:lvl7pPr marL="621792" indent="-310896" algn="l" defTabSz="932688" rtl="0" eaLnBrk="1" latinLnBrk="0" hangingPunct="1">
              <a:buSzPct val="90000"/>
              <a:buFont typeface="+mj-lt"/>
              <a:buAutoNum type="alphaLcPeriod"/>
            </a:lvl7pPr>
          </a:lstStyle>
          <a:p>
            <a:r>
              <a:rPr lang="en-US" sz="2400" dirty="0"/>
              <a:t>Alias</a:t>
            </a:r>
          </a:p>
          <a:p>
            <a:r>
              <a:rPr lang="en-US" sz="2400" dirty="0" err="1"/>
              <a:t>AllowNull</a:t>
            </a:r>
            <a:endParaRPr lang="en-US" sz="2400" dirty="0"/>
          </a:p>
          <a:p>
            <a:r>
              <a:rPr lang="en-US" sz="2400" dirty="0" err="1"/>
              <a:t>AllowEmptyString</a:t>
            </a:r>
            <a:endParaRPr lang="en-US" sz="2400" dirty="0"/>
          </a:p>
          <a:p>
            <a:r>
              <a:rPr lang="en-US" sz="2400" dirty="0" err="1"/>
              <a:t>AllowEmptyCollection</a:t>
            </a:r>
            <a:endParaRPr lang="en-US" sz="2400" dirty="0"/>
          </a:p>
          <a:p>
            <a:r>
              <a:rPr lang="en-US" sz="2400" dirty="0" err="1"/>
              <a:t>ValidateCount</a:t>
            </a:r>
            <a:endParaRPr lang="en-US" sz="2400" dirty="0"/>
          </a:p>
          <a:p>
            <a:r>
              <a:rPr lang="en-US" sz="2400" dirty="0" err="1"/>
              <a:t>ValidateLength</a:t>
            </a:r>
            <a:endParaRPr lang="en-US" sz="2400" dirty="0"/>
          </a:p>
          <a:p>
            <a:r>
              <a:rPr lang="en-US" sz="2400" dirty="0" err="1"/>
              <a:t>ValidatePattern</a:t>
            </a:r>
            <a:endParaRPr lang="en-US" sz="2400" dirty="0"/>
          </a:p>
          <a:p>
            <a:r>
              <a:rPr lang="en-US" sz="2400" dirty="0" err="1"/>
              <a:t>ValidateRange</a:t>
            </a:r>
            <a:endParaRPr lang="en-US" sz="2400" dirty="0"/>
          </a:p>
          <a:p>
            <a:r>
              <a:rPr lang="en-US" sz="2400" dirty="0" err="1"/>
              <a:t>ValidateScript</a:t>
            </a:r>
            <a:endParaRPr lang="en-US" sz="2400" dirty="0"/>
          </a:p>
          <a:p>
            <a:r>
              <a:rPr lang="en-US" sz="2400" dirty="0" err="1"/>
              <a:t>ValidateSet</a:t>
            </a:r>
            <a:endParaRPr lang="en-US" sz="2400" dirty="0"/>
          </a:p>
          <a:p>
            <a:r>
              <a:rPr lang="en-US" sz="2400" dirty="0" err="1"/>
              <a:t>ValidateNotNull</a:t>
            </a:r>
            <a:endParaRPr lang="en-US" sz="2400" dirty="0"/>
          </a:p>
          <a:p>
            <a:r>
              <a:rPr lang="en-US" sz="2400" dirty="0" err="1"/>
              <a:t>ValidateNotNullOrEmpty</a:t>
            </a:r>
            <a:endParaRPr lang="en-US" sz="2400" dirty="0"/>
          </a:p>
        </p:txBody>
      </p:sp>
    </p:spTree>
    <p:custDataLst>
      <p:tags r:id="rId1"/>
    </p:custDataLst>
    <p:extLst>
      <p:ext uri="{BB962C8B-B14F-4D97-AF65-F5344CB8AC3E}">
        <p14:creationId xmlns:p14="http://schemas.microsoft.com/office/powerpoint/2010/main" val="2524361148"/>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17E6D-41AE-40EC-8E2C-1394A833D262}"/>
              </a:ext>
            </a:extLst>
          </p:cNvPr>
          <p:cNvSpPr>
            <a:spLocks noGrp="1"/>
          </p:cNvSpPr>
          <p:nvPr>
            <p:ph type="title"/>
          </p:nvPr>
        </p:nvSpPr>
        <p:spPr>
          <a:xfrm>
            <a:off x="655638" y="320040"/>
            <a:ext cx="10880725" cy="461665"/>
          </a:xfrm>
        </p:spPr>
        <p:txBody>
          <a:bodyPr/>
          <a:lstStyle/>
          <a:p>
            <a:r>
              <a:rPr lang="en-US" dirty="0"/>
              <a:t>[Alias()] Attribute</a:t>
            </a:r>
          </a:p>
        </p:txBody>
      </p:sp>
      <p:sp>
        <p:nvSpPr>
          <p:cNvPr id="3" name="Content Placeholder 2">
            <a:extLst>
              <a:ext uri="{FF2B5EF4-FFF2-40B4-BE49-F238E27FC236}">
                <a16:creationId xmlns:a16="http://schemas.microsoft.com/office/drawing/2014/main" id="{8136D991-DC43-416D-ABD6-DFFFD9A97DF2}"/>
              </a:ext>
            </a:extLst>
          </p:cNvPr>
          <p:cNvSpPr>
            <a:spLocks noGrp="1"/>
          </p:cNvSpPr>
          <p:nvPr>
            <p:ph sz="quarter" idx="13"/>
          </p:nvPr>
        </p:nvSpPr>
        <p:spPr>
          <a:xfrm>
            <a:off x="655638" y="1408114"/>
            <a:ext cx="10880726" cy="4819650"/>
          </a:xfrm>
        </p:spPr>
        <p:txBody>
          <a:bodyPr>
            <a:normAutofit/>
          </a:bodyPr>
          <a:lstStyle/>
          <a:p>
            <a:r>
              <a:rPr lang="en-AU" dirty="0"/>
              <a:t>Establishes an alternate name for a parameter</a:t>
            </a:r>
          </a:p>
          <a:p>
            <a:endParaRPr lang="en-AU" dirty="0"/>
          </a:p>
          <a:p>
            <a:r>
              <a:rPr lang="en-AU" dirty="0"/>
              <a:t>An unlimited number of aliases can be assigned</a:t>
            </a:r>
          </a:p>
          <a:p>
            <a:pPr marL="0" indent="0">
              <a:buNone/>
            </a:pPr>
            <a:endParaRPr lang="en-AU" dirty="0"/>
          </a:p>
          <a:p>
            <a:pPr marL="0" indent="0">
              <a:buNone/>
            </a:pPr>
            <a:r>
              <a:rPr lang="en-AU" dirty="0"/>
              <a:t>Example:</a:t>
            </a:r>
          </a:p>
          <a:p>
            <a:pPr marL="0" indent="0">
              <a:buNone/>
            </a:pPr>
            <a:r>
              <a:rPr lang="en-AU" dirty="0" err="1"/>
              <a:t>MachineName</a:t>
            </a:r>
            <a:r>
              <a:rPr lang="en-AU" dirty="0"/>
              <a:t> and CN are aliases for the </a:t>
            </a:r>
            <a:r>
              <a:rPr lang="en-AU" dirty="0" err="1"/>
              <a:t>ComputerName</a:t>
            </a:r>
            <a:r>
              <a:rPr lang="en-AU" dirty="0"/>
              <a:t> Parameter</a:t>
            </a:r>
          </a:p>
          <a:p>
            <a:endParaRPr lang="en-AU" dirty="0"/>
          </a:p>
          <a:p>
            <a:pPr marL="0" indent="0">
              <a:buNone/>
            </a:pPr>
            <a:r>
              <a:rPr lang="pt-BR" sz="2000" dirty="0">
                <a:solidFill>
                  <a:srgbClr val="00008B"/>
                </a:solidFill>
                <a:latin typeface="Lucida Console" panose="020B0609040504020204" pitchFamily="49" charset="0"/>
              </a:rPr>
              <a:t>Param</a:t>
            </a:r>
            <a:r>
              <a:rPr lang="pt-BR" sz="2000" dirty="0">
                <a:solidFill>
                  <a:prstClr val="black"/>
                </a:solidFill>
                <a:latin typeface="Lucida Console" panose="020B0609040504020204" pitchFamily="49" charset="0"/>
              </a:rPr>
              <a:t> (</a:t>
            </a:r>
            <a:r>
              <a:rPr lang="pt-BR" sz="2000" dirty="0">
                <a:solidFill>
                  <a:srgbClr val="A9A9A9"/>
                </a:solidFill>
                <a:latin typeface="Lucida Console" panose="020B0609040504020204" pitchFamily="49" charset="0"/>
              </a:rPr>
              <a:t>[</a:t>
            </a:r>
            <a:r>
              <a:rPr lang="pt-BR" sz="2000" dirty="0">
                <a:solidFill>
                  <a:srgbClr val="008080"/>
                </a:solidFill>
                <a:latin typeface="Lucida Console" panose="020B0609040504020204" pitchFamily="49" charset="0"/>
              </a:rPr>
              <a:t>parameter</a:t>
            </a:r>
            <a:r>
              <a:rPr lang="pt-BR" sz="2000" dirty="0">
                <a:solidFill>
                  <a:prstClr val="black"/>
                </a:solidFill>
                <a:latin typeface="Lucida Console" panose="020B0609040504020204" pitchFamily="49" charset="0"/>
              </a:rPr>
              <a:t>()</a:t>
            </a:r>
            <a:r>
              <a:rPr lang="pt-BR" sz="2000" dirty="0">
                <a:solidFill>
                  <a:srgbClr val="A9A9A9"/>
                </a:solidFill>
                <a:latin typeface="Lucida Console" panose="020B0609040504020204" pitchFamily="49" charset="0"/>
              </a:rPr>
              <a:t>][</a:t>
            </a:r>
            <a:r>
              <a:rPr lang="pt-BR" sz="2000" dirty="0">
                <a:solidFill>
                  <a:schemeClr val="accent1"/>
                </a:solidFill>
                <a:latin typeface="Lucida Console" panose="020B0609040504020204" pitchFamily="49" charset="0"/>
              </a:rPr>
              <a:t>alias</a:t>
            </a:r>
            <a:r>
              <a:rPr lang="pt-BR" sz="2000" dirty="0">
                <a:solidFill>
                  <a:prstClr val="black"/>
                </a:solidFill>
                <a:latin typeface="Lucida Console" panose="020B0609040504020204" pitchFamily="49" charset="0"/>
              </a:rPr>
              <a:t>(</a:t>
            </a:r>
            <a:r>
              <a:rPr lang="pt-BR" sz="2000" dirty="0">
                <a:solidFill>
                  <a:srgbClr val="8B0000"/>
                </a:solidFill>
                <a:latin typeface="Lucida Console" panose="020B0609040504020204" pitchFamily="49" charset="0"/>
              </a:rPr>
              <a:t>"CN</a:t>
            </a:r>
            <a:r>
              <a:rPr lang="pt-BR" sz="2000">
                <a:solidFill>
                  <a:srgbClr val="8B0000"/>
                </a:solidFill>
                <a:latin typeface="Lucida Console" panose="020B0609040504020204" pitchFamily="49" charset="0"/>
              </a:rPr>
              <a:t>"</a:t>
            </a:r>
            <a:r>
              <a:rPr lang="pt-BR" sz="2000">
                <a:solidFill>
                  <a:srgbClr val="A9A9A9"/>
                </a:solidFill>
                <a:latin typeface="Lucida Console" panose="020B0609040504020204" pitchFamily="49" charset="0"/>
              </a:rPr>
              <a:t>,</a:t>
            </a:r>
            <a:r>
              <a:rPr lang="pt-BR" sz="2000">
                <a:solidFill>
                  <a:srgbClr val="8B0000"/>
                </a:solidFill>
                <a:latin typeface="Lucida Console" panose="020B0609040504020204" pitchFamily="49" charset="0"/>
              </a:rPr>
              <a:t>"MachineName“,"</a:t>
            </a:r>
            <a:r>
              <a:rPr lang="pt-BR" sz="2000" dirty="0">
                <a:solidFill>
                  <a:srgbClr val="8B0000"/>
                </a:solidFill>
                <a:latin typeface="Lucida Console" panose="020B0609040504020204" pitchFamily="49" charset="0"/>
              </a:rPr>
              <a:t>Laptop"</a:t>
            </a:r>
            <a:r>
              <a:rPr lang="pt-BR" sz="2000" dirty="0">
                <a:solidFill>
                  <a:srgbClr val="A9A9A9"/>
                </a:solidFill>
                <a:latin typeface="Lucida Console" panose="020B0609040504020204" pitchFamily="49" charset="0"/>
              </a:rPr>
              <a:t>,</a:t>
            </a:r>
            <a:r>
              <a:rPr lang="pt-BR" sz="2000" dirty="0">
                <a:solidFill>
                  <a:srgbClr val="8B0000"/>
                </a:solidFill>
                <a:latin typeface="Lucida Console" panose="020B0609040504020204" pitchFamily="49" charset="0"/>
              </a:rPr>
              <a:t>“Device"</a:t>
            </a:r>
            <a:r>
              <a:rPr lang="pt-BR" sz="2000" dirty="0">
                <a:solidFill>
                  <a:prstClr val="black"/>
                </a:solidFill>
                <a:latin typeface="Lucida Console" panose="020B0609040504020204" pitchFamily="49" charset="0"/>
              </a:rPr>
              <a:t>)</a:t>
            </a:r>
            <a:r>
              <a:rPr lang="pt-BR" sz="2000" dirty="0">
                <a:solidFill>
                  <a:srgbClr val="A9A9A9"/>
                </a:solidFill>
                <a:latin typeface="Lucida Console" panose="020B0609040504020204" pitchFamily="49" charset="0"/>
              </a:rPr>
              <a:t>]</a:t>
            </a:r>
            <a:endParaRPr lang="pt-BR" sz="2000" dirty="0">
              <a:solidFill>
                <a:prstClr val="black"/>
              </a:solidFill>
              <a:latin typeface="Lucida Console" panose="020B0609040504020204" pitchFamily="49" charset="0"/>
            </a:endParaRPr>
          </a:p>
          <a:p>
            <a:pPr marL="0" indent="0">
              <a:buNone/>
            </a:pPr>
            <a:r>
              <a:rPr lang="en-AU" sz="2000" dirty="0">
                <a:solidFill>
                  <a:srgbClr val="A9A9A9"/>
                </a:solidFill>
                <a:latin typeface="Lucida Console" panose="020B0609040504020204" pitchFamily="49" charset="0"/>
              </a:rPr>
              <a:t>[</a:t>
            </a:r>
            <a:r>
              <a:rPr lang="en-AU" sz="2000" dirty="0">
                <a:solidFill>
                  <a:srgbClr val="008080"/>
                </a:solidFill>
                <a:latin typeface="Lucida Console" panose="020B0609040504020204" pitchFamily="49" charset="0"/>
              </a:rPr>
              <a:t>String</a:t>
            </a:r>
            <a:r>
              <a:rPr lang="en-AU" sz="2000" dirty="0">
                <a:solidFill>
                  <a:srgbClr val="A9A9A9"/>
                </a:solidFill>
                <a:latin typeface="Lucida Console" panose="020B0609040504020204" pitchFamily="49" charset="0"/>
              </a:rPr>
              <a:t>[]]</a:t>
            </a:r>
            <a:r>
              <a:rPr lang="en-AU" sz="2000" dirty="0">
                <a:solidFill>
                  <a:srgbClr val="FF4500"/>
                </a:solidFill>
                <a:latin typeface="Lucida Console" panose="020B0609040504020204" pitchFamily="49" charset="0"/>
              </a:rPr>
              <a:t>$</a:t>
            </a:r>
            <a:r>
              <a:rPr lang="en-AU" sz="2000" dirty="0" err="1">
                <a:solidFill>
                  <a:srgbClr val="FF4500"/>
                </a:solidFill>
                <a:latin typeface="Lucida Console" panose="020B0609040504020204" pitchFamily="49" charset="0"/>
              </a:rPr>
              <a:t>ComputerName</a:t>
            </a:r>
            <a:r>
              <a:rPr lang="en-AU" sz="2000" dirty="0">
                <a:solidFill>
                  <a:prstClr val="black"/>
                </a:solidFill>
                <a:latin typeface="Lucida Console" panose="020B0609040504020204" pitchFamily="49" charset="0"/>
              </a:rPr>
              <a:t>)</a:t>
            </a:r>
          </a:p>
          <a:p>
            <a:endParaRPr lang="en-AU" dirty="0"/>
          </a:p>
          <a:p>
            <a:endParaRPr lang="en-AU" dirty="0"/>
          </a:p>
          <a:p>
            <a:endParaRPr lang="en-US" dirty="0"/>
          </a:p>
        </p:txBody>
      </p:sp>
      <p:pic>
        <p:nvPicPr>
          <p:cNvPr id="4" name="Picture 3">
            <a:extLst>
              <a:ext uri="{FF2B5EF4-FFF2-40B4-BE49-F238E27FC236}">
                <a16:creationId xmlns:a16="http://schemas.microsoft.com/office/drawing/2014/main" id="{665C06EB-CB56-973B-86F0-1368CDA20715}"/>
              </a:ext>
            </a:extLst>
          </p:cNvPr>
          <p:cNvPicPr>
            <a:picLocks noChangeAspect="1"/>
          </p:cNvPicPr>
          <p:nvPr/>
        </p:nvPicPr>
        <p:blipFill>
          <a:blip r:embed="rId4"/>
          <a:stretch>
            <a:fillRect/>
          </a:stretch>
        </p:blipFill>
        <p:spPr>
          <a:xfrm>
            <a:off x="10423143" y="320040"/>
            <a:ext cx="1113219" cy="1264722"/>
          </a:xfrm>
          <a:prstGeom prst="rect">
            <a:avLst/>
          </a:prstGeom>
        </p:spPr>
      </p:pic>
    </p:spTree>
    <p:custDataLst>
      <p:tags r:id="rId1"/>
    </p:custDataLst>
    <p:extLst>
      <p:ext uri="{BB962C8B-B14F-4D97-AF65-F5344CB8AC3E}">
        <p14:creationId xmlns:p14="http://schemas.microsoft.com/office/powerpoint/2010/main" val="3291008755"/>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F28F3-54A6-4250-A166-6657F7CCBAEF}"/>
              </a:ext>
            </a:extLst>
          </p:cNvPr>
          <p:cNvSpPr>
            <a:spLocks noGrp="1"/>
          </p:cNvSpPr>
          <p:nvPr>
            <p:ph type="title"/>
          </p:nvPr>
        </p:nvSpPr>
        <p:spPr>
          <a:xfrm>
            <a:off x="655638" y="320040"/>
            <a:ext cx="10880725" cy="461665"/>
          </a:xfrm>
        </p:spPr>
        <p:txBody>
          <a:bodyPr/>
          <a:lstStyle/>
          <a:p>
            <a:r>
              <a:rPr lang="en-US" dirty="0"/>
              <a:t>[</a:t>
            </a:r>
            <a:r>
              <a:rPr lang="en-US" dirty="0" err="1"/>
              <a:t>ValidateSet</a:t>
            </a:r>
            <a:r>
              <a:rPr lang="en-US" dirty="0"/>
              <a:t>()] Attribute</a:t>
            </a:r>
          </a:p>
        </p:txBody>
      </p:sp>
      <p:sp>
        <p:nvSpPr>
          <p:cNvPr id="3" name="Content Placeholder 2">
            <a:extLst>
              <a:ext uri="{FF2B5EF4-FFF2-40B4-BE49-F238E27FC236}">
                <a16:creationId xmlns:a16="http://schemas.microsoft.com/office/drawing/2014/main" id="{3FBBB2DA-12B3-4DEB-8B7C-2625111130C9}"/>
              </a:ext>
            </a:extLst>
          </p:cNvPr>
          <p:cNvSpPr>
            <a:spLocks noGrp="1"/>
          </p:cNvSpPr>
          <p:nvPr>
            <p:ph sz="quarter" idx="13"/>
          </p:nvPr>
        </p:nvSpPr>
        <p:spPr>
          <a:xfrm>
            <a:off x="655638" y="1408114"/>
            <a:ext cx="10880726" cy="4819650"/>
          </a:xfrm>
        </p:spPr>
        <p:txBody>
          <a:bodyPr>
            <a:normAutofit/>
          </a:bodyPr>
          <a:lstStyle/>
          <a:p>
            <a:r>
              <a:rPr lang="en-US" dirty="0"/>
              <a:t>Specifies a set of valid values for a parameter or variable</a:t>
            </a:r>
          </a:p>
          <a:p>
            <a:r>
              <a:rPr lang="en-US" dirty="0"/>
              <a:t>PowerShell generates an error if a value does not exist in the set</a:t>
            </a:r>
          </a:p>
          <a:p>
            <a:pPr marL="0" indent="0">
              <a:buNone/>
            </a:pPr>
            <a:endParaRPr lang="en-AU" dirty="0"/>
          </a:p>
          <a:p>
            <a:pPr marL="0" indent="0">
              <a:buNone/>
            </a:pPr>
            <a:r>
              <a:rPr lang="en-AU" dirty="0"/>
              <a:t>Example:</a:t>
            </a:r>
          </a:p>
          <a:p>
            <a:pPr marL="0" indent="0">
              <a:buNone/>
            </a:pPr>
            <a:r>
              <a:rPr lang="en-AU" dirty="0"/>
              <a:t>Create a validate set to simplify returning CPU performance counter values</a:t>
            </a:r>
          </a:p>
          <a:p>
            <a:pPr marL="0" indent="0">
              <a:buNone/>
            </a:pPr>
            <a:r>
              <a:rPr lang="en-AU" sz="2000" dirty="0">
                <a:solidFill>
                  <a:srgbClr val="00008B"/>
                </a:solidFill>
                <a:latin typeface="Lucida Console" panose="020B0609040504020204" pitchFamily="49" charset="0"/>
              </a:rPr>
              <a:t>function</a:t>
            </a:r>
            <a:r>
              <a:rPr lang="en-AU" sz="2000" dirty="0">
                <a:solidFill>
                  <a:prstClr val="black"/>
                </a:solidFill>
                <a:latin typeface="Lucida Console" panose="020B0609040504020204" pitchFamily="49" charset="0"/>
              </a:rPr>
              <a:t> </a:t>
            </a:r>
            <a:r>
              <a:rPr lang="en-AU" sz="2000" dirty="0">
                <a:solidFill>
                  <a:srgbClr val="8A2BE2"/>
                </a:solidFill>
                <a:latin typeface="Lucida Console" panose="020B0609040504020204" pitchFamily="49" charset="0"/>
              </a:rPr>
              <a:t>Get-</a:t>
            </a:r>
            <a:r>
              <a:rPr lang="en-AU" sz="2000" dirty="0" err="1">
                <a:solidFill>
                  <a:srgbClr val="8A2BE2"/>
                </a:solidFill>
                <a:latin typeface="Lucida Console" panose="020B0609040504020204" pitchFamily="49" charset="0"/>
              </a:rPr>
              <a:t>CpuCounter</a:t>
            </a:r>
            <a:r>
              <a:rPr lang="en-AU" sz="2000" dirty="0">
                <a:solidFill>
                  <a:prstClr val="black"/>
                </a:solidFill>
                <a:latin typeface="Lucida Console" panose="020B0609040504020204" pitchFamily="49" charset="0"/>
              </a:rPr>
              <a:t> {</a:t>
            </a:r>
          </a:p>
          <a:p>
            <a:pPr marL="0" indent="0">
              <a:buNone/>
            </a:pPr>
            <a:r>
              <a:rPr lang="en-AU" sz="2000" dirty="0">
                <a:solidFill>
                  <a:srgbClr val="00008B"/>
                </a:solidFill>
                <a:latin typeface="Lucida Console" panose="020B0609040504020204" pitchFamily="49" charset="0"/>
              </a:rPr>
              <a:t>Param</a:t>
            </a:r>
            <a:r>
              <a:rPr lang="en-AU" sz="2000" dirty="0">
                <a:solidFill>
                  <a:prstClr val="black"/>
                </a:solidFill>
                <a:latin typeface="Lucida Console" panose="020B0609040504020204" pitchFamily="49" charset="0"/>
              </a:rPr>
              <a:t> (</a:t>
            </a:r>
            <a:r>
              <a:rPr lang="en-AU" sz="2000" dirty="0">
                <a:solidFill>
                  <a:srgbClr val="A9A9A9"/>
                </a:solidFill>
                <a:latin typeface="Lucida Console" panose="020B0609040504020204" pitchFamily="49" charset="0"/>
              </a:rPr>
              <a:t>[</a:t>
            </a:r>
            <a:r>
              <a:rPr lang="en-AU" sz="2000" dirty="0" err="1">
                <a:solidFill>
                  <a:schemeClr val="accent1"/>
                </a:solidFill>
                <a:latin typeface="Lucida Console" panose="020B0609040504020204" pitchFamily="49" charset="0"/>
              </a:rPr>
              <a:t>ValidateSet</a:t>
            </a:r>
            <a:r>
              <a:rPr lang="en-AU" sz="2000" dirty="0">
                <a:solidFill>
                  <a:prstClr val="black"/>
                </a:solidFill>
                <a:latin typeface="Lucida Console" panose="020B0609040504020204" pitchFamily="49" charset="0"/>
              </a:rPr>
              <a:t>(</a:t>
            </a:r>
            <a:r>
              <a:rPr lang="en-AU" sz="2000" dirty="0">
                <a:solidFill>
                  <a:srgbClr val="8B0000"/>
                </a:solidFill>
                <a:latin typeface="Lucida Console" panose="020B0609040504020204" pitchFamily="49" charset="0"/>
              </a:rPr>
              <a:t>"% Processor Time"</a:t>
            </a:r>
            <a:r>
              <a:rPr lang="en-AU" sz="2000" dirty="0">
                <a:solidFill>
                  <a:srgbClr val="A9A9A9"/>
                </a:solidFill>
                <a:latin typeface="Lucida Console" panose="020B0609040504020204" pitchFamily="49" charset="0"/>
              </a:rPr>
              <a:t>,</a:t>
            </a:r>
            <a:r>
              <a:rPr lang="en-AU" sz="2000" dirty="0">
                <a:solidFill>
                  <a:srgbClr val="8B0000"/>
                </a:solidFill>
                <a:latin typeface="Lucida Console" panose="020B0609040504020204" pitchFamily="49" charset="0"/>
              </a:rPr>
              <a:t>"% Privileged Time"</a:t>
            </a:r>
            <a:r>
              <a:rPr lang="en-AU" sz="2000" dirty="0">
                <a:solidFill>
                  <a:srgbClr val="A9A9A9"/>
                </a:solidFill>
                <a:latin typeface="Lucida Console" panose="020B0609040504020204" pitchFamily="49" charset="0"/>
              </a:rPr>
              <a:t>,</a:t>
            </a:r>
            <a:r>
              <a:rPr lang="en-AU" sz="2000" dirty="0">
                <a:solidFill>
                  <a:srgbClr val="8B0000"/>
                </a:solidFill>
                <a:latin typeface="Lucida Console" panose="020B0609040504020204" pitchFamily="49" charset="0"/>
              </a:rPr>
              <a:t>"% User Time"</a:t>
            </a:r>
            <a:r>
              <a:rPr lang="en-AU" sz="2000" dirty="0">
                <a:solidFill>
                  <a:prstClr val="black"/>
                </a:solidFill>
                <a:latin typeface="Lucida Console" panose="020B0609040504020204" pitchFamily="49" charset="0"/>
              </a:rPr>
              <a:t>)</a:t>
            </a:r>
            <a:r>
              <a:rPr lang="en-AU" sz="2000" dirty="0">
                <a:solidFill>
                  <a:srgbClr val="A9A9A9"/>
                </a:solidFill>
                <a:latin typeface="Lucida Console" panose="020B0609040504020204" pitchFamily="49" charset="0"/>
              </a:rPr>
              <a:t>] </a:t>
            </a:r>
            <a:r>
              <a:rPr lang="en-AU" sz="2000" dirty="0">
                <a:solidFill>
                  <a:srgbClr val="FF4500"/>
                </a:solidFill>
                <a:latin typeface="Lucida Console" panose="020B0609040504020204" pitchFamily="49" charset="0"/>
              </a:rPr>
              <a:t>$</a:t>
            </a:r>
            <a:r>
              <a:rPr lang="en-AU" sz="2000" dirty="0" err="1">
                <a:solidFill>
                  <a:srgbClr val="FF4500"/>
                </a:solidFill>
                <a:latin typeface="Lucida Console" panose="020B0609040504020204" pitchFamily="49" charset="0"/>
              </a:rPr>
              <a:t>perfcounter</a:t>
            </a:r>
            <a:r>
              <a:rPr lang="en-AU" sz="2000" dirty="0">
                <a:solidFill>
                  <a:prstClr val="black"/>
                </a:solidFill>
                <a:latin typeface="Lucida Console" panose="020B0609040504020204" pitchFamily="49" charset="0"/>
              </a:rPr>
              <a:t>)</a:t>
            </a:r>
          </a:p>
          <a:p>
            <a:pPr marL="0" indent="0">
              <a:buNone/>
            </a:pPr>
            <a:r>
              <a:rPr lang="en-AU" sz="2000" dirty="0">
                <a:solidFill>
                  <a:srgbClr val="0000FF"/>
                </a:solidFill>
                <a:latin typeface="Lucida Console" panose="020B0609040504020204" pitchFamily="49" charset="0"/>
              </a:rPr>
              <a:t>  Get-Counter</a:t>
            </a:r>
            <a:r>
              <a:rPr lang="en-AU" sz="2000" dirty="0">
                <a:solidFill>
                  <a:prstClr val="black"/>
                </a:solidFill>
                <a:latin typeface="Lucida Console" panose="020B0609040504020204" pitchFamily="49" charset="0"/>
              </a:rPr>
              <a:t> </a:t>
            </a:r>
            <a:r>
              <a:rPr lang="en-AU" sz="2000" dirty="0">
                <a:solidFill>
                  <a:srgbClr val="000080"/>
                </a:solidFill>
                <a:latin typeface="Lucida Console" panose="020B0609040504020204" pitchFamily="49" charset="0"/>
              </a:rPr>
              <a:t>-Counter</a:t>
            </a:r>
            <a:r>
              <a:rPr lang="en-AU" sz="2000" dirty="0">
                <a:solidFill>
                  <a:prstClr val="black"/>
                </a:solidFill>
                <a:latin typeface="Lucida Console" panose="020B0609040504020204" pitchFamily="49" charset="0"/>
              </a:rPr>
              <a:t> </a:t>
            </a:r>
            <a:r>
              <a:rPr lang="en-AU" sz="2000" dirty="0">
                <a:solidFill>
                  <a:srgbClr val="8B0000"/>
                </a:solidFill>
                <a:latin typeface="Lucida Console" panose="020B0609040504020204" pitchFamily="49" charset="0"/>
              </a:rPr>
              <a:t>"\Processor(_Total)\</a:t>
            </a:r>
            <a:r>
              <a:rPr lang="en-AU" sz="2000" dirty="0">
                <a:solidFill>
                  <a:srgbClr val="FF4500"/>
                </a:solidFill>
                <a:latin typeface="Lucida Console" panose="020B0609040504020204" pitchFamily="49" charset="0"/>
              </a:rPr>
              <a:t>$</a:t>
            </a:r>
            <a:r>
              <a:rPr lang="en-AU" sz="2000" dirty="0" err="1">
                <a:solidFill>
                  <a:srgbClr val="FF4500"/>
                </a:solidFill>
                <a:latin typeface="Lucida Console" panose="020B0609040504020204" pitchFamily="49" charset="0"/>
              </a:rPr>
              <a:t>perfcounter</a:t>
            </a:r>
            <a:r>
              <a:rPr lang="en-AU" sz="2000" dirty="0">
                <a:solidFill>
                  <a:srgbClr val="8B0000"/>
                </a:solidFill>
                <a:latin typeface="Lucida Console" panose="020B0609040504020204" pitchFamily="49" charset="0"/>
              </a:rPr>
              <a:t>"</a:t>
            </a:r>
          </a:p>
          <a:p>
            <a:pPr marL="0" indent="0">
              <a:buNone/>
            </a:pPr>
            <a:r>
              <a:rPr lang="en-AU" sz="2000" dirty="0">
                <a:solidFill>
                  <a:prstClr val="black"/>
                </a:solidFill>
                <a:latin typeface="Lucida Console" panose="020B0609040504020204" pitchFamily="49" charset="0"/>
              </a:rPr>
              <a:t>}</a:t>
            </a:r>
          </a:p>
          <a:p>
            <a:pPr marL="0" indent="0">
              <a:buNone/>
            </a:pPr>
            <a:endParaRPr lang="en-AU" dirty="0"/>
          </a:p>
          <a:p>
            <a:endParaRPr lang="en-US" dirty="0"/>
          </a:p>
          <a:p>
            <a:endParaRPr lang="en-US" dirty="0"/>
          </a:p>
          <a:p>
            <a:endParaRPr lang="en-US" dirty="0"/>
          </a:p>
          <a:p>
            <a:endParaRPr lang="en-US" dirty="0"/>
          </a:p>
        </p:txBody>
      </p:sp>
      <p:pic>
        <p:nvPicPr>
          <p:cNvPr id="5" name="Picture 4">
            <a:extLst>
              <a:ext uri="{FF2B5EF4-FFF2-40B4-BE49-F238E27FC236}">
                <a16:creationId xmlns:a16="http://schemas.microsoft.com/office/drawing/2014/main" id="{5A380A7A-106E-4C8F-835D-62AC71D51C6C}"/>
              </a:ext>
            </a:extLst>
          </p:cNvPr>
          <p:cNvPicPr>
            <a:picLocks noChangeAspect="1"/>
          </p:cNvPicPr>
          <p:nvPr/>
        </p:nvPicPr>
        <p:blipFill>
          <a:blip r:embed="rId3"/>
          <a:stretch>
            <a:fillRect/>
          </a:stretch>
        </p:blipFill>
        <p:spPr>
          <a:xfrm>
            <a:off x="1307592" y="5362334"/>
            <a:ext cx="6260963" cy="1200242"/>
          </a:xfrm>
          <a:prstGeom prst="rect">
            <a:avLst/>
          </a:prstGeom>
        </p:spPr>
      </p:pic>
      <p:sp>
        <p:nvSpPr>
          <p:cNvPr id="6" name="Rectangular Callout 7">
            <a:extLst>
              <a:ext uri="{FF2B5EF4-FFF2-40B4-BE49-F238E27FC236}">
                <a16:creationId xmlns:a16="http://schemas.microsoft.com/office/drawing/2014/main" id="{28009806-D799-4E09-A03F-6DFB01A325D8}"/>
              </a:ext>
            </a:extLst>
          </p:cNvPr>
          <p:cNvSpPr/>
          <p:nvPr/>
        </p:nvSpPr>
        <p:spPr>
          <a:xfrm>
            <a:off x="8194998" y="5362334"/>
            <a:ext cx="2913268" cy="762994"/>
          </a:xfrm>
          <a:prstGeom prst="wedgeRectCallout">
            <a:avLst>
              <a:gd name="adj1" fmla="val -72017"/>
              <a:gd name="adj2" fmla="val 7168"/>
            </a:avLst>
          </a:prstGeom>
          <a:solidFill>
            <a:srgbClr val="737373"/>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AU" sz="2000" dirty="0">
                <a:solidFill>
                  <a:schemeClr val="lt1"/>
                </a:solidFill>
                <a:latin typeface="Segoe UI Light" panose="020B0502040204020203" pitchFamily="34" charset="0"/>
                <a:cs typeface="Segoe UI Light" panose="020B0502040204020203" pitchFamily="34" charset="0"/>
              </a:rPr>
              <a:t>IntelliSense suggests allowed values</a:t>
            </a:r>
          </a:p>
        </p:txBody>
      </p:sp>
      <p:pic>
        <p:nvPicPr>
          <p:cNvPr id="4" name="Picture 3">
            <a:extLst>
              <a:ext uri="{FF2B5EF4-FFF2-40B4-BE49-F238E27FC236}">
                <a16:creationId xmlns:a16="http://schemas.microsoft.com/office/drawing/2014/main" id="{B5A11FD7-2969-D1A1-8BCD-3E3419A76D20}"/>
              </a:ext>
            </a:extLst>
          </p:cNvPr>
          <p:cNvPicPr>
            <a:picLocks noChangeAspect="1"/>
          </p:cNvPicPr>
          <p:nvPr/>
        </p:nvPicPr>
        <p:blipFill>
          <a:blip r:embed="rId4"/>
          <a:stretch>
            <a:fillRect/>
          </a:stretch>
        </p:blipFill>
        <p:spPr>
          <a:xfrm>
            <a:off x="10423143" y="550872"/>
            <a:ext cx="1113219" cy="1264722"/>
          </a:xfrm>
          <a:prstGeom prst="rect">
            <a:avLst/>
          </a:prstGeom>
        </p:spPr>
      </p:pic>
    </p:spTree>
    <p:custDataLst>
      <p:tags r:id="rId1"/>
    </p:custDataLst>
    <p:extLst>
      <p:ext uri="{BB962C8B-B14F-4D97-AF65-F5344CB8AC3E}">
        <p14:creationId xmlns:p14="http://schemas.microsoft.com/office/powerpoint/2010/main" val="2011171795"/>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276763AC-E01B-45D0-806A-1F2948DFF0A8}"/>
              </a:ext>
            </a:extLst>
          </p:cNvPr>
          <p:cNvSpPr>
            <a:spLocks noGrp="1"/>
          </p:cNvSpPr>
          <p:nvPr>
            <p:ph type="title"/>
          </p:nvPr>
        </p:nvSpPr>
        <p:spPr/>
        <p:txBody>
          <a:bodyPr/>
          <a:lstStyle/>
          <a:p>
            <a:r>
              <a:rPr lang="en-US" dirty="0"/>
              <a:t>Null validation attributes</a:t>
            </a:r>
          </a:p>
        </p:txBody>
      </p:sp>
      <p:graphicFrame>
        <p:nvGraphicFramePr>
          <p:cNvPr id="32" name="Tabelle 31">
            <a:extLst>
              <a:ext uri="{FF2B5EF4-FFF2-40B4-BE49-F238E27FC236}">
                <a16:creationId xmlns:a16="http://schemas.microsoft.com/office/drawing/2014/main" id="{8C19BFBA-5CA7-48D2-87DA-8887B57D2B56}"/>
              </a:ext>
            </a:extLst>
          </p:cNvPr>
          <p:cNvGraphicFramePr>
            <a:graphicFrameLocks noGrp="1"/>
          </p:cNvGraphicFramePr>
          <p:nvPr>
            <p:extLst>
              <p:ext uri="{D42A27DB-BD31-4B8C-83A1-F6EECF244321}">
                <p14:modId xmlns:p14="http://schemas.microsoft.com/office/powerpoint/2010/main" val="446333807"/>
              </p:ext>
            </p:extLst>
          </p:nvPr>
        </p:nvGraphicFramePr>
        <p:xfrm>
          <a:off x="655638" y="1408113"/>
          <a:ext cx="10880725" cy="4819648"/>
        </p:xfrm>
        <a:graphic>
          <a:graphicData uri="http://schemas.openxmlformats.org/drawingml/2006/table">
            <a:tbl>
              <a:tblPr firstRow="1" bandRow="1">
                <a:tableStyleId>{5C22544A-7EE6-4342-B048-85BDC9FD1C3A}</a:tableStyleId>
              </a:tblPr>
              <a:tblGrid>
                <a:gridCol w="2925762">
                  <a:extLst>
                    <a:ext uri="{9D8B030D-6E8A-4147-A177-3AD203B41FA5}">
                      <a16:colId xmlns:a16="http://schemas.microsoft.com/office/drawing/2014/main" val="2303989485"/>
                    </a:ext>
                  </a:extLst>
                </a:gridCol>
                <a:gridCol w="7954963">
                  <a:extLst>
                    <a:ext uri="{9D8B030D-6E8A-4147-A177-3AD203B41FA5}">
                      <a16:colId xmlns:a16="http://schemas.microsoft.com/office/drawing/2014/main" val="1480192593"/>
                    </a:ext>
                  </a:extLst>
                </a:gridCol>
              </a:tblGrid>
              <a:tr h="680722">
                <a:tc>
                  <a:txBody>
                    <a:bodyPr/>
                    <a:lstStyle/>
                    <a:p>
                      <a:r>
                        <a:rPr lang="en-US" sz="2000" dirty="0">
                          <a:solidFill>
                            <a:schemeClr val="dk1"/>
                          </a:solidFill>
                        </a:rPr>
                        <a:t>Task</a:t>
                      </a:r>
                      <a:endParaRPr lang="en-US" sz="2000" b="1" kern="1200" dirty="0">
                        <a:solidFill>
                          <a:schemeClr val="dk1"/>
                        </a:solidFill>
                        <a:latin typeface="+mn-lt"/>
                        <a:ea typeface="+mn-ea"/>
                        <a:cs typeface="+mn-cs"/>
                      </a:endParaRPr>
                    </a:p>
                  </a:txBody>
                  <a:tcPr marL="18288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000" dirty="0">
                          <a:solidFill>
                            <a:schemeClr val="dk1"/>
                          </a:solidFill>
                        </a:rPr>
                        <a:t>Example</a:t>
                      </a:r>
                    </a:p>
                  </a:txBody>
                  <a:tcPr marL="18288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6402315"/>
                  </a:ext>
                </a:extLst>
              </a:tr>
              <a:tr h="1379642">
                <a:tc>
                  <a:txBody>
                    <a:bodyPr/>
                    <a:lstStyle/>
                    <a:p>
                      <a:r>
                        <a:rPr lang="en-AU" sz="2000" dirty="0" err="1">
                          <a:solidFill>
                            <a:schemeClr val="dk1"/>
                          </a:solidFill>
                          <a:latin typeface="Segoe UI" panose="020B0502040204020203" pitchFamily="34" charset="0"/>
                          <a:cs typeface="Segoe UI Light" panose="020B0502040204020203" pitchFamily="34" charset="0"/>
                        </a:rPr>
                        <a:t>AllowNull</a:t>
                      </a:r>
                      <a:r>
                        <a:rPr lang="en-AU" sz="2000" dirty="0">
                          <a:solidFill>
                            <a:schemeClr val="dk1"/>
                          </a:solidFill>
                          <a:latin typeface="Segoe UI" panose="020B0502040204020203" pitchFamily="34" charset="0"/>
                          <a:cs typeface="Segoe UI Light" panose="020B0502040204020203" pitchFamily="34" charset="0"/>
                        </a:rPr>
                        <a:t>: $null is allowed</a:t>
                      </a:r>
                    </a:p>
                  </a:txBody>
                  <a:tcPr marL="182880" marT="108000" marB="108000">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AU" sz="2000" dirty="0">
                          <a:solidFill>
                            <a:srgbClr val="00008B"/>
                          </a:solidFill>
                          <a:latin typeface="Lucida Console" panose="020B0609040504020204" pitchFamily="49" charset="0"/>
                        </a:rPr>
                        <a:t>Param</a:t>
                      </a:r>
                      <a:endParaRPr lang="en-AU" sz="2000" dirty="0">
                        <a:solidFill>
                          <a:prstClr val="black"/>
                        </a:solidFill>
                        <a:latin typeface="Lucida Console" panose="020B0609040504020204" pitchFamily="49" charset="0"/>
                      </a:endParaRPr>
                    </a:p>
                    <a:p>
                      <a:r>
                        <a:rPr lang="en-AU" sz="2000" dirty="0">
                          <a:solidFill>
                            <a:prstClr val="black"/>
                          </a:solidFill>
                          <a:latin typeface="Lucida Console" panose="020B0609040504020204" pitchFamily="49" charset="0"/>
                        </a:rPr>
                        <a:t>(</a:t>
                      </a:r>
                      <a:r>
                        <a:rPr lang="en-AU" sz="2000" dirty="0">
                          <a:solidFill>
                            <a:srgbClr val="A9A9A9"/>
                          </a:solidFill>
                          <a:latin typeface="Lucida Console" panose="020B0609040504020204" pitchFamily="49" charset="0"/>
                        </a:rPr>
                        <a:t>[</a:t>
                      </a:r>
                      <a:r>
                        <a:rPr lang="en-AU" sz="2000" dirty="0">
                          <a:solidFill>
                            <a:schemeClr val="accent1"/>
                          </a:solidFill>
                          <a:latin typeface="Lucida Console" panose="020B0609040504020204" pitchFamily="49" charset="0"/>
                        </a:rPr>
                        <a:t>parameter</a:t>
                      </a:r>
                      <a:r>
                        <a:rPr lang="en-AU" sz="2000" dirty="0">
                          <a:solidFill>
                            <a:prstClr val="black"/>
                          </a:solidFill>
                          <a:latin typeface="Lucida Console" panose="020B0609040504020204" pitchFamily="49" charset="0"/>
                        </a:rPr>
                        <a:t>(Mandatory</a:t>
                      </a:r>
                      <a:r>
                        <a:rPr lang="en-AU" sz="2000" dirty="0">
                          <a:solidFill>
                            <a:srgbClr val="A9A9A9"/>
                          </a:solidFill>
                          <a:latin typeface="Lucida Console" panose="020B0609040504020204" pitchFamily="49" charset="0"/>
                        </a:rPr>
                        <a:t>=</a:t>
                      </a:r>
                      <a:r>
                        <a:rPr lang="en-AU" sz="2000" dirty="0">
                          <a:solidFill>
                            <a:srgbClr val="FF4500"/>
                          </a:solidFill>
                          <a:latin typeface="Lucida Console" panose="020B0609040504020204" pitchFamily="49" charset="0"/>
                        </a:rPr>
                        <a:t>$true</a:t>
                      </a:r>
                      <a:r>
                        <a:rPr lang="en-AU" sz="2000" dirty="0">
                          <a:solidFill>
                            <a:prstClr val="black"/>
                          </a:solidFill>
                          <a:latin typeface="Lucida Console" panose="020B0609040504020204" pitchFamily="49" charset="0"/>
                        </a:rPr>
                        <a:t>)</a:t>
                      </a:r>
                      <a:r>
                        <a:rPr lang="en-AU" sz="2000" dirty="0">
                          <a:solidFill>
                            <a:srgbClr val="A9A9A9"/>
                          </a:solidFill>
                          <a:latin typeface="Lucida Console" panose="020B0609040504020204" pitchFamily="49" charset="0"/>
                        </a:rPr>
                        <a:t>][</a:t>
                      </a:r>
                      <a:r>
                        <a:rPr lang="en-AU" sz="2000" dirty="0" err="1">
                          <a:solidFill>
                            <a:schemeClr val="accent1"/>
                          </a:solidFill>
                          <a:latin typeface="Lucida Console" panose="020B0609040504020204" pitchFamily="49" charset="0"/>
                        </a:rPr>
                        <a:t>AllowNull</a:t>
                      </a:r>
                      <a:r>
                        <a:rPr lang="en-AU" sz="2000" dirty="0">
                          <a:solidFill>
                            <a:prstClr val="black"/>
                          </a:solidFill>
                          <a:latin typeface="Lucida Console" panose="020B0609040504020204" pitchFamily="49" charset="0"/>
                        </a:rPr>
                        <a:t>()</a:t>
                      </a:r>
                      <a:r>
                        <a:rPr lang="en-AU" sz="2000" dirty="0">
                          <a:solidFill>
                            <a:srgbClr val="A9A9A9"/>
                          </a:solidFill>
                          <a:latin typeface="Lucida Console" panose="020B0609040504020204" pitchFamily="49" charset="0"/>
                        </a:rPr>
                        <a:t>][</a:t>
                      </a:r>
                      <a:r>
                        <a:rPr lang="en-AU" sz="2000" dirty="0">
                          <a:solidFill>
                            <a:srgbClr val="008080"/>
                          </a:solidFill>
                          <a:latin typeface="Lucida Console" panose="020B0609040504020204" pitchFamily="49" charset="0"/>
                        </a:rPr>
                        <a:t>String</a:t>
                      </a:r>
                      <a:r>
                        <a:rPr lang="en-AU" sz="2000" dirty="0">
                          <a:solidFill>
                            <a:srgbClr val="A9A9A9"/>
                          </a:solidFill>
                          <a:latin typeface="Lucida Console" panose="020B0609040504020204" pitchFamily="49" charset="0"/>
                        </a:rPr>
                        <a:t>]</a:t>
                      </a:r>
                      <a:r>
                        <a:rPr lang="en-AU" sz="2000" dirty="0">
                          <a:solidFill>
                            <a:srgbClr val="FF4500"/>
                          </a:solidFill>
                          <a:latin typeface="Lucida Console" panose="020B0609040504020204" pitchFamily="49" charset="0"/>
                        </a:rPr>
                        <a:t>$</a:t>
                      </a:r>
                      <a:r>
                        <a:rPr lang="en-AU" sz="2000" dirty="0" err="1">
                          <a:solidFill>
                            <a:srgbClr val="FF4500"/>
                          </a:solidFill>
                          <a:latin typeface="Lucida Console" panose="020B0609040504020204" pitchFamily="49" charset="0"/>
                        </a:rPr>
                        <a:t>ComputerName</a:t>
                      </a:r>
                      <a:r>
                        <a:rPr lang="en-AU" sz="2000" dirty="0">
                          <a:solidFill>
                            <a:prstClr val="black"/>
                          </a:solidFill>
                          <a:latin typeface="Lucida Console" panose="020B0609040504020204" pitchFamily="49" charset="0"/>
                        </a:rPr>
                        <a:t>)</a:t>
                      </a:r>
                    </a:p>
                  </a:txBody>
                  <a:tcPr marL="182880" marR="0" marT="108000" marB="10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0093579"/>
                  </a:ext>
                </a:extLst>
              </a:tr>
              <a:tr h="1379642">
                <a:tc>
                  <a:txBody>
                    <a:bodyPr/>
                    <a:lstStyle/>
                    <a:p>
                      <a:r>
                        <a:rPr lang="en-AU" sz="2000" dirty="0" err="1">
                          <a:solidFill>
                            <a:schemeClr val="dk1"/>
                          </a:solidFill>
                          <a:latin typeface="Segoe UI" panose="020B0502040204020203" pitchFamily="34" charset="0"/>
                          <a:cs typeface="Segoe UI Light" panose="020B0502040204020203" pitchFamily="34" charset="0"/>
                        </a:rPr>
                        <a:t>AllowEmptyString</a:t>
                      </a:r>
                      <a:r>
                        <a:rPr lang="en-AU" sz="2000" dirty="0">
                          <a:solidFill>
                            <a:schemeClr val="dk1"/>
                          </a:solidFill>
                          <a:latin typeface="Segoe UI" panose="020B0502040204020203" pitchFamily="34" charset="0"/>
                          <a:cs typeface="Segoe UI Light" panose="020B0502040204020203" pitchFamily="34" charset="0"/>
                        </a:rPr>
                        <a:t>: Empty string is allowed</a:t>
                      </a:r>
                    </a:p>
                  </a:txBody>
                  <a:tcPr marL="182880" marT="108000" marB="108000">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AU" sz="2000" dirty="0">
                          <a:solidFill>
                            <a:srgbClr val="00008B"/>
                          </a:solidFill>
                          <a:latin typeface="Lucida Console" panose="020B0609040504020204" pitchFamily="49" charset="0"/>
                        </a:rPr>
                        <a:t>Param</a:t>
                      </a:r>
                      <a:endParaRPr lang="en-AU" sz="2000" dirty="0">
                        <a:solidFill>
                          <a:prstClr val="black"/>
                        </a:solidFill>
                        <a:latin typeface="Lucida Console" panose="020B0609040504020204" pitchFamily="49" charset="0"/>
                      </a:endParaRPr>
                    </a:p>
                    <a:p>
                      <a:r>
                        <a:rPr lang="en-AU" sz="2000" dirty="0">
                          <a:solidFill>
                            <a:prstClr val="black"/>
                          </a:solidFill>
                          <a:latin typeface="Lucida Console" panose="020B0609040504020204" pitchFamily="49" charset="0"/>
                        </a:rPr>
                        <a:t>(</a:t>
                      </a:r>
                      <a:r>
                        <a:rPr lang="en-AU" sz="2000" dirty="0">
                          <a:solidFill>
                            <a:srgbClr val="A9A9A9"/>
                          </a:solidFill>
                          <a:latin typeface="Lucida Console" panose="020B0609040504020204" pitchFamily="49" charset="0"/>
                        </a:rPr>
                        <a:t>[</a:t>
                      </a:r>
                      <a:r>
                        <a:rPr lang="en-AU" sz="2000" dirty="0">
                          <a:solidFill>
                            <a:schemeClr val="accent1"/>
                          </a:solidFill>
                          <a:latin typeface="Lucida Console" panose="020B0609040504020204" pitchFamily="49" charset="0"/>
                        </a:rPr>
                        <a:t>parameter</a:t>
                      </a:r>
                      <a:r>
                        <a:rPr lang="en-AU" sz="2000" dirty="0">
                          <a:solidFill>
                            <a:prstClr val="black"/>
                          </a:solidFill>
                          <a:latin typeface="Lucida Console" panose="020B0609040504020204" pitchFamily="49" charset="0"/>
                        </a:rPr>
                        <a:t>(Mandatory</a:t>
                      </a:r>
                      <a:r>
                        <a:rPr lang="en-AU" sz="2000" dirty="0">
                          <a:solidFill>
                            <a:srgbClr val="A9A9A9"/>
                          </a:solidFill>
                          <a:latin typeface="Lucida Console" panose="020B0609040504020204" pitchFamily="49" charset="0"/>
                        </a:rPr>
                        <a:t>=</a:t>
                      </a:r>
                      <a:r>
                        <a:rPr lang="en-AU" sz="2000" dirty="0">
                          <a:solidFill>
                            <a:srgbClr val="FF4500"/>
                          </a:solidFill>
                          <a:latin typeface="Lucida Console" panose="020B0609040504020204" pitchFamily="49" charset="0"/>
                        </a:rPr>
                        <a:t>$true</a:t>
                      </a:r>
                      <a:r>
                        <a:rPr lang="en-AU" sz="2000" dirty="0">
                          <a:solidFill>
                            <a:prstClr val="black"/>
                          </a:solidFill>
                          <a:latin typeface="Lucida Console" panose="020B0609040504020204" pitchFamily="49" charset="0"/>
                        </a:rPr>
                        <a:t>)</a:t>
                      </a:r>
                      <a:r>
                        <a:rPr lang="en-AU" sz="2000" dirty="0">
                          <a:solidFill>
                            <a:srgbClr val="A9A9A9"/>
                          </a:solidFill>
                          <a:latin typeface="Lucida Console" panose="020B0609040504020204" pitchFamily="49" charset="0"/>
                        </a:rPr>
                        <a:t>][</a:t>
                      </a:r>
                      <a:r>
                        <a:rPr lang="en-AU" sz="2000" dirty="0" err="1">
                          <a:solidFill>
                            <a:schemeClr val="accent1"/>
                          </a:solidFill>
                          <a:latin typeface="Lucida Console" panose="020B0609040504020204" pitchFamily="49" charset="0"/>
                        </a:rPr>
                        <a:t>AllowEmptyString</a:t>
                      </a:r>
                      <a:r>
                        <a:rPr lang="en-AU" sz="2000" dirty="0">
                          <a:solidFill>
                            <a:prstClr val="black"/>
                          </a:solidFill>
                          <a:latin typeface="Lucida Console" panose="020B0609040504020204" pitchFamily="49" charset="0"/>
                        </a:rPr>
                        <a:t>()</a:t>
                      </a:r>
                      <a:r>
                        <a:rPr lang="en-AU" sz="2000" dirty="0">
                          <a:solidFill>
                            <a:srgbClr val="A9A9A9"/>
                          </a:solidFill>
                          <a:latin typeface="Lucida Console" panose="020B0609040504020204" pitchFamily="49" charset="0"/>
                        </a:rPr>
                        <a:t>][</a:t>
                      </a:r>
                      <a:r>
                        <a:rPr lang="en-AU" sz="2000" dirty="0">
                          <a:solidFill>
                            <a:srgbClr val="008080"/>
                          </a:solidFill>
                          <a:latin typeface="Lucida Console" panose="020B0609040504020204" pitchFamily="49" charset="0"/>
                        </a:rPr>
                        <a:t>String</a:t>
                      </a:r>
                      <a:r>
                        <a:rPr lang="en-AU" sz="2000" dirty="0">
                          <a:solidFill>
                            <a:srgbClr val="A9A9A9"/>
                          </a:solidFill>
                          <a:latin typeface="Lucida Console" panose="020B0609040504020204" pitchFamily="49" charset="0"/>
                        </a:rPr>
                        <a:t>]</a:t>
                      </a:r>
                      <a:r>
                        <a:rPr lang="en-AU" sz="2000" dirty="0">
                          <a:solidFill>
                            <a:srgbClr val="FF4500"/>
                          </a:solidFill>
                          <a:latin typeface="Lucida Console" panose="020B0609040504020204" pitchFamily="49" charset="0"/>
                        </a:rPr>
                        <a:t>$</a:t>
                      </a:r>
                      <a:r>
                        <a:rPr lang="en-AU" sz="2000" dirty="0" err="1">
                          <a:solidFill>
                            <a:srgbClr val="FF4500"/>
                          </a:solidFill>
                          <a:latin typeface="Lucida Console" panose="020B0609040504020204" pitchFamily="49" charset="0"/>
                        </a:rPr>
                        <a:t>ComputerName</a:t>
                      </a:r>
                      <a:r>
                        <a:rPr lang="en-AU" sz="2000" dirty="0">
                          <a:solidFill>
                            <a:prstClr val="black"/>
                          </a:solidFill>
                          <a:latin typeface="Lucida Console" panose="020B0609040504020204" pitchFamily="49" charset="0"/>
                        </a:rPr>
                        <a:t>)</a:t>
                      </a:r>
                    </a:p>
                  </a:txBody>
                  <a:tcPr marL="182880" marR="0" marT="108000" marB="10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40635272"/>
                  </a:ext>
                </a:extLst>
              </a:tr>
              <a:tr h="1379642">
                <a:tc>
                  <a:txBody>
                    <a:bodyPr/>
                    <a:lstStyle/>
                    <a:p>
                      <a:r>
                        <a:rPr lang="en-AU" sz="2000" dirty="0" err="1">
                          <a:solidFill>
                            <a:schemeClr val="dk1"/>
                          </a:solidFill>
                          <a:latin typeface="Segoe UI" panose="020B0502040204020203" pitchFamily="34" charset="0"/>
                          <a:cs typeface="Segoe UI Light" panose="020B0502040204020203" pitchFamily="34" charset="0"/>
                        </a:rPr>
                        <a:t>AllowEmptyCollection</a:t>
                      </a:r>
                      <a:r>
                        <a:rPr lang="en-AU" sz="2000" dirty="0">
                          <a:solidFill>
                            <a:schemeClr val="dk1"/>
                          </a:solidFill>
                          <a:latin typeface="Segoe UI" panose="020B0502040204020203" pitchFamily="34" charset="0"/>
                          <a:cs typeface="Segoe UI Light" panose="020B0502040204020203" pitchFamily="34" charset="0"/>
                        </a:rPr>
                        <a:t>: Empty collection is allowed</a:t>
                      </a:r>
                    </a:p>
                  </a:txBody>
                  <a:tcPr marL="182880" marT="108000" marB="108000">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AU" sz="2000" dirty="0">
                          <a:solidFill>
                            <a:srgbClr val="00008B"/>
                          </a:solidFill>
                          <a:latin typeface="Lucida Console" panose="020B0609040504020204" pitchFamily="49" charset="0"/>
                        </a:rPr>
                        <a:t>Param</a:t>
                      </a:r>
                      <a:r>
                        <a:rPr lang="en-AU" sz="2000" dirty="0">
                          <a:solidFill>
                            <a:prstClr val="black"/>
                          </a:solidFill>
                          <a:latin typeface="Lucida Console" panose="020B0609040504020204" pitchFamily="49" charset="0"/>
                        </a:rPr>
                        <a:t> (</a:t>
                      </a:r>
                      <a:r>
                        <a:rPr lang="en-AU" sz="2000" dirty="0">
                          <a:solidFill>
                            <a:srgbClr val="A9A9A9"/>
                          </a:solidFill>
                          <a:latin typeface="Lucida Console" panose="020B0609040504020204" pitchFamily="49" charset="0"/>
                        </a:rPr>
                        <a:t>[</a:t>
                      </a:r>
                      <a:r>
                        <a:rPr lang="en-AU" sz="2000" dirty="0">
                          <a:solidFill>
                            <a:schemeClr val="accent1"/>
                          </a:solidFill>
                          <a:latin typeface="Lucida Console" panose="020B0609040504020204" pitchFamily="49" charset="0"/>
                        </a:rPr>
                        <a:t>parameter</a:t>
                      </a:r>
                      <a:r>
                        <a:rPr lang="en-AU" sz="2000" dirty="0">
                          <a:solidFill>
                            <a:prstClr val="black"/>
                          </a:solidFill>
                          <a:latin typeface="Lucida Console" panose="020B0609040504020204" pitchFamily="49" charset="0"/>
                        </a:rPr>
                        <a:t>(Mandatory</a:t>
                      </a:r>
                      <a:r>
                        <a:rPr lang="en-AU" sz="2000" dirty="0">
                          <a:solidFill>
                            <a:srgbClr val="A9A9A9"/>
                          </a:solidFill>
                          <a:latin typeface="Lucida Console" panose="020B0609040504020204" pitchFamily="49" charset="0"/>
                        </a:rPr>
                        <a:t>=</a:t>
                      </a:r>
                      <a:r>
                        <a:rPr lang="en-AU" sz="2000" dirty="0">
                          <a:solidFill>
                            <a:srgbClr val="FF4500"/>
                          </a:solidFill>
                          <a:latin typeface="Lucida Console" panose="020B0609040504020204" pitchFamily="49" charset="0"/>
                        </a:rPr>
                        <a:t>$true</a:t>
                      </a:r>
                      <a:r>
                        <a:rPr lang="en-AU" sz="2000" dirty="0">
                          <a:solidFill>
                            <a:prstClr val="black"/>
                          </a:solidFill>
                          <a:latin typeface="Lucida Console" panose="020B0609040504020204" pitchFamily="49" charset="0"/>
                        </a:rPr>
                        <a:t>)</a:t>
                      </a:r>
                      <a:r>
                        <a:rPr lang="en-AU" sz="2000" dirty="0">
                          <a:solidFill>
                            <a:srgbClr val="A9A9A9"/>
                          </a:solidFill>
                          <a:latin typeface="Lucida Console" panose="020B0609040504020204" pitchFamily="49" charset="0"/>
                        </a:rPr>
                        <a:t>][</a:t>
                      </a:r>
                      <a:r>
                        <a:rPr lang="en-AU" sz="2000" dirty="0" err="1">
                          <a:solidFill>
                            <a:schemeClr val="accent1"/>
                          </a:solidFill>
                          <a:latin typeface="Lucida Console" panose="020B0609040504020204" pitchFamily="49" charset="0"/>
                        </a:rPr>
                        <a:t>AllowEmptyCollection</a:t>
                      </a:r>
                      <a:r>
                        <a:rPr lang="en-AU" sz="2000" dirty="0">
                          <a:solidFill>
                            <a:prstClr val="black"/>
                          </a:solidFill>
                          <a:latin typeface="Lucida Console" panose="020B0609040504020204" pitchFamily="49" charset="0"/>
                        </a:rPr>
                        <a:t>()</a:t>
                      </a:r>
                      <a:r>
                        <a:rPr lang="en-AU" sz="2000" dirty="0">
                          <a:solidFill>
                            <a:srgbClr val="A9A9A9"/>
                          </a:solidFill>
                          <a:latin typeface="Lucida Console" panose="020B0609040504020204" pitchFamily="49" charset="0"/>
                        </a:rPr>
                        <a:t>][</a:t>
                      </a:r>
                      <a:r>
                        <a:rPr lang="en-AU" sz="2000" dirty="0">
                          <a:solidFill>
                            <a:srgbClr val="008080"/>
                          </a:solidFill>
                          <a:latin typeface="Lucida Console" panose="020B0609040504020204" pitchFamily="49" charset="0"/>
                        </a:rPr>
                        <a:t>String</a:t>
                      </a:r>
                      <a:r>
                        <a:rPr lang="en-AU" sz="2000" dirty="0">
                          <a:solidFill>
                            <a:srgbClr val="A9A9A9"/>
                          </a:solidFill>
                          <a:latin typeface="Lucida Console" panose="020B0609040504020204" pitchFamily="49" charset="0"/>
                        </a:rPr>
                        <a:t>[]]</a:t>
                      </a:r>
                      <a:r>
                        <a:rPr lang="en-AU" sz="2000" dirty="0">
                          <a:solidFill>
                            <a:srgbClr val="FF4500"/>
                          </a:solidFill>
                          <a:latin typeface="Lucida Console" panose="020B0609040504020204" pitchFamily="49" charset="0"/>
                        </a:rPr>
                        <a:t>$</a:t>
                      </a:r>
                      <a:r>
                        <a:rPr lang="en-AU" sz="2000" dirty="0" err="1">
                          <a:solidFill>
                            <a:srgbClr val="FF4500"/>
                          </a:solidFill>
                          <a:latin typeface="Lucida Console" panose="020B0609040504020204" pitchFamily="49" charset="0"/>
                        </a:rPr>
                        <a:t>ComputerName</a:t>
                      </a:r>
                      <a:r>
                        <a:rPr lang="en-AU" sz="2000" dirty="0">
                          <a:solidFill>
                            <a:prstClr val="black"/>
                          </a:solidFill>
                          <a:latin typeface="Lucida Console" panose="020B0609040504020204" pitchFamily="49" charset="0"/>
                        </a:rPr>
                        <a:t>)</a:t>
                      </a:r>
                    </a:p>
                  </a:txBody>
                  <a:tcPr marL="182880" marR="0" marT="108000" marB="10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81641400"/>
                  </a:ext>
                </a:extLst>
              </a:tr>
            </a:tbl>
          </a:graphicData>
        </a:graphic>
      </p:graphicFrame>
      <p:pic>
        <p:nvPicPr>
          <p:cNvPr id="2" name="Picture 1">
            <a:extLst>
              <a:ext uri="{FF2B5EF4-FFF2-40B4-BE49-F238E27FC236}">
                <a16:creationId xmlns:a16="http://schemas.microsoft.com/office/drawing/2014/main" id="{9BC61722-FBC3-ECCA-3BFD-AAF88B27E117}"/>
              </a:ext>
            </a:extLst>
          </p:cNvPr>
          <p:cNvPicPr>
            <a:picLocks noChangeAspect="1"/>
          </p:cNvPicPr>
          <p:nvPr/>
        </p:nvPicPr>
        <p:blipFill>
          <a:blip r:embed="rId4"/>
          <a:stretch>
            <a:fillRect/>
          </a:stretch>
        </p:blipFill>
        <p:spPr>
          <a:xfrm>
            <a:off x="10423143" y="550872"/>
            <a:ext cx="1113219" cy="1264722"/>
          </a:xfrm>
          <a:prstGeom prst="rect">
            <a:avLst/>
          </a:prstGeom>
        </p:spPr>
      </p:pic>
    </p:spTree>
    <p:custDataLst>
      <p:tags r:id="rId1"/>
    </p:custDataLst>
    <p:extLst>
      <p:ext uri="{BB962C8B-B14F-4D97-AF65-F5344CB8AC3E}">
        <p14:creationId xmlns:p14="http://schemas.microsoft.com/office/powerpoint/2010/main" val="3293857560"/>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276763AC-E01B-45D0-806A-1F2948DFF0A8}"/>
              </a:ext>
            </a:extLst>
          </p:cNvPr>
          <p:cNvSpPr>
            <a:spLocks noGrp="1"/>
          </p:cNvSpPr>
          <p:nvPr>
            <p:ph type="title"/>
          </p:nvPr>
        </p:nvSpPr>
        <p:spPr/>
        <p:txBody>
          <a:bodyPr/>
          <a:lstStyle/>
          <a:p>
            <a:r>
              <a:rPr lang="en-US" dirty="0"/>
              <a:t>Not null validation attributes</a:t>
            </a:r>
          </a:p>
        </p:txBody>
      </p:sp>
      <p:graphicFrame>
        <p:nvGraphicFramePr>
          <p:cNvPr id="32" name="Tabelle 31">
            <a:extLst>
              <a:ext uri="{FF2B5EF4-FFF2-40B4-BE49-F238E27FC236}">
                <a16:creationId xmlns:a16="http://schemas.microsoft.com/office/drawing/2014/main" id="{8C19BFBA-5CA7-48D2-87DA-8887B57D2B56}"/>
              </a:ext>
            </a:extLst>
          </p:cNvPr>
          <p:cNvGraphicFramePr>
            <a:graphicFrameLocks noGrp="1"/>
          </p:cNvGraphicFramePr>
          <p:nvPr>
            <p:extLst>
              <p:ext uri="{D42A27DB-BD31-4B8C-83A1-F6EECF244321}">
                <p14:modId xmlns:p14="http://schemas.microsoft.com/office/powerpoint/2010/main" val="3200287154"/>
              </p:ext>
            </p:extLst>
          </p:nvPr>
        </p:nvGraphicFramePr>
        <p:xfrm>
          <a:off x="655638" y="1408113"/>
          <a:ext cx="10880725" cy="4819650"/>
        </p:xfrm>
        <a:graphic>
          <a:graphicData uri="http://schemas.openxmlformats.org/drawingml/2006/table">
            <a:tbl>
              <a:tblPr firstRow="1" bandRow="1">
                <a:tableStyleId>{5C22544A-7EE6-4342-B048-85BDC9FD1C3A}</a:tableStyleId>
              </a:tblPr>
              <a:tblGrid>
                <a:gridCol w="3230562">
                  <a:extLst>
                    <a:ext uri="{9D8B030D-6E8A-4147-A177-3AD203B41FA5}">
                      <a16:colId xmlns:a16="http://schemas.microsoft.com/office/drawing/2014/main" val="2303989485"/>
                    </a:ext>
                  </a:extLst>
                </a:gridCol>
                <a:gridCol w="7650163">
                  <a:extLst>
                    <a:ext uri="{9D8B030D-6E8A-4147-A177-3AD203B41FA5}">
                      <a16:colId xmlns:a16="http://schemas.microsoft.com/office/drawing/2014/main" val="1480192593"/>
                    </a:ext>
                  </a:extLst>
                </a:gridCol>
              </a:tblGrid>
              <a:tr h="938573">
                <a:tc>
                  <a:txBody>
                    <a:bodyPr/>
                    <a:lstStyle/>
                    <a:p>
                      <a:r>
                        <a:rPr lang="en-US" sz="2000" dirty="0">
                          <a:solidFill>
                            <a:schemeClr val="dk1"/>
                          </a:solidFill>
                        </a:rPr>
                        <a:t>Task</a:t>
                      </a:r>
                      <a:endParaRPr lang="en-US" sz="2000" b="1" kern="1200" dirty="0">
                        <a:solidFill>
                          <a:schemeClr val="dk1"/>
                        </a:solidFill>
                        <a:latin typeface="+mn-lt"/>
                        <a:ea typeface="+mn-ea"/>
                        <a:cs typeface="+mn-cs"/>
                      </a:endParaRPr>
                    </a:p>
                  </a:txBody>
                  <a:tcPr marL="18288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000" dirty="0">
                          <a:solidFill>
                            <a:schemeClr val="dk1"/>
                          </a:solidFill>
                        </a:rPr>
                        <a:t>Example</a:t>
                      </a:r>
                    </a:p>
                  </a:txBody>
                  <a:tcPr marL="18288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6402315"/>
                  </a:ext>
                </a:extLst>
              </a:tr>
              <a:tr h="1902237">
                <a:tc>
                  <a:txBody>
                    <a:bodyPr/>
                    <a:lstStyle/>
                    <a:p>
                      <a:r>
                        <a:rPr lang="en-US" sz="2000" dirty="0" err="1">
                          <a:solidFill>
                            <a:schemeClr val="dk1"/>
                          </a:solidFill>
                          <a:latin typeface="Segoe UI" panose="020B0502040204020203" pitchFamily="34" charset="0"/>
                          <a:cs typeface="Segoe UI Light" panose="020B0502040204020203" pitchFamily="34" charset="0"/>
                        </a:rPr>
                        <a:t>ValidateNotNull</a:t>
                      </a:r>
                      <a:r>
                        <a:rPr lang="en-US" sz="2000" dirty="0">
                          <a:solidFill>
                            <a:schemeClr val="dk1"/>
                          </a:solidFill>
                          <a:latin typeface="Segoe UI" panose="020B0502040204020203" pitchFamily="34" charset="0"/>
                          <a:cs typeface="Segoe UI Light" panose="020B0502040204020203" pitchFamily="34" charset="0"/>
                        </a:rPr>
                        <a:t>: $null is not allowed</a:t>
                      </a:r>
                    </a:p>
                    <a:p>
                      <a:r>
                        <a:rPr lang="en-AU" sz="2000" dirty="0">
                          <a:solidFill>
                            <a:schemeClr val="dk1"/>
                          </a:solidFill>
                          <a:latin typeface="Segoe UI" panose="020B0502040204020203" pitchFamily="34" charset="0"/>
                          <a:cs typeface="Segoe UI Light" panose="020B0502040204020203" pitchFamily="34" charset="0"/>
                        </a:rPr>
                        <a:t>owed</a:t>
                      </a:r>
                    </a:p>
                  </a:txBody>
                  <a:tcPr marL="182880" marT="108000" marB="108000">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AU" sz="2000" dirty="0">
                          <a:solidFill>
                            <a:srgbClr val="00008B"/>
                          </a:solidFill>
                          <a:latin typeface="Lucida Console" panose="020B0609040504020204" pitchFamily="49" charset="0"/>
                        </a:rPr>
                        <a:t>Param</a:t>
                      </a:r>
                      <a:endParaRPr lang="en-AU" sz="2000" dirty="0">
                        <a:solidFill>
                          <a:prstClr val="black"/>
                        </a:solidFill>
                        <a:latin typeface="Lucida Console" panose="020B0609040504020204" pitchFamily="49" charset="0"/>
                      </a:endParaRPr>
                    </a:p>
                    <a:p>
                      <a:r>
                        <a:rPr lang="en-AU" sz="2000" dirty="0">
                          <a:solidFill>
                            <a:prstClr val="black"/>
                          </a:solidFill>
                          <a:latin typeface="Lucida Console" panose="020B0609040504020204" pitchFamily="49" charset="0"/>
                        </a:rPr>
                        <a:t>(</a:t>
                      </a:r>
                      <a:r>
                        <a:rPr lang="en-AU" sz="2000" dirty="0">
                          <a:solidFill>
                            <a:srgbClr val="A9A9A9"/>
                          </a:solidFill>
                          <a:latin typeface="Lucida Console" panose="020B0609040504020204" pitchFamily="49" charset="0"/>
                        </a:rPr>
                        <a:t>[</a:t>
                      </a:r>
                      <a:r>
                        <a:rPr lang="en-AU" sz="2000" dirty="0">
                          <a:solidFill>
                            <a:schemeClr val="accent1"/>
                          </a:solidFill>
                          <a:latin typeface="Lucida Console" panose="020B0609040504020204" pitchFamily="49" charset="0"/>
                        </a:rPr>
                        <a:t>parameter</a:t>
                      </a:r>
                      <a:r>
                        <a:rPr lang="en-AU" sz="2000" dirty="0">
                          <a:solidFill>
                            <a:prstClr val="black"/>
                          </a:solidFill>
                          <a:latin typeface="Lucida Console" panose="020B0609040504020204" pitchFamily="49" charset="0"/>
                        </a:rPr>
                        <a:t>(Mandatory</a:t>
                      </a:r>
                      <a:r>
                        <a:rPr lang="en-AU" sz="2000" dirty="0">
                          <a:solidFill>
                            <a:srgbClr val="A9A9A9"/>
                          </a:solidFill>
                          <a:latin typeface="Lucida Console" panose="020B0609040504020204" pitchFamily="49" charset="0"/>
                        </a:rPr>
                        <a:t>=</a:t>
                      </a:r>
                      <a:r>
                        <a:rPr lang="en-AU" sz="2000" dirty="0">
                          <a:solidFill>
                            <a:srgbClr val="FF4500"/>
                          </a:solidFill>
                          <a:latin typeface="Lucida Console" panose="020B0609040504020204" pitchFamily="49" charset="0"/>
                        </a:rPr>
                        <a:t>$true</a:t>
                      </a:r>
                      <a:r>
                        <a:rPr lang="en-AU" sz="2000" dirty="0">
                          <a:solidFill>
                            <a:prstClr val="black"/>
                          </a:solidFill>
                          <a:latin typeface="Lucida Console" panose="020B0609040504020204" pitchFamily="49" charset="0"/>
                        </a:rPr>
                        <a:t>)</a:t>
                      </a:r>
                      <a:r>
                        <a:rPr lang="en-AU" sz="2000" dirty="0">
                          <a:solidFill>
                            <a:srgbClr val="A9A9A9"/>
                          </a:solidFill>
                          <a:latin typeface="Lucida Console" panose="020B0609040504020204" pitchFamily="49" charset="0"/>
                        </a:rPr>
                        <a:t>][</a:t>
                      </a:r>
                      <a:r>
                        <a:rPr lang="en-AU" sz="2000" dirty="0" err="1">
                          <a:solidFill>
                            <a:schemeClr val="accent1"/>
                          </a:solidFill>
                          <a:latin typeface="Lucida Console" panose="020B0609040504020204" pitchFamily="49" charset="0"/>
                        </a:rPr>
                        <a:t>ValidateNotNull</a:t>
                      </a:r>
                      <a:r>
                        <a:rPr lang="en-AU" sz="2000" dirty="0">
                          <a:solidFill>
                            <a:prstClr val="black"/>
                          </a:solidFill>
                          <a:latin typeface="Lucida Console" panose="020B0609040504020204" pitchFamily="49" charset="0"/>
                        </a:rPr>
                        <a:t>()</a:t>
                      </a:r>
                      <a:r>
                        <a:rPr lang="en-AU" sz="2000" dirty="0">
                          <a:solidFill>
                            <a:srgbClr val="A9A9A9"/>
                          </a:solidFill>
                          <a:latin typeface="Lucida Console" panose="020B0609040504020204" pitchFamily="49" charset="0"/>
                        </a:rPr>
                        <a:t>]</a:t>
                      </a:r>
                      <a:r>
                        <a:rPr lang="en-AU" sz="2000" dirty="0">
                          <a:solidFill>
                            <a:srgbClr val="FF4500"/>
                          </a:solidFill>
                          <a:latin typeface="Lucida Console" panose="020B0609040504020204" pitchFamily="49" charset="0"/>
                        </a:rPr>
                        <a:t>$ID</a:t>
                      </a:r>
                      <a:r>
                        <a:rPr lang="en-AU" sz="2000" dirty="0">
                          <a:solidFill>
                            <a:prstClr val="black"/>
                          </a:solidFill>
                          <a:latin typeface="Lucida Console" panose="020B0609040504020204" pitchFamily="49" charset="0"/>
                        </a:rPr>
                        <a:t>)</a:t>
                      </a:r>
                    </a:p>
                  </a:txBody>
                  <a:tcPr marL="182880" marR="0" marT="108000" marB="10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0093579"/>
                  </a:ext>
                </a:extLst>
              </a:tr>
              <a:tr h="1978840">
                <a:tc>
                  <a:txBody>
                    <a:bodyPr/>
                    <a:lstStyle/>
                    <a:p>
                      <a:r>
                        <a:rPr lang="en-US" sz="2000" dirty="0" err="1">
                          <a:solidFill>
                            <a:schemeClr val="dk1"/>
                          </a:solidFill>
                          <a:latin typeface="Segoe UI" panose="020B0502040204020203" pitchFamily="34" charset="0"/>
                          <a:cs typeface="Segoe UI Light" panose="020B0502040204020203" pitchFamily="34" charset="0"/>
                        </a:rPr>
                        <a:t>ValidateNotNullOrEmpty</a:t>
                      </a:r>
                      <a:r>
                        <a:rPr lang="en-US" sz="2000" dirty="0">
                          <a:solidFill>
                            <a:schemeClr val="dk1"/>
                          </a:solidFill>
                          <a:latin typeface="Segoe UI" panose="020B0502040204020203" pitchFamily="34" charset="0"/>
                          <a:cs typeface="Segoe UI Light" panose="020B0502040204020203" pitchFamily="34" charset="0"/>
                        </a:rPr>
                        <a:t>: Neither $null nor empty string allowed</a:t>
                      </a:r>
                    </a:p>
                    <a:p>
                      <a:endParaRPr lang="en-AU" sz="2000" dirty="0">
                        <a:solidFill>
                          <a:schemeClr val="dk1"/>
                        </a:solidFill>
                        <a:latin typeface="Segoe UI" panose="020B0502040204020203" pitchFamily="34" charset="0"/>
                        <a:cs typeface="Segoe UI Light" panose="020B0502040204020203" pitchFamily="34" charset="0"/>
                      </a:endParaRPr>
                    </a:p>
                  </a:txBody>
                  <a:tcPr marL="182880" marT="108000" marB="108000">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AU" sz="2000" dirty="0">
                          <a:solidFill>
                            <a:srgbClr val="00008B"/>
                          </a:solidFill>
                          <a:latin typeface="Lucida Console" panose="020B0609040504020204" pitchFamily="49" charset="0"/>
                        </a:rPr>
                        <a:t>Param</a:t>
                      </a:r>
                      <a:r>
                        <a:rPr lang="en-AU" sz="2000" dirty="0">
                          <a:solidFill>
                            <a:prstClr val="black"/>
                          </a:solidFill>
                          <a:latin typeface="Lucida Console" panose="020B0609040504020204" pitchFamily="49" charset="0"/>
                        </a:rPr>
                        <a:t> (</a:t>
                      </a:r>
                      <a:r>
                        <a:rPr lang="en-AU" sz="2000" dirty="0">
                          <a:solidFill>
                            <a:srgbClr val="A9A9A9"/>
                          </a:solidFill>
                          <a:latin typeface="Lucida Console" panose="020B0609040504020204" pitchFamily="49" charset="0"/>
                        </a:rPr>
                        <a:t>[</a:t>
                      </a:r>
                      <a:r>
                        <a:rPr lang="en-AU" sz="2000" dirty="0">
                          <a:solidFill>
                            <a:schemeClr val="accent1"/>
                          </a:solidFill>
                          <a:latin typeface="Lucida Console" panose="020B0609040504020204" pitchFamily="49" charset="0"/>
                        </a:rPr>
                        <a:t>parameter</a:t>
                      </a:r>
                      <a:r>
                        <a:rPr lang="en-AU" sz="2000" dirty="0">
                          <a:solidFill>
                            <a:prstClr val="black"/>
                          </a:solidFill>
                          <a:latin typeface="Lucida Console" panose="020B0609040504020204" pitchFamily="49" charset="0"/>
                        </a:rPr>
                        <a:t>(Mandatory</a:t>
                      </a:r>
                      <a:r>
                        <a:rPr lang="en-AU" sz="2000" dirty="0">
                          <a:solidFill>
                            <a:srgbClr val="A9A9A9"/>
                          </a:solidFill>
                          <a:latin typeface="Lucida Console" panose="020B0609040504020204" pitchFamily="49" charset="0"/>
                        </a:rPr>
                        <a:t>=</a:t>
                      </a:r>
                      <a:r>
                        <a:rPr lang="en-AU" sz="2000" dirty="0">
                          <a:solidFill>
                            <a:srgbClr val="FF4500"/>
                          </a:solidFill>
                          <a:latin typeface="Lucida Console" panose="020B0609040504020204" pitchFamily="49" charset="0"/>
                        </a:rPr>
                        <a:t>$true</a:t>
                      </a:r>
                      <a:r>
                        <a:rPr lang="en-AU" sz="2000" dirty="0">
                          <a:solidFill>
                            <a:prstClr val="black"/>
                          </a:solidFill>
                          <a:latin typeface="Lucida Console" panose="020B0609040504020204" pitchFamily="49" charset="0"/>
                        </a:rPr>
                        <a:t>)</a:t>
                      </a:r>
                      <a:r>
                        <a:rPr lang="en-AU" sz="2000" dirty="0">
                          <a:solidFill>
                            <a:srgbClr val="A9A9A9"/>
                          </a:solidFill>
                          <a:latin typeface="Lucida Console" panose="020B0609040504020204" pitchFamily="49" charset="0"/>
                        </a:rPr>
                        <a:t>][</a:t>
                      </a:r>
                      <a:r>
                        <a:rPr lang="en-AU" sz="2000" dirty="0" err="1">
                          <a:solidFill>
                            <a:schemeClr val="accent1"/>
                          </a:solidFill>
                          <a:latin typeface="Lucida Console" panose="020B0609040504020204" pitchFamily="49" charset="0"/>
                        </a:rPr>
                        <a:t>ValidateNotNullOrEmpty</a:t>
                      </a:r>
                      <a:r>
                        <a:rPr lang="en-AU" sz="2000" dirty="0">
                          <a:solidFill>
                            <a:prstClr val="black"/>
                          </a:solidFill>
                          <a:latin typeface="Lucida Console" panose="020B0609040504020204" pitchFamily="49" charset="0"/>
                        </a:rPr>
                        <a:t>()</a:t>
                      </a:r>
                      <a:r>
                        <a:rPr lang="en-AU" sz="2000" dirty="0">
                          <a:solidFill>
                            <a:srgbClr val="A9A9A9"/>
                          </a:solidFill>
                          <a:latin typeface="Lucida Console" panose="020B0609040504020204" pitchFamily="49" charset="0"/>
                        </a:rPr>
                        <a:t>][</a:t>
                      </a:r>
                      <a:r>
                        <a:rPr lang="en-AU" sz="2000" dirty="0">
                          <a:solidFill>
                            <a:srgbClr val="008080"/>
                          </a:solidFill>
                          <a:latin typeface="Lucida Console" panose="020B0609040504020204" pitchFamily="49" charset="0"/>
                        </a:rPr>
                        <a:t>String</a:t>
                      </a:r>
                      <a:r>
                        <a:rPr lang="en-AU" sz="2000" dirty="0">
                          <a:solidFill>
                            <a:srgbClr val="A9A9A9"/>
                          </a:solidFill>
                          <a:latin typeface="Lucida Console" panose="020B0609040504020204" pitchFamily="49" charset="0"/>
                        </a:rPr>
                        <a:t>[]]</a:t>
                      </a:r>
                      <a:r>
                        <a:rPr lang="en-AU" sz="2000" dirty="0">
                          <a:solidFill>
                            <a:srgbClr val="FF4500"/>
                          </a:solidFill>
                          <a:latin typeface="Lucida Console" panose="020B0609040504020204" pitchFamily="49" charset="0"/>
                        </a:rPr>
                        <a:t>$</a:t>
                      </a:r>
                      <a:r>
                        <a:rPr lang="en-AU" sz="2000" dirty="0" err="1">
                          <a:solidFill>
                            <a:srgbClr val="FF4500"/>
                          </a:solidFill>
                          <a:latin typeface="Lucida Console" panose="020B0609040504020204" pitchFamily="49" charset="0"/>
                        </a:rPr>
                        <a:t>UserName</a:t>
                      </a:r>
                      <a:r>
                        <a:rPr lang="en-AU" sz="2000" dirty="0">
                          <a:solidFill>
                            <a:prstClr val="black"/>
                          </a:solidFill>
                          <a:latin typeface="Lucida Console" panose="020B0609040504020204" pitchFamily="49" charset="0"/>
                        </a:rPr>
                        <a:t>)</a:t>
                      </a:r>
                    </a:p>
                  </a:txBody>
                  <a:tcPr marL="182880" marR="0" marT="108000" marB="10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40635272"/>
                  </a:ext>
                </a:extLst>
              </a:tr>
            </a:tbl>
          </a:graphicData>
        </a:graphic>
      </p:graphicFrame>
      <p:pic>
        <p:nvPicPr>
          <p:cNvPr id="2" name="Picture 1">
            <a:extLst>
              <a:ext uri="{FF2B5EF4-FFF2-40B4-BE49-F238E27FC236}">
                <a16:creationId xmlns:a16="http://schemas.microsoft.com/office/drawing/2014/main" id="{2A1561C0-B5DB-9A8E-397A-4A40DED08B38}"/>
              </a:ext>
            </a:extLst>
          </p:cNvPr>
          <p:cNvPicPr>
            <a:picLocks noChangeAspect="1"/>
          </p:cNvPicPr>
          <p:nvPr/>
        </p:nvPicPr>
        <p:blipFill>
          <a:blip r:embed="rId4"/>
          <a:stretch>
            <a:fillRect/>
          </a:stretch>
        </p:blipFill>
        <p:spPr>
          <a:xfrm>
            <a:off x="10423143" y="550872"/>
            <a:ext cx="1113219" cy="1264722"/>
          </a:xfrm>
          <a:prstGeom prst="rect">
            <a:avLst/>
          </a:prstGeom>
        </p:spPr>
      </p:pic>
    </p:spTree>
    <p:custDataLst>
      <p:tags r:id="rId1"/>
    </p:custDataLst>
    <p:extLst>
      <p:ext uri="{BB962C8B-B14F-4D97-AF65-F5344CB8AC3E}">
        <p14:creationId xmlns:p14="http://schemas.microsoft.com/office/powerpoint/2010/main" val="704602675"/>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276763AC-E01B-45D0-806A-1F2948DFF0A8}"/>
              </a:ext>
            </a:extLst>
          </p:cNvPr>
          <p:cNvSpPr>
            <a:spLocks noGrp="1"/>
          </p:cNvSpPr>
          <p:nvPr>
            <p:ph type="title"/>
          </p:nvPr>
        </p:nvSpPr>
        <p:spPr/>
        <p:txBody>
          <a:bodyPr/>
          <a:lstStyle/>
          <a:p>
            <a:r>
              <a:rPr lang="en-US" dirty="0"/>
              <a:t>Count validate attributes</a:t>
            </a:r>
          </a:p>
        </p:txBody>
      </p:sp>
      <p:graphicFrame>
        <p:nvGraphicFramePr>
          <p:cNvPr id="32" name="Tabelle 31">
            <a:extLst>
              <a:ext uri="{FF2B5EF4-FFF2-40B4-BE49-F238E27FC236}">
                <a16:creationId xmlns:a16="http://schemas.microsoft.com/office/drawing/2014/main" id="{8C19BFBA-5CA7-48D2-87DA-8887B57D2B56}"/>
              </a:ext>
            </a:extLst>
          </p:cNvPr>
          <p:cNvGraphicFramePr>
            <a:graphicFrameLocks noGrp="1"/>
          </p:cNvGraphicFramePr>
          <p:nvPr>
            <p:extLst>
              <p:ext uri="{D42A27DB-BD31-4B8C-83A1-F6EECF244321}">
                <p14:modId xmlns:p14="http://schemas.microsoft.com/office/powerpoint/2010/main" val="2550829218"/>
              </p:ext>
            </p:extLst>
          </p:nvPr>
        </p:nvGraphicFramePr>
        <p:xfrm>
          <a:off x="655638" y="1408113"/>
          <a:ext cx="10880725" cy="4824216"/>
        </p:xfrm>
        <a:graphic>
          <a:graphicData uri="http://schemas.openxmlformats.org/drawingml/2006/table">
            <a:tbl>
              <a:tblPr firstRow="1" bandRow="1">
                <a:tableStyleId>{5C22544A-7EE6-4342-B048-85BDC9FD1C3A}</a:tableStyleId>
              </a:tblPr>
              <a:tblGrid>
                <a:gridCol w="3459162">
                  <a:extLst>
                    <a:ext uri="{9D8B030D-6E8A-4147-A177-3AD203B41FA5}">
                      <a16:colId xmlns:a16="http://schemas.microsoft.com/office/drawing/2014/main" val="2303989485"/>
                    </a:ext>
                  </a:extLst>
                </a:gridCol>
                <a:gridCol w="7421563">
                  <a:extLst>
                    <a:ext uri="{9D8B030D-6E8A-4147-A177-3AD203B41FA5}">
                      <a16:colId xmlns:a16="http://schemas.microsoft.com/office/drawing/2014/main" val="1480192593"/>
                    </a:ext>
                  </a:extLst>
                </a:gridCol>
              </a:tblGrid>
              <a:tr h="391673">
                <a:tc>
                  <a:txBody>
                    <a:bodyPr/>
                    <a:lstStyle/>
                    <a:p>
                      <a:r>
                        <a:rPr lang="en-US" sz="2000" dirty="0">
                          <a:solidFill>
                            <a:schemeClr val="dk1"/>
                          </a:solidFill>
                        </a:rPr>
                        <a:t>Task</a:t>
                      </a:r>
                      <a:endParaRPr lang="en-US" sz="2000" b="1" kern="1200" dirty="0">
                        <a:solidFill>
                          <a:schemeClr val="dk1"/>
                        </a:solidFill>
                        <a:latin typeface="+mn-lt"/>
                        <a:ea typeface="+mn-ea"/>
                        <a:cs typeface="+mn-cs"/>
                      </a:endParaRPr>
                    </a:p>
                  </a:txBody>
                  <a:tcPr marL="18288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000" dirty="0">
                          <a:solidFill>
                            <a:schemeClr val="dk1"/>
                          </a:solidFill>
                        </a:rPr>
                        <a:t>Example</a:t>
                      </a:r>
                    </a:p>
                  </a:txBody>
                  <a:tcPr marL="18288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6402315"/>
                  </a:ext>
                </a:extLst>
              </a:tr>
              <a:tr h="1475992">
                <a:tc>
                  <a:txBody>
                    <a:bodyPr/>
                    <a:lstStyle/>
                    <a:p>
                      <a:r>
                        <a:rPr lang="en-US" sz="2000" dirty="0" err="1">
                          <a:solidFill>
                            <a:schemeClr val="dk1"/>
                          </a:solidFill>
                          <a:latin typeface="Segoe UI" panose="020B0502040204020203" pitchFamily="34" charset="0"/>
                          <a:cs typeface="Segoe UI Light" panose="020B0502040204020203" pitchFamily="34" charset="0"/>
                        </a:rPr>
                        <a:t>ValidateCount</a:t>
                      </a:r>
                      <a:r>
                        <a:rPr lang="en-US" sz="2000" dirty="0">
                          <a:solidFill>
                            <a:schemeClr val="dk1"/>
                          </a:solidFill>
                          <a:latin typeface="Segoe UI" panose="020B0502040204020203" pitchFamily="34" charset="0"/>
                          <a:cs typeface="Segoe UI Light" panose="020B0502040204020203" pitchFamily="34" charset="0"/>
                        </a:rPr>
                        <a:t>: Specifies minimum and maximum accepted number of parameter values</a:t>
                      </a:r>
                      <a:endParaRPr lang="en-AU" sz="2000" dirty="0">
                        <a:solidFill>
                          <a:schemeClr val="dk1"/>
                        </a:solidFill>
                        <a:latin typeface="Segoe UI" panose="020B0502040204020203" pitchFamily="34" charset="0"/>
                        <a:cs typeface="Segoe UI Light" panose="020B0502040204020203" pitchFamily="34" charset="0"/>
                      </a:endParaRPr>
                    </a:p>
                  </a:txBody>
                  <a:tcPr marL="182880" marT="108000" marB="108000">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AU" sz="2000" dirty="0">
                          <a:solidFill>
                            <a:srgbClr val="00008B"/>
                          </a:solidFill>
                          <a:latin typeface="Lucida Console" panose="020B0609040504020204" pitchFamily="49" charset="0"/>
                        </a:rPr>
                        <a:t>Param</a:t>
                      </a:r>
                      <a:r>
                        <a:rPr lang="en-AU" sz="2000" dirty="0">
                          <a:solidFill>
                            <a:prstClr val="black"/>
                          </a:solidFill>
                          <a:latin typeface="Lucida Console" panose="020B0609040504020204" pitchFamily="49" charset="0"/>
                        </a:rPr>
                        <a:t> (</a:t>
                      </a:r>
                      <a:r>
                        <a:rPr lang="en-AU" sz="2000" dirty="0">
                          <a:solidFill>
                            <a:srgbClr val="A9A9A9"/>
                          </a:solidFill>
                          <a:latin typeface="Lucida Console" panose="020B0609040504020204" pitchFamily="49" charset="0"/>
                        </a:rPr>
                        <a:t>[</a:t>
                      </a:r>
                      <a:r>
                        <a:rPr lang="en-AU" sz="2000" dirty="0" err="1">
                          <a:solidFill>
                            <a:schemeClr val="accent1"/>
                          </a:solidFill>
                          <a:latin typeface="Lucida Console" panose="020B0609040504020204" pitchFamily="49" charset="0"/>
                        </a:rPr>
                        <a:t>ValidateCount</a:t>
                      </a:r>
                      <a:r>
                        <a:rPr lang="en-AU" sz="2000" dirty="0">
                          <a:solidFill>
                            <a:prstClr val="black"/>
                          </a:solidFill>
                          <a:latin typeface="Lucida Console" panose="020B0609040504020204" pitchFamily="49" charset="0"/>
                        </a:rPr>
                        <a:t>(</a:t>
                      </a:r>
                      <a:r>
                        <a:rPr lang="en-AU" sz="2000" dirty="0">
                          <a:solidFill>
                            <a:srgbClr val="800080"/>
                          </a:solidFill>
                          <a:latin typeface="Lucida Console" panose="020B0609040504020204" pitchFamily="49" charset="0"/>
                        </a:rPr>
                        <a:t>1</a:t>
                      </a:r>
                      <a:r>
                        <a:rPr lang="en-AU" sz="2000" dirty="0">
                          <a:solidFill>
                            <a:srgbClr val="A9A9A9"/>
                          </a:solidFill>
                          <a:latin typeface="Lucida Console" panose="020B0609040504020204" pitchFamily="49" charset="0"/>
                        </a:rPr>
                        <a:t>,</a:t>
                      </a:r>
                      <a:r>
                        <a:rPr lang="en-AU" sz="2000" dirty="0">
                          <a:solidFill>
                            <a:srgbClr val="800080"/>
                          </a:solidFill>
                          <a:latin typeface="Lucida Console" panose="020B0609040504020204" pitchFamily="49" charset="0"/>
                        </a:rPr>
                        <a:t>5</a:t>
                      </a:r>
                      <a:r>
                        <a:rPr lang="en-AU" sz="2000" dirty="0">
                          <a:solidFill>
                            <a:prstClr val="black"/>
                          </a:solidFill>
                          <a:latin typeface="Lucida Console" panose="020B0609040504020204" pitchFamily="49" charset="0"/>
                        </a:rPr>
                        <a:t>)</a:t>
                      </a:r>
                      <a:r>
                        <a:rPr lang="en-AU" sz="2000" dirty="0">
                          <a:solidFill>
                            <a:srgbClr val="A9A9A9"/>
                          </a:solidFill>
                          <a:latin typeface="Lucida Console" panose="020B0609040504020204" pitchFamily="49" charset="0"/>
                        </a:rPr>
                        <a:t>][</a:t>
                      </a:r>
                      <a:r>
                        <a:rPr lang="en-AU" sz="2000" dirty="0">
                          <a:solidFill>
                            <a:srgbClr val="008080"/>
                          </a:solidFill>
                          <a:latin typeface="Lucida Console" panose="020B0609040504020204" pitchFamily="49" charset="0"/>
                        </a:rPr>
                        <a:t>String</a:t>
                      </a:r>
                      <a:r>
                        <a:rPr lang="en-AU" sz="2000" dirty="0">
                          <a:solidFill>
                            <a:srgbClr val="A9A9A9"/>
                          </a:solidFill>
                          <a:latin typeface="Lucida Console" panose="020B0609040504020204" pitchFamily="49" charset="0"/>
                        </a:rPr>
                        <a:t>[]]</a:t>
                      </a:r>
                      <a:r>
                        <a:rPr lang="en-AU" sz="2000" dirty="0">
                          <a:solidFill>
                            <a:srgbClr val="FF4500"/>
                          </a:solidFill>
                          <a:latin typeface="Lucida Console" panose="020B0609040504020204" pitchFamily="49" charset="0"/>
                        </a:rPr>
                        <a:t>$</a:t>
                      </a:r>
                      <a:r>
                        <a:rPr lang="en-AU" sz="2000" dirty="0" err="1">
                          <a:solidFill>
                            <a:srgbClr val="FF4500"/>
                          </a:solidFill>
                          <a:latin typeface="Lucida Console" panose="020B0609040504020204" pitchFamily="49" charset="0"/>
                        </a:rPr>
                        <a:t>ComputerName</a:t>
                      </a:r>
                      <a:r>
                        <a:rPr lang="en-AU" sz="2000" dirty="0">
                          <a:solidFill>
                            <a:prstClr val="black"/>
                          </a:solidFill>
                          <a:latin typeface="Lucida Console" panose="020B0609040504020204" pitchFamily="49" charset="0"/>
                        </a:rPr>
                        <a:t>)</a:t>
                      </a:r>
                    </a:p>
                  </a:txBody>
                  <a:tcPr marL="182880" marR="0" marT="108000" marB="10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0093579"/>
                  </a:ext>
                </a:extLst>
              </a:tr>
              <a:tr h="1475992">
                <a:tc>
                  <a:txBody>
                    <a:bodyPr/>
                    <a:lstStyle/>
                    <a:p>
                      <a:r>
                        <a:rPr lang="en-US" sz="2000" dirty="0" err="1">
                          <a:solidFill>
                            <a:schemeClr val="dk1"/>
                          </a:solidFill>
                          <a:latin typeface="Segoe UI" panose="020B0502040204020203" pitchFamily="34" charset="0"/>
                          <a:cs typeface="Segoe UI Light" panose="020B0502040204020203" pitchFamily="34" charset="0"/>
                        </a:rPr>
                        <a:t>Validatelength</a:t>
                      </a:r>
                      <a:r>
                        <a:rPr lang="en-US" sz="2000" dirty="0">
                          <a:solidFill>
                            <a:schemeClr val="dk1"/>
                          </a:solidFill>
                          <a:latin typeface="Segoe UI" panose="020B0502040204020203" pitchFamily="34" charset="0"/>
                          <a:cs typeface="Segoe UI Light" panose="020B0502040204020203" pitchFamily="34" charset="0"/>
                        </a:rPr>
                        <a:t>: Specifies minimum and maximum accepted number of characters</a:t>
                      </a:r>
                      <a:endParaRPr lang="en-AU" sz="2000" dirty="0">
                        <a:solidFill>
                          <a:schemeClr val="dk1"/>
                        </a:solidFill>
                        <a:latin typeface="Segoe UI" panose="020B0502040204020203" pitchFamily="34" charset="0"/>
                        <a:cs typeface="Segoe UI Light" panose="020B0502040204020203" pitchFamily="34" charset="0"/>
                      </a:endParaRPr>
                    </a:p>
                  </a:txBody>
                  <a:tcPr marL="182880" marT="108000" marB="108000">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AU" sz="2000" dirty="0">
                          <a:solidFill>
                            <a:srgbClr val="00008B"/>
                          </a:solidFill>
                          <a:latin typeface="Lucida Console" panose="020B0609040504020204" pitchFamily="49" charset="0"/>
                        </a:rPr>
                        <a:t>Param</a:t>
                      </a:r>
                      <a:r>
                        <a:rPr lang="en-AU" sz="2000" dirty="0">
                          <a:solidFill>
                            <a:prstClr val="black"/>
                          </a:solidFill>
                          <a:latin typeface="Lucida Console" panose="020B0609040504020204" pitchFamily="49" charset="0"/>
                        </a:rPr>
                        <a:t> (</a:t>
                      </a:r>
                      <a:r>
                        <a:rPr lang="en-AU" sz="2000" dirty="0">
                          <a:solidFill>
                            <a:srgbClr val="A9A9A9"/>
                          </a:solidFill>
                          <a:latin typeface="Lucida Console" panose="020B0609040504020204" pitchFamily="49" charset="0"/>
                        </a:rPr>
                        <a:t>[</a:t>
                      </a:r>
                      <a:r>
                        <a:rPr lang="en-AU" sz="2000" dirty="0" err="1">
                          <a:solidFill>
                            <a:schemeClr val="accent1"/>
                          </a:solidFill>
                          <a:latin typeface="Lucida Console" panose="020B0609040504020204" pitchFamily="49" charset="0"/>
                        </a:rPr>
                        <a:t>ValidateLength</a:t>
                      </a:r>
                      <a:r>
                        <a:rPr lang="en-AU" sz="2000" dirty="0">
                          <a:solidFill>
                            <a:prstClr val="black"/>
                          </a:solidFill>
                          <a:latin typeface="Lucida Console" panose="020B0609040504020204" pitchFamily="49" charset="0"/>
                        </a:rPr>
                        <a:t>(</a:t>
                      </a:r>
                      <a:r>
                        <a:rPr lang="en-AU" sz="2000" dirty="0">
                          <a:solidFill>
                            <a:srgbClr val="800080"/>
                          </a:solidFill>
                          <a:latin typeface="Lucida Console" panose="020B0609040504020204" pitchFamily="49" charset="0"/>
                        </a:rPr>
                        <a:t>1</a:t>
                      </a:r>
                      <a:r>
                        <a:rPr lang="en-AU" sz="2000" dirty="0">
                          <a:solidFill>
                            <a:srgbClr val="A9A9A9"/>
                          </a:solidFill>
                          <a:latin typeface="Lucida Console" panose="020B0609040504020204" pitchFamily="49" charset="0"/>
                        </a:rPr>
                        <a:t>,</a:t>
                      </a:r>
                      <a:r>
                        <a:rPr lang="en-AU" sz="2000" dirty="0">
                          <a:solidFill>
                            <a:srgbClr val="800080"/>
                          </a:solidFill>
                          <a:latin typeface="Lucida Console" panose="020B0609040504020204" pitchFamily="49" charset="0"/>
                        </a:rPr>
                        <a:t>15</a:t>
                      </a:r>
                      <a:r>
                        <a:rPr lang="en-AU" sz="2000" dirty="0">
                          <a:solidFill>
                            <a:prstClr val="black"/>
                          </a:solidFill>
                          <a:latin typeface="Lucida Console" panose="020B0609040504020204" pitchFamily="49" charset="0"/>
                        </a:rPr>
                        <a:t>)</a:t>
                      </a:r>
                      <a:r>
                        <a:rPr lang="en-AU" sz="2000" dirty="0">
                          <a:solidFill>
                            <a:srgbClr val="A9A9A9"/>
                          </a:solidFill>
                          <a:latin typeface="Lucida Console" panose="020B0609040504020204" pitchFamily="49" charset="0"/>
                        </a:rPr>
                        <a:t>][</a:t>
                      </a:r>
                      <a:r>
                        <a:rPr lang="en-AU" sz="2000" dirty="0">
                          <a:solidFill>
                            <a:srgbClr val="008080"/>
                          </a:solidFill>
                          <a:latin typeface="Lucida Console" panose="020B0609040504020204" pitchFamily="49" charset="0"/>
                        </a:rPr>
                        <a:t>String</a:t>
                      </a:r>
                      <a:r>
                        <a:rPr lang="en-AU" sz="2000" dirty="0">
                          <a:solidFill>
                            <a:srgbClr val="A9A9A9"/>
                          </a:solidFill>
                          <a:latin typeface="Lucida Console" panose="020B0609040504020204" pitchFamily="49" charset="0"/>
                        </a:rPr>
                        <a:t>[]]</a:t>
                      </a:r>
                      <a:r>
                        <a:rPr lang="en-AU" sz="2000" dirty="0">
                          <a:solidFill>
                            <a:srgbClr val="FF4500"/>
                          </a:solidFill>
                          <a:latin typeface="Lucida Console" panose="020B0609040504020204" pitchFamily="49" charset="0"/>
                        </a:rPr>
                        <a:t>$</a:t>
                      </a:r>
                      <a:r>
                        <a:rPr lang="en-AU" sz="2000" dirty="0" err="1">
                          <a:solidFill>
                            <a:srgbClr val="FF4500"/>
                          </a:solidFill>
                          <a:latin typeface="Lucida Console" panose="020B0609040504020204" pitchFamily="49" charset="0"/>
                        </a:rPr>
                        <a:t>ComputerName</a:t>
                      </a:r>
                      <a:r>
                        <a:rPr lang="en-AU" sz="2000" dirty="0">
                          <a:solidFill>
                            <a:prstClr val="black"/>
                          </a:solidFill>
                          <a:latin typeface="Lucida Console" panose="020B0609040504020204" pitchFamily="49" charset="0"/>
                        </a:rPr>
                        <a:t>)</a:t>
                      </a:r>
                    </a:p>
                  </a:txBody>
                  <a:tcPr marL="182880" marR="0" marT="108000" marB="10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40635272"/>
                  </a:ext>
                </a:extLst>
              </a:tr>
              <a:tr h="1475992">
                <a:tc>
                  <a:txBody>
                    <a:bodyPr/>
                    <a:lstStyle/>
                    <a:p>
                      <a:r>
                        <a:rPr lang="en-US" sz="2000" dirty="0" err="1">
                          <a:solidFill>
                            <a:schemeClr val="dk1"/>
                          </a:solidFill>
                          <a:latin typeface="Segoe UI" panose="020B0502040204020203" pitchFamily="34" charset="0"/>
                          <a:cs typeface="Segoe UI Light" panose="020B0502040204020203" pitchFamily="34" charset="0"/>
                        </a:rPr>
                        <a:t>ValidatePattern</a:t>
                      </a:r>
                      <a:r>
                        <a:rPr lang="en-US" sz="2000" dirty="0">
                          <a:solidFill>
                            <a:schemeClr val="dk1"/>
                          </a:solidFill>
                          <a:latin typeface="Segoe UI" panose="020B0502040204020203" pitchFamily="34" charset="0"/>
                          <a:cs typeface="Segoe UI Light" panose="020B0502040204020203" pitchFamily="34" charset="0"/>
                        </a:rPr>
                        <a:t>: Specifies a regular expression to compare to the parameter value</a:t>
                      </a:r>
                      <a:endParaRPr lang="en-AU" sz="2000" dirty="0">
                        <a:solidFill>
                          <a:schemeClr val="dk1"/>
                        </a:solidFill>
                        <a:latin typeface="Segoe UI" panose="020B0502040204020203" pitchFamily="34" charset="0"/>
                        <a:cs typeface="Segoe UI Light" panose="020B0502040204020203" pitchFamily="34" charset="0"/>
                      </a:endParaRPr>
                    </a:p>
                  </a:txBody>
                  <a:tcPr marL="182880" marT="108000" marB="108000">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AU" sz="2000" dirty="0">
                          <a:solidFill>
                            <a:srgbClr val="00008B"/>
                          </a:solidFill>
                          <a:latin typeface="Lucida Console" panose="020B0609040504020204" pitchFamily="49" charset="0"/>
                        </a:rPr>
                        <a:t>Param</a:t>
                      </a:r>
                      <a:r>
                        <a:rPr lang="en-AU" sz="2000" dirty="0">
                          <a:solidFill>
                            <a:prstClr val="black"/>
                          </a:solidFill>
                          <a:latin typeface="Lucida Console" panose="020B0609040504020204" pitchFamily="49" charset="0"/>
                        </a:rPr>
                        <a:t> (</a:t>
                      </a:r>
                      <a:r>
                        <a:rPr lang="en-AU" sz="2000" dirty="0">
                          <a:solidFill>
                            <a:srgbClr val="A9A9A9"/>
                          </a:solidFill>
                          <a:latin typeface="Lucida Console" panose="020B0609040504020204" pitchFamily="49" charset="0"/>
                        </a:rPr>
                        <a:t>[</a:t>
                      </a:r>
                      <a:r>
                        <a:rPr lang="en-AU" sz="2000" dirty="0" err="1">
                          <a:solidFill>
                            <a:schemeClr val="accent1"/>
                          </a:solidFill>
                          <a:latin typeface="Lucida Console" panose="020B0609040504020204" pitchFamily="49" charset="0"/>
                        </a:rPr>
                        <a:t>ValidatePattern</a:t>
                      </a:r>
                      <a:r>
                        <a:rPr lang="en-AU" sz="2000" dirty="0">
                          <a:solidFill>
                            <a:prstClr val="black"/>
                          </a:solidFill>
                          <a:latin typeface="Lucida Console" panose="020B0609040504020204" pitchFamily="49" charset="0"/>
                        </a:rPr>
                        <a:t>(</a:t>
                      </a:r>
                      <a:r>
                        <a:rPr lang="en-AU" sz="2000" dirty="0">
                          <a:solidFill>
                            <a:srgbClr val="8B0000"/>
                          </a:solidFill>
                          <a:latin typeface="Lucida Console" panose="020B0609040504020204" pitchFamily="49" charset="0"/>
                        </a:rPr>
                        <a:t>"[0-9].[0-9].[0-9].[0-9]"</a:t>
                      </a:r>
                      <a:r>
                        <a:rPr lang="en-AU" sz="2000" dirty="0">
                          <a:solidFill>
                            <a:prstClr val="black"/>
                          </a:solidFill>
                          <a:latin typeface="Lucida Console" panose="020B0609040504020204" pitchFamily="49" charset="0"/>
                        </a:rPr>
                        <a:t>)</a:t>
                      </a:r>
                      <a:r>
                        <a:rPr lang="en-AU" sz="2000" dirty="0">
                          <a:solidFill>
                            <a:srgbClr val="A9A9A9"/>
                          </a:solidFill>
                          <a:latin typeface="Lucida Console" panose="020B0609040504020204" pitchFamily="49" charset="0"/>
                        </a:rPr>
                        <a:t>][</a:t>
                      </a:r>
                      <a:r>
                        <a:rPr lang="en-AU" sz="2000" dirty="0">
                          <a:solidFill>
                            <a:srgbClr val="008080"/>
                          </a:solidFill>
                          <a:latin typeface="Lucida Console" panose="020B0609040504020204" pitchFamily="49" charset="0"/>
                        </a:rPr>
                        <a:t>String</a:t>
                      </a:r>
                      <a:r>
                        <a:rPr lang="en-AU" sz="2000" dirty="0">
                          <a:solidFill>
                            <a:srgbClr val="A9A9A9"/>
                          </a:solidFill>
                          <a:latin typeface="Lucida Console" panose="020B0609040504020204" pitchFamily="49" charset="0"/>
                        </a:rPr>
                        <a:t>[]]</a:t>
                      </a:r>
                      <a:r>
                        <a:rPr lang="en-AU" sz="2000" dirty="0">
                          <a:solidFill>
                            <a:srgbClr val="FF4500"/>
                          </a:solidFill>
                          <a:latin typeface="Lucida Console" panose="020B0609040504020204" pitchFamily="49" charset="0"/>
                        </a:rPr>
                        <a:t>$</a:t>
                      </a:r>
                      <a:r>
                        <a:rPr lang="en-AU" sz="2000" dirty="0" err="1">
                          <a:solidFill>
                            <a:srgbClr val="FF4500"/>
                          </a:solidFill>
                          <a:latin typeface="Lucida Console" panose="020B0609040504020204" pitchFamily="49" charset="0"/>
                        </a:rPr>
                        <a:t>ComputerName</a:t>
                      </a:r>
                      <a:r>
                        <a:rPr lang="en-AU" sz="2000" dirty="0">
                          <a:solidFill>
                            <a:prstClr val="black"/>
                          </a:solidFill>
                          <a:latin typeface="Lucida Console" panose="020B0609040504020204" pitchFamily="49" charset="0"/>
                        </a:rPr>
                        <a:t>)</a:t>
                      </a:r>
                    </a:p>
                  </a:txBody>
                  <a:tcPr marL="182880" marR="0" marT="108000" marB="10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81641400"/>
                  </a:ext>
                </a:extLst>
              </a:tr>
            </a:tbl>
          </a:graphicData>
        </a:graphic>
      </p:graphicFrame>
      <p:pic>
        <p:nvPicPr>
          <p:cNvPr id="2" name="Picture 1">
            <a:extLst>
              <a:ext uri="{FF2B5EF4-FFF2-40B4-BE49-F238E27FC236}">
                <a16:creationId xmlns:a16="http://schemas.microsoft.com/office/drawing/2014/main" id="{473E33C2-7260-F02C-0A18-C3F4BB970EBD}"/>
              </a:ext>
            </a:extLst>
          </p:cNvPr>
          <p:cNvPicPr>
            <a:picLocks noChangeAspect="1"/>
          </p:cNvPicPr>
          <p:nvPr/>
        </p:nvPicPr>
        <p:blipFill>
          <a:blip r:embed="rId4"/>
          <a:stretch>
            <a:fillRect/>
          </a:stretch>
        </p:blipFill>
        <p:spPr>
          <a:xfrm>
            <a:off x="10423143" y="320040"/>
            <a:ext cx="1113219" cy="1264722"/>
          </a:xfrm>
          <a:prstGeom prst="rect">
            <a:avLst/>
          </a:prstGeom>
        </p:spPr>
      </p:pic>
    </p:spTree>
    <p:custDataLst>
      <p:tags r:id="rId1"/>
    </p:custDataLst>
    <p:extLst>
      <p:ext uri="{BB962C8B-B14F-4D97-AF65-F5344CB8AC3E}">
        <p14:creationId xmlns:p14="http://schemas.microsoft.com/office/powerpoint/2010/main" val="1954619106"/>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276763AC-E01B-45D0-806A-1F2948DFF0A8}"/>
              </a:ext>
            </a:extLst>
          </p:cNvPr>
          <p:cNvSpPr>
            <a:spLocks noGrp="1"/>
          </p:cNvSpPr>
          <p:nvPr>
            <p:ph type="title"/>
          </p:nvPr>
        </p:nvSpPr>
        <p:spPr/>
        <p:txBody>
          <a:bodyPr/>
          <a:lstStyle/>
          <a:p>
            <a:r>
              <a:rPr lang="en-US" dirty="0"/>
              <a:t>Range and script validate attributes</a:t>
            </a:r>
          </a:p>
        </p:txBody>
      </p:sp>
      <p:graphicFrame>
        <p:nvGraphicFramePr>
          <p:cNvPr id="32" name="Tabelle 31">
            <a:extLst>
              <a:ext uri="{FF2B5EF4-FFF2-40B4-BE49-F238E27FC236}">
                <a16:creationId xmlns:a16="http://schemas.microsoft.com/office/drawing/2014/main" id="{8C19BFBA-5CA7-48D2-87DA-8887B57D2B56}"/>
              </a:ext>
            </a:extLst>
          </p:cNvPr>
          <p:cNvGraphicFramePr>
            <a:graphicFrameLocks noGrp="1"/>
          </p:cNvGraphicFramePr>
          <p:nvPr>
            <p:extLst>
              <p:ext uri="{D42A27DB-BD31-4B8C-83A1-F6EECF244321}">
                <p14:modId xmlns:p14="http://schemas.microsoft.com/office/powerpoint/2010/main" val="2682444828"/>
              </p:ext>
            </p:extLst>
          </p:nvPr>
        </p:nvGraphicFramePr>
        <p:xfrm>
          <a:off x="655638" y="1408113"/>
          <a:ext cx="10880725" cy="4819650"/>
        </p:xfrm>
        <a:graphic>
          <a:graphicData uri="http://schemas.openxmlformats.org/drawingml/2006/table">
            <a:tbl>
              <a:tblPr firstRow="1" bandRow="1">
                <a:tableStyleId>{5C22544A-7EE6-4342-B048-85BDC9FD1C3A}</a:tableStyleId>
              </a:tblPr>
              <a:tblGrid>
                <a:gridCol w="3459162">
                  <a:extLst>
                    <a:ext uri="{9D8B030D-6E8A-4147-A177-3AD203B41FA5}">
                      <a16:colId xmlns:a16="http://schemas.microsoft.com/office/drawing/2014/main" val="2303989485"/>
                    </a:ext>
                  </a:extLst>
                </a:gridCol>
                <a:gridCol w="7421563">
                  <a:extLst>
                    <a:ext uri="{9D8B030D-6E8A-4147-A177-3AD203B41FA5}">
                      <a16:colId xmlns:a16="http://schemas.microsoft.com/office/drawing/2014/main" val="1480192593"/>
                    </a:ext>
                  </a:extLst>
                </a:gridCol>
              </a:tblGrid>
              <a:tr h="421889">
                <a:tc>
                  <a:txBody>
                    <a:bodyPr/>
                    <a:lstStyle/>
                    <a:p>
                      <a:r>
                        <a:rPr lang="en-US" sz="2000" dirty="0">
                          <a:solidFill>
                            <a:schemeClr val="dk1"/>
                          </a:solidFill>
                        </a:rPr>
                        <a:t>Task</a:t>
                      </a:r>
                      <a:endParaRPr lang="en-US" sz="2000" b="1" kern="1200" dirty="0">
                        <a:solidFill>
                          <a:schemeClr val="dk1"/>
                        </a:solidFill>
                        <a:latin typeface="+mn-lt"/>
                        <a:ea typeface="+mn-ea"/>
                        <a:cs typeface="+mn-cs"/>
                      </a:endParaRPr>
                    </a:p>
                  </a:txBody>
                  <a:tcPr marL="18288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000" dirty="0">
                          <a:solidFill>
                            <a:schemeClr val="dk1"/>
                          </a:solidFill>
                        </a:rPr>
                        <a:t>Example</a:t>
                      </a:r>
                    </a:p>
                  </a:txBody>
                  <a:tcPr marL="18288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6402315"/>
                  </a:ext>
                </a:extLst>
              </a:tr>
              <a:tr h="1571536">
                <a:tc>
                  <a:txBody>
                    <a:bodyPr/>
                    <a:lstStyle/>
                    <a:p>
                      <a:r>
                        <a:rPr lang="en-US" sz="2000" dirty="0" err="1">
                          <a:solidFill>
                            <a:schemeClr val="dk1"/>
                          </a:solidFill>
                          <a:latin typeface="Segoe UI" panose="020B0502040204020203" pitchFamily="34" charset="0"/>
                          <a:cs typeface="Segoe UI Light" panose="020B0502040204020203" pitchFamily="34" charset="0"/>
                        </a:rPr>
                        <a:t>ValidateRange</a:t>
                      </a:r>
                      <a:r>
                        <a:rPr lang="en-US" sz="2000" dirty="0">
                          <a:solidFill>
                            <a:schemeClr val="dk1"/>
                          </a:solidFill>
                          <a:latin typeface="Segoe UI" panose="020B0502040204020203" pitchFamily="34" charset="0"/>
                          <a:cs typeface="Segoe UI Light" panose="020B0502040204020203" pitchFamily="34" charset="0"/>
                        </a:rPr>
                        <a:t>: Specifies a numeric range for each parameter value</a:t>
                      </a:r>
                    </a:p>
                    <a:p>
                      <a:endParaRPr lang="en-AU" sz="2000" dirty="0">
                        <a:solidFill>
                          <a:schemeClr val="dk1"/>
                        </a:solidFill>
                        <a:latin typeface="Segoe UI" panose="020B0502040204020203" pitchFamily="34" charset="0"/>
                        <a:cs typeface="Segoe UI Light" panose="020B0502040204020203" pitchFamily="34" charset="0"/>
                      </a:endParaRPr>
                    </a:p>
                  </a:txBody>
                  <a:tcPr marL="182880" marT="108000" marB="108000">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AU" sz="2000" dirty="0">
                          <a:solidFill>
                            <a:srgbClr val="00008B"/>
                          </a:solidFill>
                          <a:latin typeface="Lucida Console" panose="020B0609040504020204" pitchFamily="49" charset="0"/>
                        </a:rPr>
                        <a:t>Param</a:t>
                      </a:r>
                      <a:r>
                        <a:rPr lang="en-AU" sz="2000" dirty="0">
                          <a:solidFill>
                            <a:prstClr val="black"/>
                          </a:solidFill>
                          <a:latin typeface="Lucida Console" panose="020B0609040504020204" pitchFamily="49" charset="0"/>
                        </a:rPr>
                        <a:t> (</a:t>
                      </a:r>
                      <a:r>
                        <a:rPr lang="en-AU" sz="2000" dirty="0">
                          <a:solidFill>
                            <a:srgbClr val="A9A9A9"/>
                          </a:solidFill>
                          <a:latin typeface="Lucida Console" panose="020B0609040504020204" pitchFamily="49" charset="0"/>
                        </a:rPr>
                        <a:t>[</a:t>
                      </a:r>
                      <a:r>
                        <a:rPr lang="en-AU" sz="2000" dirty="0" err="1">
                          <a:solidFill>
                            <a:schemeClr val="accent1"/>
                          </a:solidFill>
                          <a:latin typeface="Lucida Console" panose="020B0609040504020204" pitchFamily="49" charset="0"/>
                        </a:rPr>
                        <a:t>ValidateRange</a:t>
                      </a:r>
                      <a:r>
                        <a:rPr lang="en-AU" sz="2000" dirty="0">
                          <a:solidFill>
                            <a:prstClr val="black"/>
                          </a:solidFill>
                          <a:latin typeface="Lucida Console" panose="020B0609040504020204" pitchFamily="49" charset="0"/>
                        </a:rPr>
                        <a:t>(</a:t>
                      </a:r>
                      <a:r>
                        <a:rPr lang="en-AU" sz="2000" dirty="0">
                          <a:solidFill>
                            <a:srgbClr val="800080"/>
                          </a:solidFill>
                          <a:latin typeface="Lucida Console" panose="020B0609040504020204" pitchFamily="49" charset="0"/>
                        </a:rPr>
                        <a:t>0</a:t>
                      </a:r>
                      <a:r>
                        <a:rPr lang="en-AU" sz="2000" dirty="0">
                          <a:solidFill>
                            <a:srgbClr val="A9A9A9"/>
                          </a:solidFill>
                          <a:latin typeface="Lucida Console" panose="020B0609040504020204" pitchFamily="49" charset="0"/>
                        </a:rPr>
                        <a:t>,</a:t>
                      </a:r>
                      <a:r>
                        <a:rPr lang="en-AU" sz="2000" dirty="0">
                          <a:solidFill>
                            <a:srgbClr val="800080"/>
                          </a:solidFill>
                          <a:latin typeface="Lucida Console" panose="020B0609040504020204" pitchFamily="49" charset="0"/>
                        </a:rPr>
                        <a:t>10</a:t>
                      </a:r>
                      <a:r>
                        <a:rPr lang="en-AU" sz="2000" dirty="0">
                          <a:solidFill>
                            <a:prstClr val="black"/>
                          </a:solidFill>
                          <a:latin typeface="Lucida Console" panose="020B0609040504020204" pitchFamily="49" charset="0"/>
                        </a:rPr>
                        <a:t>)</a:t>
                      </a:r>
                      <a:r>
                        <a:rPr lang="en-AU" sz="2000" dirty="0">
                          <a:solidFill>
                            <a:srgbClr val="A9A9A9"/>
                          </a:solidFill>
                          <a:latin typeface="Lucida Console" panose="020B0609040504020204" pitchFamily="49" charset="0"/>
                        </a:rPr>
                        <a:t>][</a:t>
                      </a:r>
                      <a:r>
                        <a:rPr lang="en-AU" sz="2000" dirty="0">
                          <a:solidFill>
                            <a:srgbClr val="008080"/>
                          </a:solidFill>
                          <a:latin typeface="Lucida Console" panose="020B0609040504020204" pitchFamily="49" charset="0"/>
                        </a:rPr>
                        <a:t>Int</a:t>
                      </a:r>
                      <a:r>
                        <a:rPr lang="en-AU" sz="2000" dirty="0">
                          <a:solidFill>
                            <a:srgbClr val="A9A9A9"/>
                          </a:solidFill>
                          <a:latin typeface="Lucida Console" panose="020B0609040504020204" pitchFamily="49" charset="0"/>
                        </a:rPr>
                        <a:t>]</a:t>
                      </a:r>
                      <a:r>
                        <a:rPr lang="en-AU" sz="2000" dirty="0">
                          <a:solidFill>
                            <a:srgbClr val="FF4500"/>
                          </a:solidFill>
                          <a:latin typeface="Lucida Console" panose="020B0609040504020204" pitchFamily="49" charset="0"/>
                        </a:rPr>
                        <a:t>$Attempts</a:t>
                      </a:r>
                      <a:r>
                        <a:rPr lang="en-AU" sz="2000" dirty="0">
                          <a:solidFill>
                            <a:prstClr val="black"/>
                          </a:solidFill>
                          <a:latin typeface="Lucida Console" panose="020B0609040504020204" pitchFamily="49" charset="0"/>
                        </a:rPr>
                        <a:t>)</a:t>
                      </a:r>
                    </a:p>
                  </a:txBody>
                  <a:tcPr marL="182880" marR="0" marT="108000" marB="10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0093579"/>
                  </a:ext>
                </a:extLst>
              </a:tr>
              <a:tr h="2826225">
                <a:tc>
                  <a:txBody>
                    <a:bodyPr/>
                    <a:lstStyle/>
                    <a:p>
                      <a:r>
                        <a:rPr lang="en-US" sz="2000" dirty="0" err="1">
                          <a:solidFill>
                            <a:schemeClr val="dk1"/>
                          </a:solidFill>
                          <a:latin typeface="Segoe UI" panose="020B0502040204020203" pitchFamily="34" charset="0"/>
                          <a:cs typeface="Segoe UI Light" panose="020B0502040204020203" pitchFamily="34" charset="0"/>
                        </a:rPr>
                        <a:t>ValidateScript</a:t>
                      </a:r>
                      <a:r>
                        <a:rPr lang="en-US" sz="2000" dirty="0">
                          <a:solidFill>
                            <a:schemeClr val="dk1"/>
                          </a:solidFill>
                          <a:latin typeface="Segoe UI" panose="020B0502040204020203" pitchFamily="34" charset="0"/>
                          <a:cs typeface="Segoe UI Light" panose="020B0502040204020203" pitchFamily="34" charset="0"/>
                        </a:rPr>
                        <a:t>: Specifies a "script" that is used to validate a parameter value</a:t>
                      </a:r>
                    </a:p>
                    <a:p>
                      <a:r>
                        <a:rPr lang="en-US" sz="2000" dirty="0">
                          <a:solidFill>
                            <a:schemeClr val="dk1"/>
                          </a:solidFill>
                          <a:latin typeface="Segoe UI" panose="020B0502040204020203" pitchFamily="34" charset="0"/>
                          <a:cs typeface="Segoe UI Light" panose="020B0502040204020203" pitchFamily="34" charset="0"/>
                        </a:rPr>
                        <a:t>PowerShell generates an error if the "script" returns "false" or if it throws an exception</a:t>
                      </a:r>
                    </a:p>
                    <a:p>
                      <a:endParaRPr lang="en-AU" sz="2000" dirty="0">
                        <a:solidFill>
                          <a:schemeClr val="dk1"/>
                        </a:solidFill>
                        <a:latin typeface="Segoe UI" panose="020B0502040204020203" pitchFamily="34" charset="0"/>
                        <a:cs typeface="Segoe UI Light" panose="020B0502040204020203" pitchFamily="34" charset="0"/>
                      </a:endParaRPr>
                    </a:p>
                  </a:txBody>
                  <a:tcPr marL="182880" marT="108000" marB="108000">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AU" sz="2000" dirty="0">
                          <a:solidFill>
                            <a:srgbClr val="00008B"/>
                          </a:solidFill>
                          <a:latin typeface="Lucida Console" panose="020B0609040504020204" pitchFamily="49" charset="0"/>
                        </a:rPr>
                        <a:t>Param</a:t>
                      </a:r>
                      <a:r>
                        <a:rPr lang="en-AU" sz="2000" dirty="0">
                          <a:solidFill>
                            <a:prstClr val="black"/>
                          </a:solidFill>
                          <a:latin typeface="Lucida Console" panose="020B0609040504020204" pitchFamily="49" charset="0"/>
                        </a:rPr>
                        <a:t> (</a:t>
                      </a:r>
                      <a:r>
                        <a:rPr lang="en-AU" sz="2000" dirty="0">
                          <a:solidFill>
                            <a:srgbClr val="A9A9A9"/>
                          </a:solidFill>
                          <a:latin typeface="Lucida Console" panose="020B0609040504020204" pitchFamily="49" charset="0"/>
                        </a:rPr>
                        <a:t>[</a:t>
                      </a:r>
                      <a:r>
                        <a:rPr lang="en-AU" sz="2000" dirty="0" err="1">
                          <a:solidFill>
                            <a:schemeClr val="accent1"/>
                          </a:solidFill>
                          <a:latin typeface="Lucida Console" panose="020B0609040504020204" pitchFamily="49" charset="0"/>
                        </a:rPr>
                        <a:t>ValidateScript</a:t>
                      </a:r>
                      <a:r>
                        <a:rPr lang="en-AU" sz="2000" dirty="0">
                          <a:solidFill>
                            <a:prstClr val="black"/>
                          </a:solidFill>
                          <a:latin typeface="Lucida Console" panose="020B0609040504020204" pitchFamily="49" charset="0"/>
                        </a:rPr>
                        <a:t>({</a:t>
                      </a:r>
                      <a:r>
                        <a:rPr lang="en-AU" sz="2000" dirty="0">
                          <a:solidFill>
                            <a:srgbClr val="FF4500"/>
                          </a:solidFill>
                          <a:latin typeface="Lucida Console" panose="020B0609040504020204" pitchFamily="49" charset="0"/>
                        </a:rPr>
                        <a:t>$_</a:t>
                      </a:r>
                      <a:r>
                        <a:rPr lang="en-AU" sz="2000" dirty="0">
                          <a:solidFill>
                            <a:prstClr val="black"/>
                          </a:solidFill>
                          <a:latin typeface="Lucida Console" panose="020B0609040504020204" pitchFamily="49" charset="0"/>
                        </a:rPr>
                        <a:t> </a:t>
                      </a:r>
                      <a:r>
                        <a:rPr lang="en-AU" sz="2000" dirty="0">
                          <a:solidFill>
                            <a:srgbClr val="A9A9A9"/>
                          </a:solidFill>
                          <a:latin typeface="Lucida Console" panose="020B0609040504020204" pitchFamily="49" charset="0"/>
                        </a:rPr>
                        <a:t>-</a:t>
                      </a:r>
                      <a:r>
                        <a:rPr lang="en-AU" sz="2000" dirty="0" err="1">
                          <a:solidFill>
                            <a:srgbClr val="A9A9A9"/>
                          </a:solidFill>
                          <a:latin typeface="Lucida Console" panose="020B0609040504020204" pitchFamily="49" charset="0"/>
                        </a:rPr>
                        <a:t>ge</a:t>
                      </a:r>
                      <a:r>
                        <a:rPr lang="en-AU" sz="2000" dirty="0">
                          <a:solidFill>
                            <a:prstClr val="black"/>
                          </a:solidFill>
                          <a:latin typeface="Lucida Console" panose="020B0609040504020204" pitchFamily="49" charset="0"/>
                        </a:rPr>
                        <a:t> (</a:t>
                      </a:r>
                      <a:r>
                        <a:rPr lang="en-AU" sz="2000" dirty="0">
                          <a:solidFill>
                            <a:srgbClr val="0000FF"/>
                          </a:solidFill>
                          <a:latin typeface="Lucida Console" panose="020B0609040504020204" pitchFamily="49" charset="0"/>
                        </a:rPr>
                        <a:t>get-date</a:t>
                      </a:r>
                      <a:r>
                        <a:rPr lang="en-AU" sz="2000" dirty="0">
                          <a:solidFill>
                            <a:prstClr val="black"/>
                          </a:solidFill>
                          <a:latin typeface="Lucida Console" panose="020B0609040504020204" pitchFamily="49" charset="0"/>
                        </a:rPr>
                        <a:t>)})</a:t>
                      </a:r>
                      <a:r>
                        <a:rPr lang="en-AU" sz="2000" dirty="0">
                          <a:solidFill>
                            <a:srgbClr val="A9A9A9"/>
                          </a:solidFill>
                          <a:latin typeface="Lucida Console" panose="020B0609040504020204" pitchFamily="49" charset="0"/>
                        </a:rPr>
                        <a:t>][</a:t>
                      </a:r>
                      <a:r>
                        <a:rPr lang="en-AU" sz="2000" dirty="0" err="1">
                          <a:solidFill>
                            <a:srgbClr val="008080"/>
                          </a:solidFill>
                          <a:latin typeface="Lucida Console" panose="020B0609040504020204" pitchFamily="49" charset="0"/>
                        </a:rPr>
                        <a:t>DateTime</a:t>
                      </a:r>
                      <a:r>
                        <a:rPr lang="en-AU" sz="2000" dirty="0">
                          <a:solidFill>
                            <a:srgbClr val="A9A9A9"/>
                          </a:solidFill>
                          <a:latin typeface="Lucida Console" panose="020B0609040504020204" pitchFamily="49" charset="0"/>
                        </a:rPr>
                        <a:t>]</a:t>
                      </a:r>
                      <a:r>
                        <a:rPr lang="en-AU" sz="2000" dirty="0">
                          <a:solidFill>
                            <a:srgbClr val="FF4500"/>
                          </a:solidFill>
                          <a:latin typeface="Lucida Console" panose="020B0609040504020204" pitchFamily="49" charset="0"/>
                        </a:rPr>
                        <a:t>$</a:t>
                      </a:r>
                      <a:r>
                        <a:rPr lang="en-AU" sz="2000" dirty="0" err="1">
                          <a:solidFill>
                            <a:srgbClr val="FF4500"/>
                          </a:solidFill>
                          <a:latin typeface="Lucida Console" panose="020B0609040504020204" pitchFamily="49" charset="0"/>
                        </a:rPr>
                        <a:t>EventDate</a:t>
                      </a:r>
                      <a:r>
                        <a:rPr lang="en-AU" sz="2000" dirty="0">
                          <a:solidFill>
                            <a:prstClr val="black"/>
                          </a:solidFill>
                          <a:latin typeface="Lucida Console" panose="020B0609040504020204" pitchFamily="49" charset="0"/>
                        </a:rPr>
                        <a:t>)</a:t>
                      </a:r>
                    </a:p>
                  </a:txBody>
                  <a:tcPr marL="182880" marR="0" marT="108000" marB="10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40635272"/>
                  </a:ext>
                </a:extLst>
              </a:tr>
            </a:tbl>
          </a:graphicData>
        </a:graphic>
      </p:graphicFrame>
      <p:pic>
        <p:nvPicPr>
          <p:cNvPr id="2" name="Picture 1">
            <a:extLst>
              <a:ext uri="{FF2B5EF4-FFF2-40B4-BE49-F238E27FC236}">
                <a16:creationId xmlns:a16="http://schemas.microsoft.com/office/drawing/2014/main" id="{A95F637F-1D06-3037-2002-7D4AE09E3BE6}"/>
              </a:ext>
            </a:extLst>
          </p:cNvPr>
          <p:cNvPicPr>
            <a:picLocks noChangeAspect="1"/>
          </p:cNvPicPr>
          <p:nvPr/>
        </p:nvPicPr>
        <p:blipFill>
          <a:blip r:embed="rId4"/>
          <a:stretch>
            <a:fillRect/>
          </a:stretch>
        </p:blipFill>
        <p:spPr>
          <a:xfrm>
            <a:off x="10423143" y="320040"/>
            <a:ext cx="1113219" cy="1264722"/>
          </a:xfrm>
          <a:prstGeom prst="rect">
            <a:avLst/>
          </a:prstGeom>
        </p:spPr>
      </p:pic>
    </p:spTree>
    <p:custDataLst>
      <p:tags r:id="rId1"/>
    </p:custDataLst>
    <p:extLst>
      <p:ext uri="{BB962C8B-B14F-4D97-AF65-F5344CB8AC3E}">
        <p14:creationId xmlns:p14="http://schemas.microsoft.com/office/powerpoint/2010/main" val="1854552641"/>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64A22E-2B43-4FC6-AF08-0CDB3F9E9269}"/>
              </a:ext>
            </a:extLst>
          </p:cNvPr>
          <p:cNvSpPr>
            <a:spLocks noGrp="1"/>
          </p:cNvSpPr>
          <p:nvPr>
            <p:ph type="title"/>
          </p:nvPr>
        </p:nvSpPr>
        <p:spPr>
          <a:xfrm>
            <a:off x="655637" y="630237"/>
            <a:ext cx="4352926" cy="2493962"/>
          </a:xfrm>
        </p:spPr>
        <p:txBody>
          <a:bodyPr lIns="0" tIns="0" rIns="0" bIns="0" anchor="ctr"/>
          <a:lstStyle/>
          <a:p>
            <a:r>
              <a:rPr lang="en-US" dirty="0">
                <a:solidFill>
                  <a:srgbClr val="000000"/>
                </a:solidFill>
                <a:latin typeface="Segoe UI Semibold" panose="020B0702040204020203" pitchFamily="34" charset="0"/>
              </a:rPr>
              <a:t>Demonstration</a:t>
            </a:r>
          </a:p>
        </p:txBody>
      </p:sp>
      <p:sp>
        <p:nvSpPr>
          <p:cNvPr id="6" name="Text Placeholder 5">
            <a:extLst>
              <a:ext uri="{FF2B5EF4-FFF2-40B4-BE49-F238E27FC236}">
                <a16:creationId xmlns:a16="http://schemas.microsoft.com/office/drawing/2014/main" id="{637E159C-9ACF-48AE-927A-D5FB13695C7F}"/>
              </a:ext>
            </a:extLst>
          </p:cNvPr>
          <p:cNvSpPr>
            <a:spLocks noGrp="1"/>
          </p:cNvSpPr>
          <p:nvPr>
            <p:ph type="body" sz="quarter" idx="10"/>
          </p:nvPr>
        </p:nvSpPr>
        <p:spPr>
          <a:xfrm>
            <a:off x="655320" y="3584448"/>
            <a:ext cx="4352925" cy="2643188"/>
          </a:xfrm>
        </p:spPr>
        <p:txBody>
          <a:bodyPr/>
          <a:lstStyle/>
          <a:p>
            <a:r>
              <a:rPr lang="en-US" dirty="0"/>
              <a:t>Parameter Validation</a:t>
            </a:r>
          </a:p>
        </p:txBody>
      </p:sp>
      <p:pic>
        <p:nvPicPr>
          <p:cNvPr id="5" name="EDU19_HigherEdComputerLab_007" descr="Higher Education. A male student and a female instructor in a university computer lab, discussing the Power BI assignment on the screen.">
            <a:extLst>
              <a:ext uri="{FF2B5EF4-FFF2-40B4-BE49-F238E27FC236}">
                <a16:creationId xmlns:a16="http://schemas.microsoft.com/office/drawing/2014/main" id="{852EC071-F595-4B48-BB49-F8B76C503ACF}"/>
              </a:ext>
            </a:extLst>
          </p:cNvPr>
          <p:cNvPicPr>
            <a:picLocks noGrp="1" noChangeAspect="1"/>
          </p:cNvPicPr>
          <p:nvPr>
            <p:ph type="pic" sz="quarter" idx="15"/>
            <p:custDataLst>
              <p:tags r:id="rId2"/>
            </p:custDataLst>
          </p:nvPr>
        </p:nvPicPr>
        <p:blipFill rotWithShape="1">
          <a:blip r:embed="rId5" cstate="screen">
            <a:extLst>
              <a:ext uri="{28A0092B-C50C-407E-A947-70E740481C1C}">
                <a14:useLocalDpi xmlns:a14="http://schemas.microsoft.com/office/drawing/2010/main"/>
              </a:ext>
            </a:extLst>
          </a:blip>
          <a:srcRect l="6006" r="6006"/>
          <a:stretch/>
        </p:blipFill>
        <p:spPr>
          <a:xfrm>
            <a:off x="5333682" y="0"/>
            <a:ext cx="6858000" cy="6861524"/>
          </a:xfrm>
          <a:prstGeom prst="rect">
            <a:avLst/>
          </a:prstGeom>
        </p:spPr>
      </p:pic>
    </p:spTree>
    <p:custDataLst>
      <p:tags r:id="rId1"/>
    </p:custDataLst>
    <p:extLst>
      <p:ext uri="{BB962C8B-B14F-4D97-AF65-F5344CB8AC3E}">
        <p14:creationId xmlns:p14="http://schemas.microsoft.com/office/powerpoint/2010/main" val="1812621327"/>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5BB0C-211A-4A6B-A4FE-D9C725309C49}"/>
              </a:ext>
            </a:extLst>
          </p:cNvPr>
          <p:cNvSpPr>
            <a:spLocks noGrp="1"/>
          </p:cNvSpPr>
          <p:nvPr>
            <p:ph type="title"/>
          </p:nvPr>
        </p:nvSpPr>
        <p:spPr/>
        <p:txBody>
          <a:bodyPr/>
          <a:lstStyle/>
          <a:p>
            <a:r>
              <a:rPr lang="en-US" dirty="0"/>
              <a:t>Questions?</a:t>
            </a:r>
          </a:p>
        </p:txBody>
      </p:sp>
      <p:pic>
        <p:nvPicPr>
          <p:cNvPr id="36" name="Multiple Question Marks" descr="Multiple Question Marks">
            <a:extLst>
              <a:ext uri="{FF2B5EF4-FFF2-40B4-BE49-F238E27FC236}">
                <a16:creationId xmlns:a16="http://schemas.microsoft.com/office/drawing/2014/main" id="{E609CE4D-9188-4CF4-804D-5F16F38688F4}"/>
              </a:ext>
            </a:extLst>
          </p:cNvPr>
          <p:cNvPicPr>
            <a:picLocks noGrp="1" noChangeAspect="1"/>
          </p:cNvPicPr>
          <p:nvPr>
            <p:ph type="pic" sz="quarter" idx="15"/>
            <p:custDataLst>
              <p:tags r:id="rId2"/>
            </p:custDataLst>
          </p:nvPr>
        </p:nvPicPr>
        <p:blipFill rotWithShape="1">
          <a:blip r:embed="rId5">
            <a:extLst>
              <a:ext uri="{28A0092B-C50C-407E-A947-70E740481C1C}">
                <a14:useLocalDpi xmlns:a14="http://schemas.microsoft.com/office/drawing/2010/main" val="0"/>
              </a:ext>
            </a:extLst>
          </a:blip>
          <a:srcRect t="386" b="386"/>
          <a:stretch/>
        </p:blipFill>
        <p:spPr>
          <a:xfrm>
            <a:off x="5333682" y="0"/>
            <a:ext cx="6858000" cy="6861524"/>
          </a:xfrm>
          <a:prstGeom prst="rect">
            <a:avLst/>
          </a:prstGeom>
        </p:spPr>
      </p:pic>
    </p:spTree>
    <p:custDataLst>
      <p:tags r:id="rId1"/>
    </p:custDataLst>
    <p:extLst>
      <p:ext uri="{BB962C8B-B14F-4D97-AF65-F5344CB8AC3E}">
        <p14:creationId xmlns:p14="http://schemas.microsoft.com/office/powerpoint/2010/main" val="384562001"/>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Default Risk Mitigation Behavior</a:t>
            </a:r>
            <a:endParaRPr lang="en-US" dirty="0"/>
          </a:p>
        </p:txBody>
      </p:sp>
      <p:sp>
        <p:nvSpPr>
          <p:cNvPr id="3" name="Content Placeholder 2"/>
          <p:cNvSpPr>
            <a:spLocks noGrp="1"/>
          </p:cNvSpPr>
          <p:nvPr>
            <p:ph sz="quarter" idx="13"/>
          </p:nvPr>
        </p:nvSpPr>
        <p:spPr/>
        <p:txBody>
          <a:bodyPr>
            <a:normAutofit/>
          </a:bodyPr>
          <a:lstStyle/>
          <a:p>
            <a:pPr marL="0" indent="0">
              <a:buNone/>
            </a:pPr>
            <a:r>
              <a:rPr lang="en-US" sz="2400" dirty="0"/>
              <a:t>PowerShell uses combination of three mitigation mechanisms to determine whether confirmation prompts appear:</a:t>
            </a:r>
          </a:p>
          <a:p>
            <a:pPr marL="457200" indent="-457200">
              <a:buFont typeface="Arial" panose="020B0604020202020204" pitchFamily="34" charset="0"/>
              <a:buChar char="•"/>
            </a:pPr>
            <a:endParaRPr lang="en-US" sz="2400" dirty="0"/>
          </a:p>
          <a:p>
            <a:r>
              <a:rPr lang="en-US" sz="2400" dirty="0"/>
              <a:t>$</a:t>
            </a:r>
            <a:r>
              <a:rPr lang="en-US" sz="2400" dirty="0" err="1"/>
              <a:t>ConfirmPreference</a:t>
            </a:r>
            <a:endParaRPr lang="en-US" sz="2400" dirty="0"/>
          </a:p>
          <a:p>
            <a:pPr marL="966788" lvl="1" indent="-342900"/>
            <a:r>
              <a:rPr lang="en-AU" sz="2000" dirty="0"/>
              <a:t>Automatic variable controls confirmation prompts</a:t>
            </a:r>
          </a:p>
          <a:p>
            <a:pPr marL="966788" lvl="1" indent="-342900"/>
            <a:r>
              <a:rPr lang="en-AU" sz="2000" dirty="0"/>
              <a:t>Defaults to "High"</a:t>
            </a:r>
          </a:p>
          <a:p>
            <a:pPr marL="966788" lvl="1" indent="-342900"/>
            <a:endParaRPr lang="en-US" sz="2000" dirty="0"/>
          </a:p>
          <a:p>
            <a:r>
              <a:rPr lang="en-US" sz="2400" dirty="0"/>
              <a:t>-Confirm parameter can also override confirmation prompts</a:t>
            </a:r>
          </a:p>
          <a:p>
            <a:pPr lvl="1"/>
            <a:r>
              <a:rPr lang="en-US" dirty="0"/>
              <a:t>-Confirm:$false can be used to ignore all confirm prompts</a:t>
            </a:r>
          </a:p>
          <a:p>
            <a:pPr marL="457200" indent="-457200">
              <a:buFont typeface="Arial" panose="020B0604020202020204" pitchFamily="34" charset="0"/>
              <a:buChar char="•"/>
            </a:pPr>
            <a:endParaRPr lang="en-US" sz="2400" dirty="0"/>
          </a:p>
          <a:p>
            <a:r>
              <a:rPr lang="en-US" sz="2400" i="1" dirty="0" err="1"/>
              <a:t>ConfirmImpact</a:t>
            </a:r>
            <a:r>
              <a:rPr lang="en-US" sz="2400" dirty="0"/>
              <a:t> keyword defines the impact level of the function</a:t>
            </a:r>
          </a:p>
        </p:txBody>
      </p:sp>
    </p:spTree>
    <p:custDataLst>
      <p:tags r:id="rId1"/>
    </p:custDataLst>
    <p:extLst>
      <p:ext uri="{BB962C8B-B14F-4D97-AF65-F5344CB8AC3E}">
        <p14:creationId xmlns:p14="http://schemas.microsoft.com/office/powerpoint/2010/main" val="1614834569"/>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a:t>
            </a:r>
            <a:r>
              <a:rPr lang="en-US" dirty="0" err="1"/>
              <a:t>CmdletBinding</a:t>
            </a:r>
            <a:r>
              <a:rPr lang="en-US" dirty="0"/>
              <a:t>()] Attribute - Risk Mitigation</a:t>
            </a:r>
          </a:p>
        </p:txBody>
      </p:sp>
      <p:sp>
        <p:nvSpPr>
          <p:cNvPr id="11" name="Text Placeholder 5">
            <a:extLst>
              <a:ext uri="{FF2B5EF4-FFF2-40B4-BE49-F238E27FC236}">
                <a16:creationId xmlns:a16="http://schemas.microsoft.com/office/drawing/2014/main" id="{F33DCC97-ACAE-47FD-ACF1-13AA17375BAF}"/>
              </a:ext>
            </a:extLst>
          </p:cNvPr>
          <p:cNvSpPr>
            <a:spLocks noGrp="1"/>
          </p:cNvSpPr>
          <p:nvPr>
            <p:ph sz="quarter" idx="13"/>
          </p:nvPr>
        </p:nvSpPr>
        <p:spPr>
          <a:noFill/>
        </p:spPr>
        <p:txBody>
          <a:bodyPr/>
          <a:lstStyle/>
          <a:p>
            <a:pPr marL="0" indent="0" fontAlgn="ctr">
              <a:spcBef>
                <a:spcPts val="0"/>
              </a:spcBef>
              <a:buNone/>
            </a:pPr>
            <a:r>
              <a:rPr lang="en-US" sz="2000" dirty="0">
                <a:solidFill>
                  <a:srgbClr val="00008B"/>
                </a:solidFill>
                <a:latin typeface="Lucida Console" panose="020B0609040504020204" pitchFamily="49" charset="0"/>
              </a:rPr>
              <a:t>function</a:t>
            </a:r>
            <a:r>
              <a:rPr lang="en-US" sz="2000" dirty="0">
                <a:solidFill>
                  <a:srgbClr val="000000"/>
                </a:solidFill>
                <a:latin typeface="Lucida Console" panose="020B0609040504020204" pitchFamily="49" charset="0"/>
              </a:rPr>
              <a:t> </a:t>
            </a:r>
            <a:r>
              <a:rPr lang="en-US" sz="2000" dirty="0">
                <a:solidFill>
                  <a:srgbClr val="FFFFFF"/>
                </a:solidFill>
                <a:latin typeface="Lucida Console" panose="020B0609040504020204" pitchFamily="49" charset="0"/>
              </a:rPr>
              <a:t> </a:t>
            </a:r>
            <a:r>
              <a:rPr lang="en-US" sz="2000" dirty="0">
                <a:solidFill>
                  <a:srgbClr val="A9A9A9"/>
                </a:solidFill>
                <a:latin typeface="Lucida Console" panose="020B0609040504020204" pitchFamily="49" charset="0"/>
              </a:rPr>
              <a:t>&lt;</a:t>
            </a:r>
            <a:r>
              <a:rPr lang="en-US" sz="2000" dirty="0">
                <a:solidFill>
                  <a:srgbClr val="8A2BE2"/>
                </a:solidFill>
                <a:latin typeface="Lucida Console" panose="020B0609040504020204" pitchFamily="49" charset="0"/>
              </a:rPr>
              <a:t>Name</a:t>
            </a:r>
            <a:r>
              <a:rPr lang="en-US" sz="2000" dirty="0">
                <a:solidFill>
                  <a:srgbClr val="A9A9A9"/>
                </a:solidFill>
                <a:latin typeface="Lucida Console" panose="020B0609040504020204" pitchFamily="49" charset="0"/>
              </a:rPr>
              <a:t>&gt; </a:t>
            </a:r>
            <a:endParaRPr lang="en-US" sz="2000" dirty="0">
              <a:latin typeface="Lucida Console" panose="020B0609040504020204" pitchFamily="49" charset="0"/>
            </a:endParaRPr>
          </a:p>
          <a:p>
            <a:pPr marL="0" indent="0" fontAlgn="ctr">
              <a:spcBef>
                <a:spcPts val="0"/>
              </a:spcBef>
              <a:buNone/>
            </a:pPr>
            <a:r>
              <a:rPr lang="en-US" sz="2000" dirty="0">
                <a:solidFill>
                  <a:srgbClr val="000000"/>
                </a:solidFill>
                <a:latin typeface="Lucida Console" panose="020B0609040504020204" pitchFamily="49" charset="0"/>
              </a:rPr>
              <a:t>{</a:t>
            </a:r>
            <a:endParaRPr lang="en-US" sz="2000" dirty="0">
              <a:latin typeface="Lucida Console" panose="020B0609040504020204" pitchFamily="49" charset="0"/>
            </a:endParaRPr>
          </a:p>
          <a:p>
            <a:pPr marL="0" indent="0" fontAlgn="ctr">
              <a:spcBef>
                <a:spcPts val="0"/>
              </a:spcBef>
              <a:buNone/>
            </a:pPr>
            <a:r>
              <a:rPr lang="en-US" sz="2000" dirty="0">
                <a:solidFill>
                  <a:srgbClr val="A9A9A9"/>
                </a:solidFill>
                <a:latin typeface="Lucida Console" panose="020B0609040504020204" pitchFamily="49" charset="0"/>
              </a:rPr>
              <a:t>   [</a:t>
            </a:r>
            <a:r>
              <a:rPr lang="en-US" sz="2000" dirty="0" err="1">
                <a:solidFill>
                  <a:schemeClr val="accent1"/>
                </a:solidFill>
                <a:latin typeface="Lucida Console" panose="020B0609040504020204" pitchFamily="49" charset="0"/>
              </a:rPr>
              <a:t>CmdletBinding</a:t>
            </a:r>
            <a:r>
              <a:rPr lang="en-US" sz="2000" dirty="0">
                <a:solidFill>
                  <a:srgbClr val="000000"/>
                </a:solidFill>
                <a:latin typeface="Lucida Console" panose="020B0609040504020204" pitchFamily="49" charset="0"/>
              </a:rPr>
              <a:t>(</a:t>
            </a:r>
            <a:endParaRPr lang="en-US" sz="2000" dirty="0">
              <a:latin typeface="Lucida Console" panose="020B0609040504020204" pitchFamily="49" charset="0"/>
            </a:endParaRPr>
          </a:p>
          <a:p>
            <a:pPr marL="0" indent="0">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SupportsShouldProcess</a:t>
            </a:r>
            <a:r>
              <a:rPr lang="en-US" sz="2000" dirty="0">
                <a:solidFill>
                  <a:srgbClr val="A9A9A9"/>
                </a:solidFill>
                <a:latin typeface="Lucida Console" panose="020B0609040504020204" pitchFamily="49" charset="0"/>
              </a:rPr>
              <a:t>=</a:t>
            </a:r>
            <a:r>
              <a:rPr lang="en-US" sz="2000" dirty="0">
                <a:solidFill>
                  <a:srgbClr val="FF4500"/>
                </a:solidFill>
                <a:latin typeface="Lucida Console" panose="020B0609040504020204" pitchFamily="49" charset="0"/>
              </a:rPr>
              <a:t>&lt;Boolean&gt;</a:t>
            </a:r>
            <a:r>
              <a:rPr lang="en-US" sz="2000" dirty="0">
                <a:solidFill>
                  <a:srgbClr val="A9A9A9"/>
                </a:solidFill>
                <a:latin typeface="Lucida Console" panose="020B0609040504020204" pitchFamily="49" charset="0"/>
              </a:rPr>
              <a:t>,</a:t>
            </a:r>
            <a:endParaRPr lang="en-US" sz="2000" dirty="0">
              <a:latin typeface="Lucida Console" panose="020B0609040504020204" pitchFamily="49" charset="0"/>
            </a:endParaRPr>
          </a:p>
          <a:p>
            <a:pPr marL="0" indent="0">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ConfirmImpact</a:t>
            </a:r>
            <a:r>
              <a:rPr lang="en-US" sz="2000" dirty="0">
                <a:solidFill>
                  <a:srgbClr val="A9A9A9"/>
                </a:solidFill>
                <a:latin typeface="Lucida Console" panose="020B0609040504020204" pitchFamily="49" charset="0"/>
              </a:rPr>
              <a:t>=</a:t>
            </a:r>
            <a:r>
              <a:rPr lang="en-US" sz="2000" dirty="0">
                <a:solidFill>
                  <a:srgbClr val="8B0000"/>
                </a:solidFill>
                <a:latin typeface="Lucida Console" panose="020B0609040504020204" pitchFamily="49" charset="0"/>
              </a:rPr>
              <a:t>&lt;String&gt;</a:t>
            </a:r>
            <a:r>
              <a:rPr lang="en-US" sz="2000" dirty="0">
                <a:solidFill>
                  <a:srgbClr val="A9A9A9"/>
                </a:solidFill>
                <a:latin typeface="Lucida Console" panose="020B0609040504020204" pitchFamily="49" charset="0"/>
              </a:rPr>
              <a:t>,</a:t>
            </a:r>
            <a:endParaRPr lang="en-US" sz="2000" dirty="0">
              <a:latin typeface="Lucida Console" panose="020B0609040504020204" pitchFamily="49" charset="0"/>
            </a:endParaRPr>
          </a:p>
          <a:p>
            <a:pPr marL="0" indent="0" fontAlgn="ctr">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DefaultParameterSetName</a:t>
            </a:r>
            <a:r>
              <a:rPr lang="en-US" sz="2000" dirty="0">
                <a:solidFill>
                  <a:srgbClr val="A9A9A9"/>
                </a:solidFill>
                <a:latin typeface="Lucida Console" panose="020B0609040504020204" pitchFamily="49" charset="0"/>
              </a:rPr>
              <a:t>=</a:t>
            </a:r>
            <a:r>
              <a:rPr lang="en-US" sz="2000" dirty="0">
                <a:solidFill>
                  <a:srgbClr val="8B0000"/>
                </a:solidFill>
                <a:latin typeface="Lucida Console" panose="020B0609040504020204" pitchFamily="49" charset="0"/>
              </a:rPr>
              <a:t>&lt;String&gt;</a:t>
            </a:r>
            <a:r>
              <a:rPr lang="en-US" sz="2000" dirty="0">
                <a:solidFill>
                  <a:srgbClr val="A9A9A9"/>
                </a:solidFill>
                <a:latin typeface="Lucida Console" panose="020B0609040504020204" pitchFamily="49" charset="0"/>
              </a:rPr>
              <a:t>,</a:t>
            </a:r>
            <a:endParaRPr lang="en-US" sz="2000" dirty="0">
              <a:latin typeface="Lucida Console" panose="020B0609040504020204" pitchFamily="49" charset="0"/>
            </a:endParaRPr>
          </a:p>
          <a:p>
            <a:pPr marL="0" indent="0" fontAlgn="ctr">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HelpURI</a:t>
            </a:r>
            <a:r>
              <a:rPr lang="en-US" sz="2000" dirty="0">
                <a:solidFill>
                  <a:srgbClr val="A9A9A9"/>
                </a:solidFill>
                <a:latin typeface="Lucida Console" panose="020B0609040504020204" pitchFamily="49" charset="0"/>
              </a:rPr>
              <a:t>=</a:t>
            </a:r>
            <a:r>
              <a:rPr lang="en-US" sz="2000" dirty="0">
                <a:solidFill>
                  <a:srgbClr val="8B0000"/>
                </a:solidFill>
                <a:latin typeface="Lucida Console" panose="020B0609040504020204" pitchFamily="49" charset="0"/>
              </a:rPr>
              <a:t>&lt;URI&gt;</a:t>
            </a:r>
            <a:r>
              <a:rPr lang="en-US" sz="2000" dirty="0">
                <a:solidFill>
                  <a:srgbClr val="A9A9A9"/>
                </a:solidFill>
                <a:latin typeface="Lucida Console" panose="020B0609040504020204" pitchFamily="49" charset="0"/>
              </a:rPr>
              <a:t>,</a:t>
            </a:r>
            <a:endParaRPr lang="en-US" sz="2000" dirty="0">
              <a:latin typeface="Lucida Console" panose="020B0609040504020204" pitchFamily="49" charset="0"/>
            </a:endParaRPr>
          </a:p>
          <a:p>
            <a:pPr marL="0" indent="0" fontAlgn="ctr">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SupportsPaging</a:t>
            </a:r>
            <a:r>
              <a:rPr lang="en-US" sz="2000" dirty="0">
                <a:solidFill>
                  <a:srgbClr val="A9A9A9"/>
                </a:solidFill>
                <a:latin typeface="Lucida Console" panose="020B0609040504020204" pitchFamily="49" charset="0"/>
              </a:rPr>
              <a:t>=</a:t>
            </a:r>
            <a:r>
              <a:rPr lang="en-US" sz="2000" dirty="0">
                <a:solidFill>
                  <a:srgbClr val="FF4500"/>
                </a:solidFill>
                <a:latin typeface="Lucida Console" panose="020B0609040504020204" pitchFamily="49" charset="0"/>
              </a:rPr>
              <a:t>&lt;Boolean&gt;</a:t>
            </a:r>
            <a:r>
              <a:rPr lang="en-US" sz="2000" dirty="0">
                <a:solidFill>
                  <a:srgbClr val="A9A9A9"/>
                </a:solidFill>
                <a:latin typeface="Lucida Console" panose="020B0609040504020204" pitchFamily="49" charset="0"/>
              </a:rPr>
              <a:t>,</a:t>
            </a:r>
            <a:endParaRPr lang="en-US" sz="2000" dirty="0">
              <a:latin typeface="Lucida Console" panose="020B0609040504020204" pitchFamily="49" charset="0"/>
            </a:endParaRPr>
          </a:p>
          <a:p>
            <a:pPr marL="0" indent="0" fontAlgn="ctr">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PositionalBinding</a:t>
            </a:r>
            <a:r>
              <a:rPr lang="en-US" sz="2000" dirty="0">
                <a:solidFill>
                  <a:srgbClr val="A9A9A9"/>
                </a:solidFill>
                <a:latin typeface="Lucida Console" panose="020B0609040504020204" pitchFamily="49" charset="0"/>
              </a:rPr>
              <a:t>=</a:t>
            </a:r>
            <a:r>
              <a:rPr lang="en-US" sz="2000" dirty="0">
                <a:solidFill>
                  <a:srgbClr val="FF4500"/>
                </a:solidFill>
                <a:latin typeface="Lucida Console" panose="020B0609040504020204" pitchFamily="49" charset="0"/>
              </a:rPr>
              <a:t>&lt;Boolean&gt;</a:t>
            </a:r>
            <a:r>
              <a:rPr lang="en-US" sz="2000" dirty="0">
                <a:solidFill>
                  <a:srgbClr val="000000"/>
                </a:solidFill>
                <a:latin typeface="Lucida Console" panose="020B0609040504020204" pitchFamily="49" charset="0"/>
              </a:rPr>
              <a:t>)</a:t>
            </a:r>
            <a:r>
              <a:rPr lang="en-US" sz="2000" dirty="0">
                <a:solidFill>
                  <a:srgbClr val="A9A9A9"/>
                </a:solidFill>
                <a:latin typeface="Lucida Console" panose="020B0609040504020204" pitchFamily="49" charset="0"/>
              </a:rPr>
              <a:t>]</a:t>
            </a:r>
            <a:endParaRPr lang="en-US" sz="2000" dirty="0">
              <a:latin typeface="Lucida Console" panose="020B0609040504020204" pitchFamily="49" charset="0"/>
            </a:endParaRPr>
          </a:p>
          <a:p>
            <a:pPr marL="0" indent="0" fontAlgn="ctr">
              <a:spcBef>
                <a:spcPts val="0"/>
              </a:spcBef>
              <a:buNone/>
            </a:pPr>
            <a:r>
              <a:rPr lang="en-US" sz="2000" dirty="0">
                <a:solidFill>
                  <a:srgbClr val="00008B"/>
                </a:solidFill>
                <a:latin typeface="Lucida Console" panose="020B0609040504020204" pitchFamily="49" charset="0"/>
              </a:rPr>
              <a:t>   Param</a:t>
            </a:r>
            <a:r>
              <a:rPr lang="en-US" sz="2000" dirty="0">
                <a:solidFill>
                  <a:srgbClr val="000000"/>
                </a:solidFill>
                <a:latin typeface="Lucida Console" panose="020B0609040504020204" pitchFamily="49" charset="0"/>
              </a:rPr>
              <a:t> ()</a:t>
            </a:r>
            <a:endParaRPr lang="en-US" sz="2000" dirty="0">
              <a:latin typeface="Lucida Console" panose="020B0609040504020204" pitchFamily="49" charset="0"/>
            </a:endParaRPr>
          </a:p>
          <a:p>
            <a:pPr marL="0" indent="0" fontAlgn="ctr">
              <a:spcBef>
                <a:spcPts val="0"/>
              </a:spcBef>
              <a:buNone/>
            </a:pPr>
            <a:r>
              <a:rPr lang="en-US" sz="2000" dirty="0">
                <a:solidFill>
                  <a:srgbClr val="000000"/>
                </a:solidFill>
                <a:latin typeface="Lucida Console" panose="020B0609040504020204" pitchFamily="49" charset="0"/>
              </a:rPr>
              <a:t>}</a:t>
            </a:r>
            <a:endParaRPr lang="en-US" sz="2000" dirty="0">
              <a:latin typeface="Lucida Console" panose="020B0609040504020204" pitchFamily="49" charset="0"/>
            </a:endParaRPr>
          </a:p>
          <a:p>
            <a:endParaRPr lang="en-US" dirty="0"/>
          </a:p>
        </p:txBody>
      </p:sp>
      <p:sp>
        <p:nvSpPr>
          <p:cNvPr id="6" name="Rectangular Callout 5"/>
          <p:cNvSpPr/>
          <p:nvPr/>
        </p:nvSpPr>
        <p:spPr>
          <a:xfrm>
            <a:off x="7696200" y="2065766"/>
            <a:ext cx="4099367" cy="1780748"/>
          </a:xfrm>
          <a:prstGeom prst="wedgeRectCallout">
            <a:avLst>
              <a:gd name="adj1" fmla="val -79779"/>
              <a:gd name="adj2" fmla="val -27691"/>
            </a:avLst>
          </a:prstGeom>
          <a:solidFill>
            <a:srgbClr val="737373"/>
          </a:solidFill>
          <a:ln>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rPr>
              <a:t>Activates support for Risk Mitigation when set to $True</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rPr>
              <a:t>–</a:t>
            </a:r>
            <a:r>
              <a:rPr kumimoji="0" lang="en-US" sz="2000" b="0" i="0" u="none" strike="noStrike" kern="1200" cap="none" spc="0" normalizeH="0" baseline="0" noProof="0" dirty="0" err="1">
                <a:ln>
                  <a:noFill/>
                </a:ln>
                <a:solidFill>
                  <a:prstClr val="white"/>
                </a:solidFill>
                <a:effectLst/>
                <a:uLnTx/>
                <a:uFillTx/>
                <a:latin typeface="Segoe UI Light" panose="020B0502040204020203" pitchFamily="34" charset="0"/>
                <a:ea typeface="+mn-ea"/>
                <a:cs typeface="Segoe UI Light" panose="020B0502040204020203" pitchFamily="34" charset="0"/>
              </a:rPr>
              <a:t>Whatif</a:t>
            </a:r>
            <a:r>
              <a:rPr kumimoji="0" lang="en-US" sz="2000" b="0"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rPr>
              <a:t> and –Confirm common parameter now present</a:t>
            </a:r>
          </a:p>
        </p:txBody>
      </p:sp>
    </p:spTree>
    <p:custDataLst>
      <p:tags r:id="rId1"/>
    </p:custDataLst>
    <p:extLst>
      <p:ext uri="{BB962C8B-B14F-4D97-AF65-F5344CB8AC3E}">
        <p14:creationId xmlns:p14="http://schemas.microsoft.com/office/powerpoint/2010/main" val="133185550"/>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a:t>
            </a:r>
            <a:r>
              <a:rPr lang="en-US" dirty="0" err="1"/>
              <a:t>CmdletBinding</a:t>
            </a:r>
            <a:r>
              <a:rPr lang="en-US" dirty="0"/>
              <a:t>()] Attribute - Risk Mitigation cont.</a:t>
            </a:r>
          </a:p>
        </p:txBody>
      </p:sp>
      <p:sp>
        <p:nvSpPr>
          <p:cNvPr id="11" name="Text Placeholder 5">
            <a:extLst>
              <a:ext uri="{FF2B5EF4-FFF2-40B4-BE49-F238E27FC236}">
                <a16:creationId xmlns:a16="http://schemas.microsoft.com/office/drawing/2014/main" id="{F33DCC97-ACAE-47FD-ACF1-13AA17375BAF}"/>
              </a:ext>
            </a:extLst>
          </p:cNvPr>
          <p:cNvSpPr>
            <a:spLocks noGrp="1"/>
          </p:cNvSpPr>
          <p:nvPr>
            <p:ph sz="quarter" idx="13"/>
          </p:nvPr>
        </p:nvSpPr>
        <p:spPr>
          <a:noFill/>
        </p:spPr>
        <p:txBody>
          <a:bodyPr/>
          <a:lstStyle/>
          <a:p>
            <a:pPr marL="0" indent="0" fontAlgn="ctr">
              <a:spcBef>
                <a:spcPts val="0"/>
              </a:spcBef>
              <a:buNone/>
            </a:pPr>
            <a:r>
              <a:rPr lang="en-US" sz="2000" dirty="0">
                <a:solidFill>
                  <a:srgbClr val="00008B"/>
                </a:solidFill>
                <a:latin typeface="Lucida Console" panose="020B0609040504020204" pitchFamily="49" charset="0"/>
              </a:rPr>
              <a:t>function</a:t>
            </a:r>
            <a:r>
              <a:rPr lang="en-US" sz="2000" dirty="0">
                <a:solidFill>
                  <a:srgbClr val="000000"/>
                </a:solidFill>
                <a:latin typeface="Lucida Console" panose="020B0609040504020204" pitchFamily="49" charset="0"/>
              </a:rPr>
              <a:t> </a:t>
            </a:r>
            <a:r>
              <a:rPr lang="en-US" sz="2000" dirty="0">
                <a:solidFill>
                  <a:srgbClr val="FFFFFF"/>
                </a:solidFill>
                <a:latin typeface="Segoe UI" panose="020B0502040204020203" pitchFamily="34" charset="0"/>
              </a:rPr>
              <a:t> </a:t>
            </a:r>
            <a:r>
              <a:rPr lang="en-US" sz="2000" dirty="0">
                <a:solidFill>
                  <a:srgbClr val="A9A9A9"/>
                </a:solidFill>
                <a:latin typeface="Lucida Console" panose="020B0609040504020204" pitchFamily="49" charset="0"/>
              </a:rPr>
              <a:t>&lt;</a:t>
            </a:r>
            <a:r>
              <a:rPr lang="en-US" sz="2000" dirty="0">
                <a:solidFill>
                  <a:srgbClr val="8A2BE2"/>
                </a:solidFill>
                <a:latin typeface="Lucida Console" panose="020B0609040504020204" pitchFamily="49" charset="0"/>
              </a:rPr>
              <a:t>Name</a:t>
            </a:r>
            <a:r>
              <a:rPr lang="en-US" sz="2000" dirty="0">
                <a:solidFill>
                  <a:srgbClr val="A9A9A9"/>
                </a:solidFill>
                <a:latin typeface="Lucida Console" panose="020B0609040504020204" pitchFamily="49" charset="0"/>
              </a:rPr>
              <a:t>&gt; </a:t>
            </a:r>
            <a:endParaRPr lang="en-US" sz="2000" dirty="0">
              <a:latin typeface="Segoe UI" panose="020B0502040204020203" pitchFamily="34" charset="0"/>
            </a:endParaRPr>
          </a:p>
          <a:p>
            <a:pPr marL="0" indent="0" fontAlgn="ctr">
              <a:spcBef>
                <a:spcPts val="0"/>
              </a:spcBef>
              <a:buNone/>
            </a:pPr>
            <a:r>
              <a:rPr lang="en-US" sz="2000" dirty="0">
                <a:solidFill>
                  <a:srgbClr val="000000"/>
                </a:solidFill>
                <a:latin typeface="Lucida Console" panose="020B0609040504020204" pitchFamily="49" charset="0"/>
              </a:rPr>
              <a:t>{</a:t>
            </a:r>
            <a:endParaRPr lang="en-US" sz="2000" dirty="0">
              <a:latin typeface="Segoe UI" panose="020B0502040204020203" pitchFamily="34" charset="0"/>
            </a:endParaRPr>
          </a:p>
          <a:p>
            <a:pPr marL="0" indent="0" fontAlgn="ctr">
              <a:spcBef>
                <a:spcPts val="0"/>
              </a:spcBef>
              <a:buNone/>
            </a:pPr>
            <a:r>
              <a:rPr lang="en-US" sz="2000" dirty="0">
                <a:solidFill>
                  <a:srgbClr val="A9A9A9"/>
                </a:solidFill>
                <a:latin typeface="Lucida Console" panose="020B0609040504020204" pitchFamily="49" charset="0"/>
              </a:rPr>
              <a:t>   [</a:t>
            </a:r>
            <a:r>
              <a:rPr lang="en-US" sz="2000" dirty="0" err="1">
                <a:solidFill>
                  <a:schemeClr val="accent1"/>
                </a:solidFill>
                <a:latin typeface="Lucida Console" panose="020B0609040504020204" pitchFamily="49" charset="0"/>
              </a:rPr>
              <a:t>CmdletBinding</a:t>
            </a:r>
            <a:r>
              <a:rPr lang="en-US" sz="2000" dirty="0">
                <a:solidFill>
                  <a:srgbClr val="000000"/>
                </a:solidFill>
                <a:latin typeface="Lucida Console" panose="020B0609040504020204" pitchFamily="49" charset="0"/>
              </a:rPr>
              <a:t>(</a:t>
            </a:r>
            <a:endParaRPr lang="en-US" sz="2000" dirty="0">
              <a:latin typeface="Segoe UI" panose="020B0502040204020203" pitchFamily="34" charset="0"/>
            </a:endParaRPr>
          </a:p>
          <a:p>
            <a:pPr marL="0" indent="0">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SupportsShouldProcess</a:t>
            </a:r>
            <a:r>
              <a:rPr lang="en-US" sz="2000" dirty="0">
                <a:solidFill>
                  <a:srgbClr val="A9A9A9"/>
                </a:solidFill>
                <a:latin typeface="Lucida Console" panose="020B0609040504020204" pitchFamily="49" charset="0"/>
              </a:rPr>
              <a:t>=</a:t>
            </a:r>
            <a:r>
              <a:rPr lang="en-US" sz="2000" dirty="0">
                <a:solidFill>
                  <a:srgbClr val="FF4500"/>
                </a:solidFill>
                <a:latin typeface="Lucida Console" panose="020B0609040504020204" pitchFamily="49" charset="0"/>
              </a:rPr>
              <a:t>&lt;Boolean&gt;</a:t>
            </a:r>
            <a:r>
              <a:rPr lang="en-US" sz="2000" dirty="0">
                <a:solidFill>
                  <a:srgbClr val="A9A9A9"/>
                </a:solidFill>
                <a:latin typeface="Lucida Console" panose="020B0609040504020204" pitchFamily="49" charset="0"/>
              </a:rPr>
              <a:t>,</a:t>
            </a:r>
            <a:endParaRPr lang="en-US" sz="2000" dirty="0">
              <a:latin typeface="Segoe UI" panose="020B0502040204020203" pitchFamily="34" charset="0"/>
            </a:endParaRPr>
          </a:p>
          <a:p>
            <a:pPr marL="0" indent="0">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ConfirmImpact</a:t>
            </a:r>
            <a:r>
              <a:rPr lang="en-US" sz="2000" dirty="0">
                <a:solidFill>
                  <a:srgbClr val="A9A9A9"/>
                </a:solidFill>
                <a:latin typeface="Lucida Console" panose="020B0609040504020204" pitchFamily="49" charset="0"/>
              </a:rPr>
              <a:t>=</a:t>
            </a:r>
            <a:r>
              <a:rPr lang="en-US" sz="2000" dirty="0">
                <a:solidFill>
                  <a:srgbClr val="8B0000"/>
                </a:solidFill>
                <a:latin typeface="Lucida Console" panose="020B0609040504020204" pitchFamily="49" charset="0"/>
              </a:rPr>
              <a:t>&lt;String&gt;</a:t>
            </a:r>
            <a:r>
              <a:rPr lang="en-US" sz="2000" dirty="0">
                <a:solidFill>
                  <a:srgbClr val="A9A9A9"/>
                </a:solidFill>
                <a:latin typeface="Lucida Console" panose="020B0609040504020204" pitchFamily="49" charset="0"/>
              </a:rPr>
              <a:t>,</a:t>
            </a:r>
            <a:endParaRPr lang="en-US" sz="2000" dirty="0">
              <a:latin typeface="Segoe UI" panose="020B0502040204020203" pitchFamily="34" charset="0"/>
            </a:endParaRPr>
          </a:p>
          <a:p>
            <a:pPr marL="0" indent="0" fontAlgn="ctr">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DefaultParameterSetName</a:t>
            </a:r>
            <a:r>
              <a:rPr lang="en-US" sz="2000" dirty="0">
                <a:solidFill>
                  <a:srgbClr val="A9A9A9"/>
                </a:solidFill>
                <a:latin typeface="Lucida Console" panose="020B0609040504020204" pitchFamily="49" charset="0"/>
              </a:rPr>
              <a:t>=</a:t>
            </a:r>
            <a:r>
              <a:rPr lang="en-US" sz="2000" dirty="0">
                <a:solidFill>
                  <a:srgbClr val="8B0000"/>
                </a:solidFill>
                <a:latin typeface="Lucida Console" panose="020B0609040504020204" pitchFamily="49" charset="0"/>
              </a:rPr>
              <a:t>&lt;String&gt;</a:t>
            </a:r>
            <a:r>
              <a:rPr lang="en-US" sz="2000" dirty="0">
                <a:solidFill>
                  <a:srgbClr val="A9A9A9"/>
                </a:solidFill>
                <a:latin typeface="Lucida Console" panose="020B0609040504020204" pitchFamily="49" charset="0"/>
              </a:rPr>
              <a:t>,</a:t>
            </a:r>
            <a:endParaRPr lang="en-US" sz="2000" dirty="0">
              <a:latin typeface="Segoe UI" panose="020B0502040204020203" pitchFamily="34" charset="0"/>
            </a:endParaRPr>
          </a:p>
          <a:p>
            <a:pPr marL="0" indent="0" fontAlgn="ctr">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HelpURI</a:t>
            </a:r>
            <a:r>
              <a:rPr lang="en-US" sz="2000" dirty="0">
                <a:solidFill>
                  <a:srgbClr val="A9A9A9"/>
                </a:solidFill>
                <a:latin typeface="Lucida Console" panose="020B0609040504020204" pitchFamily="49" charset="0"/>
              </a:rPr>
              <a:t>=</a:t>
            </a:r>
            <a:r>
              <a:rPr lang="en-US" sz="2000" dirty="0">
                <a:solidFill>
                  <a:srgbClr val="8B0000"/>
                </a:solidFill>
                <a:latin typeface="Lucida Console" panose="020B0609040504020204" pitchFamily="49" charset="0"/>
              </a:rPr>
              <a:t>&lt;URI&gt;</a:t>
            </a:r>
            <a:r>
              <a:rPr lang="en-US" sz="2000" dirty="0">
                <a:solidFill>
                  <a:srgbClr val="A9A9A9"/>
                </a:solidFill>
                <a:latin typeface="Lucida Console" panose="020B0609040504020204" pitchFamily="49" charset="0"/>
              </a:rPr>
              <a:t>,</a:t>
            </a:r>
            <a:endParaRPr lang="en-US" sz="2000" dirty="0">
              <a:latin typeface="Segoe UI" panose="020B0502040204020203" pitchFamily="34" charset="0"/>
            </a:endParaRPr>
          </a:p>
          <a:p>
            <a:pPr marL="0" indent="0" fontAlgn="ctr">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SupportsPaging</a:t>
            </a:r>
            <a:r>
              <a:rPr lang="en-US" sz="2000" dirty="0">
                <a:solidFill>
                  <a:srgbClr val="A9A9A9"/>
                </a:solidFill>
                <a:latin typeface="Lucida Console" panose="020B0609040504020204" pitchFamily="49" charset="0"/>
              </a:rPr>
              <a:t>=</a:t>
            </a:r>
            <a:r>
              <a:rPr lang="en-US" sz="2000" dirty="0">
                <a:solidFill>
                  <a:srgbClr val="FF4500"/>
                </a:solidFill>
                <a:latin typeface="Lucida Console" panose="020B0609040504020204" pitchFamily="49" charset="0"/>
              </a:rPr>
              <a:t>&lt;Boolean&gt;</a:t>
            </a:r>
            <a:r>
              <a:rPr lang="en-US" sz="2000" dirty="0">
                <a:solidFill>
                  <a:srgbClr val="A9A9A9"/>
                </a:solidFill>
                <a:latin typeface="Lucida Console" panose="020B0609040504020204" pitchFamily="49" charset="0"/>
              </a:rPr>
              <a:t>,</a:t>
            </a:r>
            <a:endParaRPr lang="en-US" sz="2000" dirty="0">
              <a:latin typeface="Segoe UI" panose="020B0502040204020203" pitchFamily="34" charset="0"/>
            </a:endParaRPr>
          </a:p>
          <a:p>
            <a:pPr marL="0" indent="0" fontAlgn="ctr">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PositionalBinding</a:t>
            </a:r>
            <a:r>
              <a:rPr lang="en-US" sz="2000" dirty="0">
                <a:solidFill>
                  <a:srgbClr val="A9A9A9"/>
                </a:solidFill>
                <a:latin typeface="Lucida Console" panose="020B0609040504020204" pitchFamily="49" charset="0"/>
              </a:rPr>
              <a:t>=</a:t>
            </a:r>
            <a:r>
              <a:rPr lang="en-US" sz="2000" dirty="0">
                <a:solidFill>
                  <a:srgbClr val="FF4500"/>
                </a:solidFill>
                <a:latin typeface="Lucida Console" panose="020B0609040504020204" pitchFamily="49" charset="0"/>
              </a:rPr>
              <a:t>&lt;Boolean&gt;</a:t>
            </a:r>
            <a:r>
              <a:rPr lang="en-US" sz="2000" dirty="0">
                <a:solidFill>
                  <a:srgbClr val="000000"/>
                </a:solidFill>
                <a:latin typeface="Lucida Console" panose="020B0609040504020204" pitchFamily="49" charset="0"/>
              </a:rPr>
              <a:t>)</a:t>
            </a:r>
            <a:r>
              <a:rPr lang="en-US" sz="2000" dirty="0">
                <a:solidFill>
                  <a:srgbClr val="A9A9A9"/>
                </a:solidFill>
                <a:latin typeface="Lucida Console" panose="020B0609040504020204" pitchFamily="49" charset="0"/>
              </a:rPr>
              <a:t>]</a:t>
            </a:r>
            <a:endParaRPr lang="en-US" sz="2000" dirty="0">
              <a:latin typeface="Segoe UI" panose="020B0502040204020203" pitchFamily="34" charset="0"/>
            </a:endParaRPr>
          </a:p>
          <a:p>
            <a:pPr marL="0" indent="0" fontAlgn="ctr">
              <a:spcBef>
                <a:spcPts val="0"/>
              </a:spcBef>
              <a:buNone/>
            </a:pPr>
            <a:r>
              <a:rPr lang="en-US" sz="2000" dirty="0">
                <a:solidFill>
                  <a:srgbClr val="00008B"/>
                </a:solidFill>
                <a:latin typeface="Lucida Console" panose="020B0609040504020204" pitchFamily="49" charset="0"/>
              </a:rPr>
              <a:t>   Param</a:t>
            </a:r>
            <a:r>
              <a:rPr lang="en-US" sz="2000" dirty="0">
                <a:solidFill>
                  <a:srgbClr val="000000"/>
                </a:solidFill>
                <a:latin typeface="Lucida Console" panose="020B0609040504020204" pitchFamily="49" charset="0"/>
              </a:rPr>
              <a:t> ()</a:t>
            </a:r>
            <a:endParaRPr lang="en-US" sz="2000" dirty="0">
              <a:latin typeface="Segoe UI" panose="020B0502040204020203" pitchFamily="34" charset="0"/>
            </a:endParaRPr>
          </a:p>
          <a:p>
            <a:pPr marL="0" indent="0" fontAlgn="ctr">
              <a:spcBef>
                <a:spcPts val="0"/>
              </a:spcBef>
              <a:buNone/>
            </a:pPr>
            <a:r>
              <a:rPr lang="en-US" sz="2000" dirty="0">
                <a:solidFill>
                  <a:srgbClr val="000000"/>
                </a:solidFill>
                <a:latin typeface="Lucida Console" panose="020B0609040504020204" pitchFamily="49" charset="0"/>
              </a:rPr>
              <a:t>}</a:t>
            </a:r>
            <a:endParaRPr lang="en-US" sz="2000" dirty="0">
              <a:latin typeface="Segoe UI" panose="020B0502040204020203" pitchFamily="34" charset="0"/>
            </a:endParaRPr>
          </a:p>
          <a:p>
            <a:endParaRPr lang="en-US" dirty="0"/>
          </a:p>
        </p:txBody>
      </p:sp>
      <p:sp>
        <p:nvSpPr>
          <p:cNvPr id="6" name="Rectangular Callout 5"/>
          <p:cNvSpPr/>
          <p:nvPr/>
        </p:nvSpPr>
        <p:spPr>
          <a:xfrm>
            <a:off x="7696200" y="1143001"/>
            <a:ext cx="4099367" cy="5711172"/>
          </a:xfrm>
          <a:prstGeom prst="wedgeRectCallout">
            <a:avLst>
              <a:gd name="adj1" fmla="val -101057"/>
              <a:gd name="adj2" fmla="val -21611"/>
            </a:avLst>
          </a:prstGeom>
          <a:solidFill>
            <a:srgbClr val="737373"/>
          </a:solidFill>
          <a:ln>
            <a:noFill/>
          </a:ln>
        </p:spPr>
        <p:style>
          <a:lnRef idx="2">
            <a:schemeClr val="dk1"/>
          </a:lnRef>
          <a:fillRef idx="1">
            <a:schemeClr val="lt1"/>
          </a:fillRef>
          <a:effectRef idx="0">
            <a:schemeClr val="dk1"/>
          </a:effectRef>
          <a:fontRef idx="minor">
            <a:schemeClr val="dk1"/>
          </a:fontRef>
        </p:style>
        <p:txBody>
          <a:bodyPr rtlCol="0" anchor="ctr"/>
          <a:lstStyle/>
          <a:p>
            <a:pPr>
              <a:spcAft>
                <a:spcPts val="1224"/>
              </a:spcAft>
            </a:pPr>
            <a:r>
              <a:rPr lang="en-US" sz="2000" dirty="0">
                <a:solidFill>
                  <a:schemeClr val="bg1"/>
                </a:solidFill>
              </a:rPr>
              <a:t>Values: “None”, “Low”, “Medium”, “High”</a:t>
            </a:r>
          </a:p>
          <a:p>
            <a:pPr>
              <a:spcAft>
                <a:spcPts val="1224"/>
              </a:spcAft>
            </a:pPr>
            <a:r>
              <a:rPr lang="en-US" sz="2000" dirty="0">
                <a:solidFill>
                  <a:schemeClr val="bg1"/>
                </a:solidFill>
              </a:rPr>
              <a:t>Used to automatically invoke </a:t>
            </a:r>
            <a:r>
              <a:rPr lang="en-US" sz="2000" dirty="0" err="1">
                <a:solidFill>
                  <a:schemeClr val="bg1"/>
                </a:solidFill>
              </a:rPr>
              <a:t>ShouldProcess</a:t>
            </a:r>
            <a:r>
              <a:rPr lang="en-US" sz="2000" dirty="0">
                <a:solidFill>
                  <a:schemeClr val="bg1"/>
                </a:solidFill>
              </a:rPr>
              <a:t> depending on $</a:t>
            </a:r>
            <a:r>
              <a:rPr lang="en-US" sz="2000" dirty="0" err="1">
                <a:solidFill>
                  <a:schemeClr val="bg1"/>
                </a:solidFill>
              </a:rPr>
              <a:t>ConfirmPreference</a:t>
            </a:r>
            <a:endParaRPr lang="en-US" sz="2000" dirty="0">
              <a:solidFill>
                <a:schemeClr val="bg1"/>
              </a:solidFill>
            </a:endParaRPr>
          </a:p>
          <a:p>
            <a:pPr>
              <a:spcAft>
                <a:spcPts val="1224"/>
              </a:spcAft>
            </a:pPr>
            <a:r>
              <a:rPr lang="en-US" sz="2000" dirty="0">
                <a:solidFill>
                  <a:schemeClr val="bg1"/>
                </a:solidFill>
              </a:rPr>
              <a:t>Only use when </a:t>
            </a:r>
            <a:r>
              <a:rPr lang="en-US" sz="2000" dirty="0" err="1">
                <a:solidFill>
                  <a:schemeClr val="bg1"/>
                </a:solidFill>
              </a:rPr>
              <a:t>SupportsShouldProcess</a:t>
            </a:r>
            <a:r>
              <a:rPr lang="en-US" sz="2000" dirty="0">
                <a:solidFill>
                  <a:schemeClr val="bg1"/>
                </a:solidFill>
              </a:rPr>
              <a:t> is included</a:t>
            </a:r>
          </a:p>
          <a:p>
            <a:pPr>
              <a:spcAft>
                <a:spcPts val="1224"/>
              </a:spcAft>
            </a:pPr>
            <a:r>
              <a:rPr lang="en-US" sz="2000" dirty="0" err="1">
                <a:solidFill>
                  <a:schemeClr val="bg1"/>
                </a:solidFill>
              </a:rPr>
              <a:t>ConfirmImpact</a:t>
            </a:r>
            <a:r>
              <a:rPr lang="en-US" sz="2000" dirty="0">
                <a:solidFill>
                  <a:schemeClr val="bg1"/>
                </a:solidFill>
              </a:rPr>
              <a:t> default is “Medium”</a:t>
            </a:r>
          </a:p>
          <a:p>
            <a:pPr>
              <a:spcAft>
                <a:spcPts val="1224"/>
              </a:spcAft>
            </a:pPr>
            <a:r>
              <a:rPr lang="en-US" sz="2000" dirty="0">
                <a:solidFill>
                  <a:schemeClr val="bg1"/>
                </a:solidFill>
              </a:rPr>
              <a:t>$</a:t>
            </a:r>
            <a:r>
              <a:rPr lang="en-US" sz="2000" dirty="0" err="1">
                <a:solidFill>
                  <a:schemeClr val="bg1"/>
                </a:solidFill>
              </a:rPr>
              <a:t>ConfirmPreference</a:t>
            </a:r>
            <a:r>
              <a:rPr lang="en-US" sz="2000" dirty="0">
                <a:solidFill>
                  <a:schemeClr val="bg1"/>
                </a:solidFill>
              </a:rPr>
              <a:t> default is “High”</a:t>
            </a:r>
          </a:p>
          <a:p>
            <a:pPr>
              <a:spcAft>
                <a:spcPts val="1224"/>
              </a:spcAft>
            </a:pPr>
            <a:r>
              <a:rPr lang="en-US" sz="2000" dirty="0">
                <a:solidFill>
                  <a:schemeClr val="bg1"/>
                </a:solidFill>
              </a:rPr>
              <a:t>-Confirm and -</a:t>
            </a:r>
            <a:r>
              <a:rPr lang="en-US" sz="2000" dirty="0" err="1">
                <a:solidFill>
                  <a:schemeClr val="bg1"/>
                </a:solidFill>
              </a:rPr>
              <a:t>WhatIf</a:t>
            </a:r>
            <a:r>
              <a:rPr lang="en-US" sz="2000" dirty="0">
                <a:solidFill>
                  <a:schemeClr val="bg1"/>
                </a:solidFill>
              </a:rPr>
              <a:t> parameters override $</a:t>
            </a:r>
            <a:r>
              <a:rPr lang="en-US" sz="2000" dirty="0" err="1">
                <a:solidFill>
                  <a:schemeClr val="bg1"/>
                </a:solidFill>
              </a:rPr>
              <a:t>ConfirmPreference</a:t>
            </a:r>
            <a:r>
              <a:rPr lang="en-US" sz="2000" dirty="0">
                <a:solidFill>
                  <a:schemeClr val="bg1"/>
                </a:solidFill>
              </a:rPr>
              <a:t> temporarily in scope of function.</a:t>
            </a:r>
          </a:p>
        </p:txBody>
      </p:sp>
    </p:spTree>
    <p:custDataLst>
      <p:tags r:id="rId1"/>
    </p:custDataLst>
    <p:extLst>
      <p:ext uri="{BB962C8B-B14F-4D97-AF65-F5344CB8AC3E}">
        <p14:creationId xmlns:p14="http://schemas.microsoft.com/office/powerpoint/2010/main" val="3010976137"/>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Supporting Risk Mitigation in Functions</a:t>
            </a:r>
            <a:endParaRPr lang="en-AU" dirty="0"/>
          </a:p>
        </p:txBody>
      </p:sp>
      <p:sp>
        <p:nvSpPr>
          <p:cNvPr id="8" name="Content Placeholder 2">
            <a:extLst>
              <a:ext uri="{FF2B5EF4-FFF2-40B4-BE49-F238E27FC236}">
                <a16:creationId xmlns:a16="http://schemas.microsoft.com/office/drawing/2014/main" id="{328EFEB2-90AF-466B-9842-39A41ACD09C9}"/>
              </a:ext>
            </a:extLst>
          </p:cNvPr>
          <p:cNvSpPr txBox="1">
            <a:spLocks/>
          </p:cNvSpPr>
          <p:nvPr/>
        </p:nvSpPr>
        <p:spPr>
          <a:xfrm>
            <a:off x="712124" y="1189176"/>
            <a:ext cx="11176000" cy="2620824"/>
          </a:xfrm>
          <a:prstGeom prst="rect">
            <a:avLst/>
          </a:prstGeom>
        </p:spPr>
        <p:txBody>
          <a:bodyPr>
            <a:normAutofit fontScale="92500"/>
          </a:bodyPr>
          <a:lstStyle>
            <a:lvl1pPr marL="336145" marR="0" indent="-336145" algn="l" defTabSz="914367" rtl="0" eaLnBrk="1" fontAlgn="auto" latinLnBrk="0" hangingPunct="1">
              <a:lnSpc>
                <a:spcPct val="90000"/>
              </a:lnSpc>
              <a:spcBef>
                <a:spcPct val="20000"/>
              </a:spcBef>
              <a:spcAft>
                <a:spcPts val="0"/>
              </a:spcAft>
              <a:buClrTx/>
              <a:buSzPct val="90000"/>
              <a:buFont typeface="Arial" pitchFamily="34" charset="0"/>
              <a:buChar char="•"/>
              <a:tabLst/>
              <a:defRPr sz="3921" kern="1200" spc="0" baseline="0">
                <a:gradFill>
                  <a:gsLst>
                    <a:gs pos="1250">
                      <a:schemeClr val="tx1"/>
                    </a:gs>
                    <a:gs pos="100000">
                      <a:schemeClr val="tx1"/>
                    </a:gs>
                  </a:gsLst>
                  <a:lin ang="5400000" scaled="0"/>
                </a:gradFill>
                <a:latin typeface="+mj-lt"/>
                <a:ea typeface="+mn-ea"/>
                <a:cs typeface="+mn-cs"/>
              </a:defRPr>
            </a:lvl1pPr>
            <a:lvl2pPr marL="572691" marR="0" indent="-236546" algn="l" defTabSz="914367" rtl="0" eaLnBrk="1" fontAlgn="auto" latinLnBrk="0" hangingPunct="1">
              <a:lnSpc>
                <a:spcPct val="90000"/>
              </a:lnSpc>
              <a:spcBef>
                <a:spcPct val="20000"/>
              </a:spcBef>
              <a:spcAft>
                <a:spcPts val="0"/>
              </a:spcAft>
              <a:buClrTx/>
              <a:buSzPct val="90000"/>
              <a:buFont typeface="Arial" pitchFamily="34" charset="0"/>
              <a:buChar char="•"/>
              <a:tabLst/>
              <a:defRPr sz="2353" kern="1200" spc="0" baseline="0">
                <a:gradFill>
                  <a:gsLst>
                    <a:gs pos="1250">
                      <a:schemeClr val="tx1"/>
                    </a:gs>
                    <a:gs pos="100000">
                      <a:schemeClr val="tx1"/>
                    </a:gs>
                  </a:gsLst>
                  <a:lin ang="5400000" scaled="0"/>
                </a:gradFill>
                <a:latin typeface="+mn-lt"/>
                <a:ea typeface="+mn-ea"/>
                <a:cs typeface="+mn-cs"/>
              </a:defRPr>
            </a:lvl2pPr>
            <a:lvl3pPr marL="784338"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961" kern="1200" spc="0" baseline="0">
                <a:gradFill>
                  <a:gsLst>
                    <a:gs pos="1250">
                      <a:schemeClr val="tx1"/>
                    </a:gs>
                    <a:gs pos="100000">
                      <a:schemeClr val="tx1"/>
                    </a:gs>
                  </a:gsLst>
                  <a:lin ang="5400000" scaled="0"/>
                </a:gradFill>
                <a:latin typeface="+mn-lt"/>
                <a:ea typeface="+mn-ea"/>
                <a:cs typeface="+mn-cs"/>
              </a:defRPr>
            </a:lvl3pPr>
            <a:lvl4pPr marL="1008435"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765" kern="1200" spc="0" baseline="0">
                <a:gradFill>
                  <a:gsLst>
                    <a:gs pos="1250">
                      <a:schemeClr val="tx1"/>
                    </a:gs>
                    <a:gs pos="100000">
                      <a:schemeClr val="tx1"/>
                    </a:gs>
                  </a:gsLst>
                  <a:lin ang="5400000" scaled="0"/>
                </a:gradFill>
                <a:latin typeface="+mn-lt"/>
                <a:ea typeface="+mn-ea"/>
                <a:cs typeface="+mn-cs"/>
              </a:defRPr>
            </a:lvl4pPr>
            <a:lvl5pPr marL="1232531"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765" kern="1200" spc="0" baseline="0">
                <a:gradFill>
                  <a:gsLst>
                    <a:gs pos="1250">
                      <a:schemeClr val="tx1"/>
                    </a:gs>
                    <a:gs pos="100000">
                      <a:schemeClr val="tx1"/>
                    </a:gs>
                  </a:gsLst>
                  <a:lin ang="5400000" scaled="0"/>
                </a:gradFill>
                <a:latin typeface="+mn-lt"/>
                <a:ea typeface="+mn-ea"/>
                <a:cs typeface="+mn-cs"/>
              </a:defRPr>
            </a:lvl5pPr>
            <a:lvl6pPr marL="2514509"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93"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r>
              <a:rPr lang="en-US" sz="2600" dirty="0">
                <a:latin typeface="+mn-lt"/>
              </a:rPr>
              <a:t>Surround the code that makes changes to the system with an If() statement</a:t>
            </a:r>
          </a:p>
          <a:p>
            <a:endParaRPr lang="en-US" sz="2600" dirty="0">
              <a:latin typeface="+mn-lt"/>
            </a:endParaRPr>
          </a:p>
          <a:p>
            <a:r>
              <a:rPr lang="en-US" sz="2600" dirty="0">
                <a:latin typeface="+mn-lt"/>
              </a:rPr>
              <a:t>In the If() statement condition, the </a:t>
            </a:r>
            <a:r>
              <a:rPr lang="en-US" sz="2600" dirty="0" err="1">
                <a:latin typeface="+mn-lt"/>
              </a:rPr>
              <a:t>ShouldProcess</a:t>
            </a:r>
            <a:r>
              <a:rPr lang="en-US" sz="2600" dirty="0">
                <a:latin typeface="+mn-lt"/>
              </a:rPr>
              <a:t>() method enables PowerShell to determine whether the –</a:t>
            </a:r>
            <a:r>
              <a:rPr lang="en-US" sz="2600" dirty="0" err="1">
                <a:latin typeface="+mn-lt"/>
              </a:rPr>
              <a:t>WhatIf</a:t>
            </a:r>
            <a:r>
              <a:rPr lang="en-US" sz="2600" dirty="0">
                <a:latin typeface="+mn-lt"/>
              </a:rPr>
              <a:t> parameter has been used </a:t>
            </a:r>
          </a:p>
          <a:p>
            <a:endParaRPr lang="en-US" sz="2600" dirty="0">
              <a:latin typeface="+mn-lt"/>
            </a:endParaRPr>
          </a:p>
          <a:p>
            <a:r>
              <a:rPr lang="en-US" sz="2600" dirty="0">
                <a:latin typeface="+mn-lt"/>
              </a:rPr>
              <a:t>Multiple If() statements are allowed</a:t>
            </a:r>
          </a:p>
          <a:p>
            <a:endParaRPr lang="en-US" sz="2400" dirty="0"/>
          </a:p>
          <a:p>
            <a:endParaRPr lang="en-US" sz="2400" dirty="0"/>
          </a:p>
        </p:txBody>
      </p:sp>
      <p:graphicFrame>
        <p:nvGraphicFramePr>
          <p:cNvPr id="10" name="Table 9">
            <a:extLst>
              <a:ext uri="{FF2B5EF4-FFF2-40B4-BE49-F238E27FC236}">
                <a16:creationId xmlns:a16="http://schemas.microsoft.com/office/drawing/2014/main" id="{081F4587-7965-4714-A2CA-ACC4751ED901}"/>
              </a:ext>
            </a:extLst>
          </p:cNvPr>
          <p:cNvGraphicFramePr>
            <a:graphicFrameLocks noGrp="1"/>
          </p:cNvGraphicFramePr>
          <p:nvPr>
            <p:extLst>
              <p:ext uri="{D42A27DB-BD31-4B8C-83A1-F6EECF244321}">
                <p14:modId xmlns:p14="http://schemas.microsoft.com/office/powerpoint/2010/main" val="1524153444"/>
              </p:ext>
            </p:extLst>
          </p:nvPr>
        </p:nvGraphicFramePr>
        <p:xfrm>
          <a:off x="655638" y="4499815"/>
          <a:ext cx="10880725" cy="1554480"/>
        </p:xfrm>
        <a:graphic>
          <a:graphicData uri="http://schemas.openxmlformats.org/drawingml/2006/table">
            <a:tbl>
              <a:tblPr bandRow="1"/>
              <a:tblGrid>
                <a:gridCol w="10880725">
                  <a:extLst>
                    <a:ext uri="{9D8B030D-6E8A-4147-A177-3AD203B41FA5}">
                      <a16:colId xmlns:a16="http://schemas.microsoft.com/office/drawing/2014/main" val="2432395088"/>
                    </a:ext>
                  </a:extLst>
                </a:gridCol>
              </a:tblGrid>
              <a:tr h="370840">
                <a:tc>
                  <a:txBody>
                    <a:bodyPr/>
                    <a:lstStyle>
                      <a:lvl1pPr marL="0" algn="l" defTabSz="914367" rtl="0" eaLnBrk="1" latinLnBrk="0" hangingPunct="1">
                        <a:defRPr sz="1765" kern="1200">
                          <a:solidFill>
                            <a:schemeClr val="tx1"/>
                          </a:solidFill>
                          <a:latin typeface="Segoe UI"/>
                        </a:defRPr>
                      </a:lvl1pPr>
                      <a:lvl2pPr marL="457183" algn="l" defTabSz="914367" rtl="0" eaLnBrk="1" latinLnBrk="0" hangingPunct="1">
                        <a:defRPr sz="1765" kern="1200">
                          <a:solidFill>
                            <a:schemeClr val="tx1"/>
                          </a:solidFill>
                          <a:latin typeface="Segoe UI"/>
                        </a:defRPr>
                      </a:lvl2pPr>
                      <a:lvl3pPr marL="914367" algn="l" defTabSz="914367" rtl="0" eaLnBrk="1" latinLnBrk="0" hangingPunct="1">
                        <a:defRPr sz="1765" kern="1200">
                          <a:solidFill>
                            <a:schemeClr val="tx1"/>
                          </a:solidFill>
                          <a:latin typeface="Segoe UI"/>
                        </a:defRPr>
                      </a:lvl3pPr>
                      <a:lvl4pPr marL="1371550" algn="l" defTabSz="914367" rtl="0" eaLnBrk="1" latinLnBrk="0" hangingPunct="1">
                        <a:defRPr sz="1765" kern="1200">
                          <a:solidFill>
                            <a:schemeClr val="tx1"/>
                          </a:solidFill>
                          <a:latin typeface="Segoe UI"/>
                        </a:defRPr>
                      </a:lvl4pPr>
                      <a:lvl5pPr marL="1828734" algn="l" defTabSz="914367" rtl="0" eaLnBrk="1" latinLnBrk="0" hangingPunct="1">
                        <a:defRPr sz="1765" kern="1200">
                          <a:solidFill>
                            <a:schemeClr val="tx1"/>
                          </a:solidFill>
                          <a:latin typeface="Segoe UI"/>
                        </a:defRPr>
                      </a:lvl5pPr>
                      <a:lvl6pPr marL="2285918" algn="l" defTabSz="914367" rtl="0" eaLnBrk="1" latinLnBrk="0" hangingPunct="1">
                        <a:defRPr sz="1765" kern="1200">
                          <a:solidFill>
                            <a:schemeClr val="tx1"/>
                          </a:solidFill>
                          <a:latin typeface="Segoe UI"/>
                        </a:defRPr>
                      </a:lvl6pPr>
                      <a:lvl7pPr marL="2743101" algn="l" defTabSz="914367" rtl="0" eaLnBrk="1" latinLnBrk="0" hangingPunct="1">
                        <a:defRPr sz="1765" kern="1200">
                          <a:solidFill>
                            <a:schemeClr val="tx1"/>
                          </a:solidFill>
                          <a:latin typeface="Segoe UI"/>
                        </a:defRPr>
                      </a:lvl7pPr>
                      <a:lvl8pPr marL="3200284" algn="l" defTabSz="914367" rtl="0" eaLnBrk="1" latinLnBrk="0" hangingPunct="1">
                        <a:defRPr sz="1765" kern="1200">
                          <a:solidFill>
                            <a:schemeClr val="tx1"/>
                          </a:solidFill>
                          <a:latin typeface="Segoe UI"/>
                        </a:defRPr>
                      </a:lvl8pPr>
                      <a:lvl9pPr marL="3657469" algn="l" defTabSz="914367" rtl="0" eaLnBrk="1" latinLnBrk="0" hangingPunct="1">
                        <a:defRPr sz="1765" kern="1200">
                          <a:solidFill>
                            <a:schemeClr val="tx1"/>
                          </a:solidFill>
                          <a:latin typeface="Segoe UI"/>
                        </a:defRPr>
                      </a:lvl9pPr>
                    </a:lstStyle>
                    <a:p>
                      <a:r>
                        <a:rPr lang="en-US" sz="2400" dirty="0">
                          <a:solidFill>
                            <a:srgbClr val="00008B"/>
                          </a:solidFill>
                          <a:latin typeface="Lucida Console" panose="020B0609040504020204" pitchFamily="49" charset="0"/>
                        </a:rPr>
                        <a:t>If</a:t>
                      </a:r>
                      <a:r>
                        <a:rPr lang="en-US" sz="2400" dirty="0">
                          <a:solidFill>
                            <a:prstClr val="black"/>
                          </a:solidFill>
                          <a:latin typeface="Lucida Console" panose="020B0609040504020204" pitchFamily="49" charset="0"/>
                        </a:rPr>
                        <a:t> (</a:t>
                      </a:r>
                      <a:r>
                        <a:rPr lang="en-US" sz="2400" dirty="0">
                          <a:solidFill>
                            <a:srgbClr val="FF4500"/>
                          </a:solidFill>
                          <a:latin typeface="Lucida Console" panose="020B0609040504020204" pitchFamily="49" charset="0"/>
                        </a:rPr>
                        <a:t>$</a:t>
                      </a:r>
                      <a:r>
                        <a:rPr lang="en-US" sz="2400" dirty="0" err="1">
                          <a:solidFill>
                            <a:srgbClr val="FF4500"/>
                          </a:solidFill>
                          <a:latin typeface="Lucida Console" panose="020B0609040504020204" pitchFamily="49" charset="0"/>
                        </a:rPr>
                        <a:t>pscmdlet</a:t>
                      </a:r>
                      <a:r>
                        <a:rPr lang="en-US" sz="2400" dirty="0" err="1">
                          <a:solidFill>
                            <a:srgbClr val="A9A9A9"/>
                          </a:solidFill>
                          <a:latin typeface="Lucida Console" panose="020B0609040504020204" pitchFamily="49" charset="0"/>
                        </a:rPr>
                        <a:t>.</a:t>
                      </a:r>
                      <a:r>
                        <a:rPr lang="en-US" sz="2400" dirty="0" err="1">
                          <a:solidFill>
                            <a:prstClr val="black"/>
                          </a:solidFill>
                          <a:latin typeface="Lucida Console" panose="020B0609040504020204" pitchFamily="49" charset="0"/>
                        </a:rPr>
                        <a:t>ShouldProcess</a:t>
                      </a:r>
                      <a:r>
                        <a:rPr lang="en-US" sz="2400" dirty="0">
                          <a:solidFill>
                            <a:prstClr val="black"/>
                          </a:solidFill>
                          <a:latin typeface="Lucida Console" panose="020B0609040504020204" pitchFamily="49" charset="0"/>
                        </a:rPr>
                        <a:t>(</a:t>
                      </a:r>
                      <a:r>
                        <a:rPr lang="en-US" sz="2400" dirty="0">
                          <a:solidFill>
                            <a:srgbClr val="8B0000"/>
                          </a:solidFill>
                          <a:latin typeface="Lucida Console" panose="020B0609040504020204" pitchFamily="49" charset="0"/>
                        </a:rPr>
                        <a:t>"Target"</a:t>
                      </a:r>
                      <a:r>
                        <a:rPr lang="en-US" sz="2400" dirty="0">
                          <a:solidFill>
                            <a:srgbClr val="A9A9A9"/>
                          </a:solidFill>
                          <a:latin typeface="Lucida Console" panose="020B0609040504020204" pitchFamily="49" charset="0"/>
                        </a:rPr>
                        <a:t>,</a:t>
                      </a:r>
                      <a:r>
                        <a:rPr lang="en-US" sz="2400" dirty="0">
                          <a:solidFill>
                            <a:prstClr val="black"/>
                          </a:solidFill>
                          <a:latin typeface="Lucida Console" panose="020B0609040504020204" pitchFamily="49" charset="0"/>
                        </a:rPr>
                        <a:t> </a:t>
                      </a:r>
                      <a:r>
                        <a:rPr lang="en-US" sz="2400" dirty="0">
                          <a:solidFill>
                            <a:srgbClr val="8B0000"/>
                          </a:solidFill>
                          <a:latin typeface="Lucida Console" panose="020B0609040504020204" pitchFamily="49" charset="0"/>
                        </a:rPr>
                        <a:t>"Operation"</a:t>
                      </a:r>
                      <a:r>
                        <a:rPr lang="en-US" sz="2400" dirty="0">
                          <a:solidFill>
                            <a:prstClr val="black"/>
                          </a:solidFill>
                          <a:latin typeface="Lucida Console" panose="020B0609040504020204" pitchFamily="49" charset="0"/>
                        </a:rPr>
                        <a:t>))</a:t>
                      </a:r>
                    </a:p>
                    <a:p>
                      <a:r>
                        <a:rPr lang="en-US" sz="2400" dirty="0">
                          <a:solidFill>
                            <a:prstClr val="black"/>
                          </a:solidFill>
                          <a:latin typeface="Lucida Console" panose="020B0609040504020204" pitchFamily="49" charset="0"/>
                        </a:rPr>
                        <a:t>{</a:t>
                      </a:r>
                    </a:p>
                    <a:p>
                      <a:r>
                        <a:rPr lang="en-US" sz="2400" dirty="0">
                          <a:solidFill>
                            <a:prstClr val="black"/>
                          </a:solidFill>
                          <a:latin typeface="Lucida Console" panose="020B0609040504020204" pitchFamily="49" charset="0"/>
                        </a:rPr>
                        <a:t>   &lt;Statement</a:t>
                      </a:r>
                      <a:r>
                        <a:rPr lang="en-US" sz="2400" baseline="0" dirty="0">
                          <a:solidFill>
                            <a:prstClr val="black"/>
                          </a:solidFill>
                          <a:latin typeface="Lucida Console" panose="020B0609040504020204" pitchFamily="49" charset="0"/>
                        </a:rPr>
                        <a:t> that makes changes&gt;</a:t>
                      </a:r>
                      <a:endParaRPr lang="en-US" sz="2400" dirty="0">
                        <a:solidFill>
                          <a:prstClr val="black"/>
                        </a:solidFill>
                        <a:latin typeface="Lucida Console" panose="020B0609040504020204" pitchFamily="49" charset="0"/>
                      </a:endParaRPr>
                    </a:p>
                    <a:p>
                      <a:r>
                        <a:rPr lang="en-US" sz="2400" dirty="0">
                          <a:solidFill>
                            <a:prstClr val="black"/>
                          </a:solidFill>
                          <a:latin typeface="Lucida Console" panose="020B0609040504020204" pitchFamily="49" charset="0"/>
                        </a:rPr>
                        <a:t>} </a:t>
                      </a:r>
                      <a:endParaRPr lang="en-US" sz="2000" dirty="0"/>
                    </a:p>
                  </a:txBody>
                  <a:tcPr>
                    <a:lnL w="9525" cap="flat" cmpd="sng" algn="ctr">
                      <a:solidFill>
                        <a:srgbClr val="0A5BBA">
                          <a:shade val="95000"/>
                          <a:satMod val="105000"/>
                        </a:srgbClr>
                      </a:solidFill>
                      <a:prstDash val="solid"/>
                    </a:lnL>
                    <a:lnR w="9525" cap="flat" cmpd="sng" algn="ctr">
                      <a:solidFill>
                        <a:srgbClr val="0A5BBA">
                          <a:shade val="95000"/>
                          <a:satMod val="105000"/>
                        </a:srgbClr>
                      </a:solidFill>
                      <a:prstDash val="solid"/>
                    </a:lnR>
                    <a:lnT w="9525" cap="flat" cmpd="sng" algn="ctr">
                      <a:solidFill>
                        <a:srgbClr val="0A5BBA">
                          <a:shade val="95000"/>
                          <a:satMod val="105000"/>
                        </a:srgbClr>
                      </a:solidFill>
                      <a:prstDash val="solid"/>
                    </a:lnT>
                    <a:lnB w="9525" cap="flat" cmpd="sng" algn="ctr">
                      <a:solidFill>
                        <a:srgbClr val="0A5BBA">
                          <a:shade val="95000"/>
                          <a:satMod val="105000"/>
                        </a:srgbClr>
                      </a:solidFill>
                      <a:prstDash val="soli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356726582"/>
                  </a:ext>
                </a:extLst>
              </a:tr>
            </a:tbl>
          </a:graphicData>
        </a:graphic>
      </p:graphicFrame>
    </p:spTree>
    <p:custDataLst>
      <p:tags r:id="rId1"/>
    </p:custDataLst>
    <p:extLst>
      <p:ext uri="{BB962C8B-B14F-4D97-AF65-F5344CB8AC3E}">
        <p14:creationId xmlns:p14="http://schemas.microsoft.com/office/powerpoint/2010/main" val="527507535"/>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Supporting Risk Mitigation - Example</a:t>
            </a:r>
            <a:endParaRPr lang="en-AU" dirty="0"/>
          </a:p>
        </p:txBody>
      </p:sp>
      <p:graphicFrame>
        <p:nvGraphicFramePr>
          <p:cNvPr id="5" name="Table 4">
            <a:extLst>
              <a:ext uri="{FF2B5EF4-FFF2-40B4-BE49-F238E27FC236}">
                <a16:creationId xmlns:a16="http://schemas.microsoft.com/office/drawing/2014/main" id="{314490ED-2A65-46FB-B6A8-7E9DE5C327A3}"/>
              </a:ext>
            </a:extLst>
          </p:cNvPr>
          <p:cNvGraphicFramePr>
            <a:graphicFrameLocks noGrp="1"/>
          </p:cNvGraphicFramePr>
          <p:nvPr>
            <p:extLst>
              <p:ext uri="{D42A27DB-BD31-4B8C-83A1-F6EECF244321}">
                <p14:modId xmlns:p14="http://schemas.microsoft.com/office/powerpoint/2010/main" val="2161268064"/>
              </p:ext>
            </p:extLst>
          </p:nvPr>
        </p:nvGraphicFramePr>
        <p:xfrm>
          <a:off x="655638" y="1408113"/>
          <a:ext cx="10880725" cy="5059680"/>
        </p:xfrm>
        <a:graphic>
          <a:graphicData uri="http://schemas.openxmlformats.org/drawingml/2006/table">
            <a:tbl>
              <a:tblPr firstRow="1" bandRow="1"/>
              <a:tblGrid>
                <a:gridCol w="10880725">
                  <a:extLst>
                    <a:ext uri="{9D8B030D-6E8A-4147-A177-3AD203B41FA5}">
                      <a16:colId xmlns:a16="http://schemas.microsoft.com/office/drawing/2014/main" val="2141822387"/>
                    </a:ext>
                  </a:extLst>
                </a:gridCol>
              </a:tblGrid>
              <a:tr h="2642097">
                <a:tc>
                  <a:txBody>
                    <a:bodyPr/>
                    <a:lstStyle>
                      <a:lvl1pPr marL="0" algn="l" defTabSz="914367" rtl="0" eaLnBrk="1" latinLnBrk="0" hangingPunct="1">
                        <a:defRPr sz="1765" kern="1200">
                          <a:solidFill>
                            <a:schemeClr val="tx1"/>
                          </a:solidFill>
                          <a:latin typeface="Segoe UI"/>
                        </a:defRPr>
                      </a:lvl1pPr>
                      <a:lvl2pPr marL="457183" algn="l" defTabSz="914367" rtl="0" eaLnBrk="1" latinLnBrk="0" hangingPunct="1">
                        <a:defRPr sz="1765" kern="1200">
                          <a:solidFill>
                            <a:schemeClr val="tx1"/>
                          </a:solidFill>
                          <a:latin typeface="Segoe UI"/>
                        </a:defRPr>
                      </a:lvl2pPr>
                      <a:lvl3pPr marL="914367" algn="l" defTabSz="914367" rtl="0" eaLnBrk="1" latinLnBrk="0" hangingPunct="1">
                        <a:defRPr sz="1765" kern="1200">
                          <a:solidFill>
                            <a:schemeClr val="tx1"/>
                          </a:solidFill>
                          <a:latin typeface="Segoe UI"/>
                        </a:defRPr>
                      </a:lvl3pPr>
                      <a:lvl4pPr marL="1371550" algn="l" defTabSz="914367" rtl="0" eaLnBrk="1" latinLnBrk="0" hangingPunct="1">
                        <a:defRPr sz="1765" kern="1200">
                          <a:solidFill>
                            <a:schemeClr val="tx1"/>
                          </a:solidFill>
                          <a:latin typeface="Segoe UI"/>
                        </a:defRPr>
                      </a:lvl4pPr>
                      <a:lvl5pPr marL="1828734" algn="l" defTabSz="914367" rtl="0" eaLnBrk="1" latinLnBrk="0" hangingPunct="1">
                        <a:defRPr sz="1765" kern="1200">
                          <a:solidFill>
                            <a:schemeClr val="tx1"/>
                          </a:solidFill>
                          <a:latin typeface="Segoe UI"/>
                        </a:defRPr>
                      </a:lvl5pPr>
                      <a:lvl6pPr marL="2285918" algn="l" defTabSz="914367" rtl="0" eaLnBrk="1" latinLnBrk="0" hangingPunct="1">
                        <a:defRPr sz="1765" kern="1200">
                          <a:solidFill>
                            <a:schemeClr val="tx1"/>
                          </a:solidFill>
                          <a:latin typeface="Segoe UI"/>
                        </a:defRPr>
                      </a:lvl6pPr>
                      <a:lvl7pPr marL="2743101" algn="l" defTabSz="914367" rtl="0" eaLnBrk="1" latinLnBrk="0" hangingPunct="1">
                        <a:defRPr sz="1765" kern="1200">
                          <a:solidFill>
                            <a:schemeClr val="tx1"/>
                          </a:solidFill>
                          <a:latin typeface="Segoe UI"/>
                        </a:defRPr>
                      </a:lvl7pPr>
                      <a:lvl8pPr marL="3200284" algn="l" defTabSz="914367" rtl="0" eaLnBrk="1" latinLnBrk="0" hangingPunct="1">
                        <a:defRPr sz="1765" kern="1200">
                          <a:solidFill>
                            <a:schemeClr val="tx1"/>
                          </a:solidFill>
                          <a:latin typeface="Segoe UI"/>
                        </a:defRPr>
                      </a:lvl8pPr>
                      <a:lvl9pPr marL="3657469" algn="l" defTabSz="914367" rtl="0" eaLnBrk="1" latinLnBrk="0" hangingPunct="1">
                        <a:defRPr sz="1765" kern="1200">
                          <a:solidFill>
                            <a:schemeClr val="tx1"/>
                          </a:solidFill>
                          <a:latin typeface="Segoe UI"/>
                        </a:defRPr>
                      </a:lvl9pPr>
                    </a:lstStyle>
                    <a:p>
                      <a:r>
                        <a:rPr lang="en-US" sz="1600" dirty="0">
                          <a:solidFill>
                            <a:srgbClr val="00008B"/>
                          </a:solidFill>
                          <a:latin typeface="Lucida Console" panose="020B0609040504020204" pitchFamily="49" charset="0"/>
                        </a:rPr>
                        <a:t>Function</a:t>
                      </a:r>
                      <a:r>
                        <a:rPr lang="en-US" sz="1600" dirty="0">
                          <a:solidFill>
                            <a:prstClr val="black"/>
                          </a:solidFill>
                          <a:latin typeface="Lucida Console" panose="020B0609040504020204" pitchFamily="49" charset="0"/>
                        </a:rPr>
                        <a:t> </a:t>
                      </a:r>
                      <a:r>
                        <a:rPr lang="en-US" sz="1600" dirty="0">
                          <a:solidFill>
                            <a:srgbClr val="8A2BE2"/>
                          </a:solidFill>
                          <a:latin typeface="Lucida Console" panose="020B0609040504020204" pitchFamily="49" charset="0"/>
                        </a:rPr>
                        <a:t>Kill-Process</a:t>
                      </a:r>
                      <a:endParaRPr lang="en-US" sz="1600" dirty="0">
                        <a:solidFill>
                          <a:prstClr val="black"/>
                        </a:solidFill>
                        <a:latin typeface="Lucida Console" panose="020B0609040504020204" pitchFamily="49" charset="0"/>
                      </a:endParaRPr>
                    </a:p>
                    <a:p>
                      <a:r>
                        <a:rPr lang="en-US" sz="1600" dirty="0">
                          <a:solidFill>
                            <a:prstClr val="black"/>
                          </a:solidFill>
                          <a:latin typeface="Lucida Console" panose="020B0609040504020204" pitchFamily="49" charset="0"/>
                        </a:rPr>
                        <a:t>{</a:t>
                      </a:r>
                    </a:p>
                    <a:p>
                      <a:r>
                        <a:rPr lang="en-US" sz="1600" dirty="0">
                          <a:solidFill>
                            <a:prstClr val="black"/>
                          </a:solidFill>
                          <a:latin typeface="Lucida Console" panose="020B0609040504020204" pitchFamily="49" charset="0"/>
                        </a:rPr>
                        <a:t>    </a:t>
                      </a:r>
                      <a:r>
                        <a:rPr lang="en-US" sz="1600" dirty="0">
                          <a:solidFill>
                            <a:srgbClr val="A9A9A9"/>
                          </a:solidFill>
                          <a:latin typeface="Lucida Console" panose="020B0609040504020204" pitchFamily="49" charset="0"/>
                        </a:rPr>
                        <a:t>[</a:t>
                      </a:r>
                      <a:r>
                        <a:rPr lang="en-US" sz="1600" dirty="0" err="1">
                          <a:solidFill>
                            <a:schemeClr val="accent1"/>
                          </a:solidFill>
                          <a:latin typeface="Lucida Console" panose="020B0609040504020204" pitchFamily="49" charset="0"/>
                        </a:rPr>
                        <a:t>CmdletBinding</a:t>
                      </a:r>
                      <a:r>
                        <a:rPr lang="en-US" sz="1600" dirty="0">
                          <a:solidFill>
                            <a:prstClr val="black"/>
                          </a:solidFill>
                          <a:latin typeface="Lucida Console" panose="020B0609040504020204" pitchFamily="49" charset="0"/>
                        </a:rPr>
                        <a:t>(</a:t>
                      </a:r>
                      <a:r>
                        <a:rPr lang="en-US" sz="1600" dirty="0" err="1">
                          <a:solidFill>
                            <a:prstClr val="black"/>
                          </a:solidFill>
                          <a:latin typeface="Lucida Console" panose="020B0609040504020204" pitchFamily="49" charset="0"/>
                        </a:rPr>
                        <a:t>SupportsShouldProcess</a:t>
                      </a:r>
                      <a:r>
                        <a:rPr lang="en-US" sz="1600" dirty="0">
                          <a:solidFill>
                            <a:srgbClr val="A9A9A9"/>
                          </a:solidFill>
                          <a:latin typeface="Lucida Console" panose="020B0609040504020204" pitchFamily="49" charset="0"/>
                        </a:rPr>
                        <a:t>=</a:t>
                      </a:r>
                      <a:r>
                        <a:rPr lang="en-US" sz="1600" dirty="0">
                          <a:solidFill>
                            <a:srgbClr val="FF4500"/>
                          </a:solidFill>
                          <a:latin typeface="Lucida Console" panose="020B0609040504020204" pitchFamily="49" charset="0"/>
                        </a:rPr>
                        <a:t>$</a:t>
                      </a:r>
                      <a:r>
                        <a:rPr lang="en-US" sz="1600" dirty="0" err="1">
                          <a:solidFill>
                            <a:srgbClr val="FF4500"/>
                          </a:solidFill>
                          <a:latin typeface="Lucida Console" panose="020B0609040504020204" pitchFamily="49" charset="0"/>
                        </a:rPr>
                        <a:t>true</a:t>
                      </a:r>
                      <a:r>
                        <a:rPr lang="en-US" sz="1600" dirty="0" err="1">
                          <a:solidFill>
                            <a:srgbClr val="A9A9A9"/>
                          </a:solidFill>
                          <a:latin typeface="Lucida Console" panose="020B0609040504020204" pitchFamily="49" charset="0"/>
                        </a:rPr>
                        <a:t>,</a:t>
                      </a:r>
                      <a:r>
                        <a:rPr lang="en-US" sz="1600" dirty="0" err="1">
                          <a:solidFill>
                            <a:prstClr val="black"/>
                          </a:solidFill>
                          <a:latin typeface="Lucida Console" panose="020B0609040504020204" pitchFamily="49" charset="0"/>
                        </a:rPr>
                        <a:t>ConfirmImpact</a:t>
                      </a:r>
                      <a:r>
                        <a:rPr lang="en-US" sz="1600" dirty="0">
                          <a:solidFill>
                            <a:srgbClr val="A9A9A9"/>
                          </a:solidFill>
                          <a:latin typeface="Lucida Console" panose="020B0609040504020204" pitchFamily="49" charset="0"/>
                        </a:rPr>
                        <a:t>=</a:t>
                      </a:r>
                      <a:r>
                        <a:rPr lang="en-US" sz="1600" dirty="0">
                          <a:solidFill>
                            <a:srgbClr val="8B0000"/>
                          </a:solidFill>
                          <a:latin typeface="Lucida Console" panose="020B0609040504020204" pitchFamily="49" charset="0"/>
                        </a:rPr>
                        <a:t>'Medium'</a:t>
                      </a:r>
                      <a:r>
                        <a:rPr lang="en-US" sz="1600" dirty="0">
                          <a:solidFill>
                            <a:prstClr val="black"/>
                          </a:solidFill>
                          <a:latin typeface="Lucida Console" panose="020B0609040504020204" pitchFamily="49" charset="0"/>
                        </a:rPr>
                        <a:t>)</a:t>
                      </a:r>
                      <a:r>
                        <a:rPr lang="en-US" sz="1600" dirty="0">
                          <a:solidFill>
                            <a:srgbClr val="A9A9A9"/>
                          </a:solidFill>
                          <a:latin typeface="Lucida Console" panose="020B0609040504020204" pitchFamily="49" charset="0"/>
                        </a:rPr>
                        <a:t>]</a:t>
                      </a:r>
                      <a:endParaRPr lang="en-US" sz="1600" dirty="0">
                        <a:solidFill>
                          <a:prstClr val="black"/>
                        </a:solidFill>
                        <a:latin typeface="Lucida Console" panose="020B0609040504020204" pitchFamily="49" charset="0"/>
                      </a:endParaRPr>
                    </a:p>
                    <a:p>
                      <a:r>
                        <a:rPr lang="en-US" sz="1600" dirty="0">
                          <a:solidFill>
                            <a:prstClr val="black"/>
                          </a:solidFill>
                          <a:latin typeface="Lucida Console" panose="020B0609040504020204" pitchFamily="49" charset="0"/>
                        </a:rPr>
                        <a:t>    </a:t>
                      </a:r>
                      <a:r>
                        <a:rPr lang="en-US" sz="1600" dirty="0" err="1">
                          <a:solidFill>
                            <a:srgbClr val="00008B"/>
                          </a:solidFill>
                          <a:latin typeface="Lucida Console" panose="020B0609040504020204" pitchFamily="49" charset="0"/>
                        </a:rPr>
                        <a:t>Param</a:t>
                      </a:r>
                      <a:r>
                        <a:rPr lang="en-US" sz="1600" dirty="0">
                          <a:solidFill>
                            <a:prstClr val="black"/>
                          </a:solidFill>
                          <a:latin typeface="Lucida Console" panose="020B0609040504020204" pitchFamily="49" charset="0"/>
                        </a:rPr>
                        <a:t>(</a:t>
                      </a:r>
                      <a:r>
                        <a:rPr lang="en-US" sz="1600" dirty="0">
                          <a:solidFill>
                            <a:srgbClr val="A9A9A9"/>
                          </a:solidFill>
                          <a:latin typeface="Lucida Console" panose="020B0609040504020204" pitchFamily="49" charset="0"/>
                        </a:rPr>
                        <a:t>[</a:t>
                      </a:r>
                      <a:r>
                        <a:rPr lang="en-US" sz="1600" dirty="0">
                          <a:solidFill>
                            <a:srgbClr val="008080"/>
                          </a:solidFill>
                          <a:latin typeface="Lucida Console" panose="020B0609040504020204" pitchFamily="49" charset="0"/>
                        </a:rPr>
                        <a:t>String</a:t>
                      </a:r>
                      <a:r>
                        <a:rPr lang="en-US" sz="1600" dirty="0">
                          <a:solidFill>
                            <a:srgbClr val="A9A9A9"/>
                          </a:solidFill>
                          <a:latin typeface="Lucida Console" panose="020B0609040504020204" pitchFamily="49" charset="0"/>
                        </a:rPr>
                        <a:t>]</a:t>
                      </a:r>
                      <a:r>
                        <a:rPr lang="en-US" sz="1600" dirty="0">
                          <a:solidFill>
                            <a:srgbClr val="FF4500"/>
                          </a:solidFill>
                          <a:latin typeface="Lucida Console" panose="020B0609040504020204" pitchFamily="49" charset="0"/>
                        </a:rPr>
                        <a:t>$Name</a:t>
                      </a:r>
                      <a:r>
                        <a:rPr lang="en-US" sz="1600" dirty="0">
                          <a:solidFill>
                            <a:prstClr val="black"/>
                          </a:solidFill>
                          <a:latin typeface="Lucida Console" panose="020B0609040504020204" pitchFamily="49" charset="0"/>
                        </a:rPr>
                        <a:t>)</a:t>
                      </a:r>
                    </a:p>
                    <a:p>
                      <a:endParaRPr lang="en-US" sz="1600" dirty="0">
                        <a:solidFill>
                          <a:prstClr val="black"/>
                        </a:solidFill>
                        <a:latin typeface="Lucida Console" panose="020B0609040504020204" pitchFamily="49" charset="0"/>
                      </a:endParaRPr>
                    </a:p>
                    <a:p>
                      <a:r>
                        <a:rPr lang="en-US" sz="1600" dirty="0">
                          <a:solidFill>
                            <a:srgbClr val="FF4500"/>
                          </a:solidFill>
                          <a:latin typeface="Lucida Console" panose="020B0609040504020204" pitchFamily="49" charset="0"/>
                        </a:rPr>
                        <a:t>    $</a:t>
                      </a:r>
                      <a:r>
                        <a:rPr lang="en-US" sz="1600" dirty="0" err="1">
                          <a:solidFill>
                            <a:srgbClr val="FF4500"/>
                          </a:solidFill>
                          <a:latin typeface="Lucida Console" panose="020B0609040504020204" pitchFamily="49" charset="0"/>
                        </a:rPr>
                        <a:t>TargetProcess</a:t>
                      </a:r>
                      <a:r>
                        <a:rPr lang="en-US" sz="1600" dirty="0">
                          <a:solidFill>
                            <a:prstClr val="black"/>
                          </a:solidFill>
                          <a:latin typeface="Lucida Console" panose="020B0609040504020204" pitchFamily="49" charset="0"/>
                        </a:rPr>
                        <a:t> </a:t>
                      </a:r>
                      <a:r>
                        <a:rPr lang="en-US" sz="1600" dirty="0">
                          <a:solidFill>
                            <a:srgbClr val="A9A9A9"/>
                          </a:solidFill>
                          <a:latin typeface="Lucida Console" panose="020B0609040504020204" pitchFamily="49" charset="0"/>
                        </a:rPr>
                        <a:t>=</a:t>
                      </a:r>
                      <a:r>
                        <a:rPr lang="en-US" sz="1600" dirty="0">
                          <a:solidFill>
                            <a:prstClr val="black"/>
                          </a:solidFill>
                          <a:latin typeface="Lucida Console" panose="020B0609040504020204" pitchFamily="49" charset="0"/>
                        </a:rPr>
                        <a:t> </a:t>
                      </a:r>
                      <a:r>
                        <a:rPr lang="en-US" sz="1600" dirty="0">
                          <a:solidFill>
                            <a:srgbClr val="0000FF"/>
                          </a:solidFill>
                          <a:latin typeface="Lucida Console" panose="020B0609040504020204" pitchFamily="49" charset="0"/>
                        </a:rPr>
                        <a:t>Get-Process</a:t>
                      </a:r>
                      <a:r>
                        <a:rPr lang="en-US" sz="1600" dirty="0">
                          <a:solidFill>
                            <a:prstClr val="black"/>
                          </a:solidFill>
                          <a:latin typeface="Lucida Console" panose="020B0609040504020204" pitchFamily="49" charset="0"/>
                        </a:rPr>
                        <a:t> </a:t>
                      </a:r>
                      <a:r>
                        <a:rPr lang="en-US" sz="1600" dirty="0">
                          <a:solidFill>
                            <a:srgbClr val="000080"/>
                          </a:solidFill>
                          <a:latin typeface="Lucida Console" panose="020B0609040504020204" pitchFamily="49" charset="0"/>
                        </a:rPr>
                        <a:t>-Name</a:t>
                      </a:r>
                      <a:r>
                        <a:rPr lang="en-US" sz="1600" dirty="0">
                          <a:solidFill>
                            <a:prstClr val="black"/>
                          </a:solidFill>
                          <a:latin typeface="Lucida Console" panose="020B0609040504020204" pitchFamily="49" charset="0"/>
                        </a:rPr>
                        <a:t> </a:t>
                      </a:r>
                      <a:r>
                        <a:rPr lang="en-US" sz="1600" dirty="0">
                          <a:solidFill>
                            <a:srgbClr val="FF4500"/>
                          </a:solidFill>
                          <a:latin typeface="Lucida Console" panose="020B0609040504020204" pitchFamily="49" charset="0"/>
                        </a:rPr>
                        <a:t>$Name</a:t>
                      </a:r>
                      <a:endParaRPr lang="en-US" sz="1600" dirty="0">
                        <a:solidFill>
                          <a:prstClr val="black"/>
                        </a:solidFill>
                        <a:latin typeface="Lucida Console" panose="020B0609040504020204" pitchFamily="49" charset="0"/>
                      </a:endParaRPr>
                    </a:p>
                    <a:p>
                      <a:r>
                        <a:rPr lang="en-US" sz="1600" dirty="0">
                          <a:solidFill>
                            <a:prstClr val="black"/>
                          </a:solidFill>
                          <a:latin typeface="Lucida Console" panose="020B0609040504020204" pitchFamily="49" charset="0"/>
                        </a:rPr>
                        <a:t>    </a:t>
                      </a:r>
                      <a:r>
                        <a:rPr lang="en-US" sz="1600" dirty="0">
                          <a:solidFill>
                            <a:srgbClr val="00008B"/>
                          </a:solidFill>
                          <a:latin typeface="Lucida Console" panose="020B0609040504020204" pitchFamily="49" charset="0"/>
                        </a:rPr>
                        <a:t>If</a:t>
                      </a:r>
                      <a:r>
                        <a:rPr lang="en-US" sz="1600" dirty="0">
                          <a:solidFill>
                            <a:prstClr val="black"/>
                          </a:solidFill>
                          <a:latin typeface="Lucida Console" panose="020B0609040504020204" pitchFamily="49" charset="0"/>
                        </a:rPr>
                        <a:t> (</a:t>
                      </a:r>
                      <a:r>
                        <a:rPr lang="en-US" sz="1600" dirty="0">
                          <a:solidFill>
                            <a:srgbClr val="FF4500"/>
                          </a:solidFill>
                          <a:latin typeface="Lucida Console" panose="020B0609040504020204" pitchFamily="49" charset="0"/>
                        </a:rPr>
                        <a:t>$</a:t>
                      </a:r>
                      <a:r>
                        <a:rPr lang="en-US" sz="1600" dirty="0" err="1">
                          <a:solidFill>
                            <a:srgbClr val="FF4500"/>
                          </a:solidFill>
                          <a:latin typeface="Lucida Console" panose="020B0609040504020204" pitchFamily="49" charset="0"/>
                        </a:rPr>
                        <a:t>pscmdlet</a:t>
                      </a:r>
                      <a:r>
                        <a:rPr lang="en-US" sz="1600" dirty="0" err="1">
                          <a:solidFill>
                            <a:srgbClr val="A9A9A9"/>
                          </a:solidFill>
                          <a:latin typeface="Lucida Console" panose="020B0609040504020204" pitchFamily="49" charset="0"/>
                        </a:rPr>
                        <a:t>.</a:t>
                      </a:r>
                      <a:r>
                        <a:rPr lang="en-US" sz="1600" dirty="0" err="1">
                          <a:solidFill>
                            <a:prstClr val="black"/>
                          </a:solidFill>
                          <a:latin typeface="Lucida Console" panose="020B0609040504020204" pitchFamily="49" charset="0"/>
                        </a:rPr>
                        <a:t>ShouldProcess</a:t>
                      </a:r>
                      <a:r>
                        <a:rPr lang="en-US" sz="1600" dirty="0">
                          <a:solidFill>
                            <a:prstClr val="black"/>
                          </a:solidFill>
                          <a:latin typeface="Lucida Console" panose="020B0609040504020204" pitchFamily="49" charset="0"/>
                        </a:rPr>
                        <a:t>(</a:t>
                      </a:r>
                      <a:r>
                        <a:rPr lang="en-US" sz="1600" dirty="0">
                          <a:solidFill>
                            <a:srgbClr val="FF4500"/>
                          </a:solidFill>
                          <a:latin typeface="Lucida Console" panose="020B0609040504020204" pitchFamily="49" charset="0"/>
                        </a:rPr>
                        <a:t>$name</a:t>
                      </a:r>
                      <a:r>
                        <a:rPr lang="en-US" sz="1600" dirty="0">
                          <a:solidFill>
                            <a:srgbClr val="A9A9A9"/>
                          </a:solidFill>
                          <a:latin typeface="Lucida Console" panose="020B0609040504020204" pitchFamily="49" charset="0"/>
                        </a:rPr>
                        <a:t>,</a:t>
                      </a:r>
                      <a:r>
                        <a:rPr lang="en-US" sz="1600" dirty="0">
                          <a:solidFill>
                            <a:prstClr val="black"/>
                          </a:solidFill>
                          <a:latin typeface="Lucida Console" panose="020B0609040504020204" pitchFamily="49" charset="0"/>
                        </a:rPr>
                        <a:t> </a:t>
                      </a:r>
                      <a:r>
                        <a:rPr lang="en-US" sz="1600" dirty="0">
                          <a:solidFill>
                            <a:srgbClr val="8B0000"/>
                          </a:solidFill>
                          <a:latin typeface="Lucida Console" panose="020B0609040504020204" pitchFamily="49" charset="0"/>
                        </a:rPr>
                        <a:t>"Terminating Process"</a:t>
                      </a:r>
                      <a:r>
                        <a:rPr lang="en-US" sz="1600" dirty="0">
                          <a:solidFill>
                            <a:prstClr val="black"/>
                          </a:solidFill>
                          <a:latin typeface="Lucida Console" panose="020B0609040504020204" pitchFamily="49" charset="0"/>
                        </a:rPr>
                        <a:t>))</a:t>
                      </a:r>
                    </a:p>
                    <a:p>
                      <a:r>
                        <a:rPr lang="en-US" sz="1600" dirty="0">
                          <a:solidFill>
                            <a:prstClr val="black"/>
                          </a:solidFill>
                          <a:latin typeface="Lucida Console" panose="020B0609040504020204" pitchFamily="49" charset="0"/>
                        </a:rPr>
                        <a:t>    {</a:t>
                      </a:r>
                    </a:p>
                    <a:p>
                      <a:r>
                        <a:rPr lang="en-US" sz="1600" dirty="0">
                          <a:solidFill>
                            <a:prstClr val="black"/>
                          </a:solidFill>
                          <a:latin typeface="Lucida Console" panose="020B0609040504020204" pitchFamily="49" charset="0"/>
                        </a:rPr>
                        <a:t>        </a:t>
                      </a:r>
                      <a:r>
                        <a:rPr lang="en-US" sz="1600" dirty="0">
                          <a:solidFill>
                            <a:srgbClr val="FF4500"/>
                          </a:solidFill>
                          <a:latin typeface="Lucida Console" panose="020B0609040504020204" pitchFamily="49" charset="0"/>
                        </a:rPr>
                        <a:t>$</a:t>
                      </a:r>
                      <a:r>
                        <a:rPr lang="en-US" sz="1600" dirty="0" err="1">
                          <a:solidFill>
                            <a:srgbClr val="FF4500"/>
                          </a:solidFill>
                          <a:latin typeface="Lucida Console" panose="020B0609040504020204" pitchFamily="49" charset="0"/>
                        </a:rPr>
                        <a:t>TargetProcess</a:t>
                      </a:r>
                      <a:r>
                        <a:rPr lang="en-US" sz="1600" dirty="0" err="1">
                          <a:solidFill>
                            <a:srgbClr val="A9A9A9"/>
                          </a:solidFill>
                          <a:latin typeface="Lucida Console" panose="020B0609040504020204" pitchFamily="49" charset="0"/>
                        </a:rPr>
                        <a:t>.</a:t>
                      </a:r>
                      <a:r>
                        <a:rPr lang="en-US" sz="1600" dirty="0" err="1">
                          <a:solidFill>
                            <a:prstClr val="black"/>
                          </a:solidFill>
                          <a:latin typeface="Lucida Console" panose="020B0609040504020204" pitchFamily="49" charset="0"/>
                        </a:rPr>
                        <a:t>Kill</a:t>
                      </a:r>
                      <a:r>
                        <a:rPr lang="en-US" sz="1600" dirty="0">
                          <a:solidFill>
                            <a:prstClr val="black"/>
                          </a:solidFill>
                          <a:latin typeface="Lucida Console" panose="020B0609040504020204" pitchFamily="49" charset="0"/>
                        </a:rPr>
                        <a:t>()</a:t>
                      </a:r>
                    </a:p>
                    <a:p>
                      <a:r>
                        <a:rPr lang="en-US" sz="1600" dirty="0">
                          <a:solidFill>
                            <a:prstClr val="black"/>
                          </a:solidFill>
                          <a:latin typeface="Lucida Console" panose="020B0609040504020204" pitchFamily="49" charset="0"/>
                        </a:rPr>
                        <a:t>    }</a:t>
                      </a:r>
                    </a:p>
                    <a:p>
                      <a:r>
                        <a:rPr lang="en-US" sz="1600" dirty="0">
                          <a:solidFill>
                            <a:prstClr val="black"/>
                          </a:solidFill>
                          <a:latin typeface="Lucida Console" panose="020B0609040504020204" pitchFamily="49" charset="0"/>
                        </a:rPr>
                        <a:t>} </a:t>
                      </a:r>
                    </a:p>
                  </a:txBody>
                  <a:tcPr anchor="ctr">
                    <a:lnL w="9525" cap="flat" cmpd="sng" algn="ctr">
                      <a:solidFill>
                        <a:srgbClr val="4F81BD">
                          <a:shade val="95000"/>
                          <a:satMod val="105000"/>
                        </a:srgbClr>
                      </a:solidFill>
                      <a:prstDash val="solid"/>
                    </a:lnL>
                    <a:lnR w="9525" cap="flat" cmpd="sng" algn="ctr">
                      <a:solidFill>
                        <a:srgbClr val="4F81BD">
                          <a:shade val="95000"/>
                          <a:satMod val="105000"/>
                        </a:srgbClr>
                      </a:solidFill>
                      <a:prstDash val="solid"/>
                    </a:lnR>
                    <a:lnT w="9525" cap="flat" cmpd="sng" algn="ctr">
                      <a:solidFill>
                        <a:srgbClr val="4F81BD">
                          <a:shade val="95000"/>
                          <a:satMod val="105000"/>
                        </a:srgbClr>
                      </a:solidFill>
                      <a:prstDash val="solid"/>
                    </a:lnT>
                    <a:lnB w="9525" cap="flat" cmpd="sng" algn="ctr">
                      <a:solidFill>
                        <a:srgbClr val="4F81BD">
                          <a:shade val="95000"/>
                          <a:satMod val="10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56130794"/>
                  </a:ext>
                </a:extLst>
              </a:tr>
              <a:tr h="2177553">
                <a:tc>
                  <a:txBody>
                    <a:bodyPr/>
                    <a:lstStyle>
                      <a:lvl1pPr marL="0" algn="l" defTabSz="914367" rtl="0" eaLnBrk="1" latinLnBrk="0" hangingPunct="1">
                        <a:defRPr sz="1765" kern="1200">
                          <a:solidFill>
                            <a:schemeClr val="tx1"/>
                          </a:solidFill>
                          <a:latin typeface="Segoe UI"/>
                        </a:defRPr>
                      </a:lvl1pPr>
                      <a:lvl2pPr marL="457183" algn="l" defTabSz="914367" rtl="0" eaLnBrk="1" latinLnBrk="0" hangingPunct="1">
                        <a:defRPr sz="1765" kern="1200">
                          <a:solidFill>
                            <a:schemeClr val="tx1"/>
                          </a:solidFill>
                          <a:latin typeface="Segoe UI"/>
                        </a:defRPr>
                      </a:lvl2pPr>
                      <a:lvl3pPr marL="914367" algn="l" defTabSz="914367" rtl="0" eaLnBrk="1" latinLnBrk="0" hangingPunct="1">
                        <a:defRPr sz="1765" kern="1200">
                          <a:solidFill>
                            <a:schemeClr val="tx1"/>
                          </a:solidFill>
                          <a:latin typeface="Segoe UI"/>
                        </a:defRPr>
                      </a:lvl3pPr>
                      <a:lvl4pPr marL="1371550" algn="l" defTabSz="914367" rtl="0" eaLnBrk="1" latinLnBrk="0" hangingPunct="1">
                        <a:defRPr sz="1765" kern="1200">
                          <a:solidFill>
                            <a:schemeClr val="tx1"/>
                          </a:solidFill>
                          <a:latin typeface="Segoe UI"/>
                        </a:defRPr>
                      </a:lvl4pPr>
                      <a:lvl5pPr marL="1828734" algn="l" defTabSz="914367" rtl="0" eaLnBrk="1" latinLnBrk="0" hangingPunct="1">
                        <a:defRPr sz="1765" kern="1200">
                          <a:solidFill>
                            <a:schemeClr val="tx1"/>
                          </a:solidFill>
                          <a:latin typeface="Segoe UI"/>
                        </a:defRPr>
                      </a:lvl5pPr>
                      <a:lvl6pPr marL="2285918" algn="l" defTabSz="914367" rtl="0" eaLnBrk="1" latinLnBrk="0" hangingPunct="1">
                        <a:defRPr sz="1765" kern="1200">
                          <a:solidFill>
                            <a:schemeClr val="tx1"/>
                          </a:solidFill>
                          <a:latin typeface="Segoe UI"/>
                        </a:defRPr>
                      </a:lvl6pPr>
                      <a:lvl7pPr marL="2743101" algn="l" defTabSz="914367" rtl="0" eaLnBrk="1" latinLnBrk="0" hangingPunct="1">
                        <a:defRPr sz="1765" kern="1200">
                          <a:solidFill>
                            <a:schemeClr val="tx1"/>
                          </a:solidFill>
                          <a:latin typeface="Segoe UI"/>
                        </a:defRPr>
                      </a:lvl7pPr>
                      <a:lvl8pPr marL="3200284" algn="l" defTabSz="914367" rtl="0" eaLnBrk="1" latinLnBrk="0" hangingPunct="1">
                        <a:defRPr sz="1765" kern="1200">
                          <a:solidFill>
                            <a:schemeClr val="tx1"/>
                          </a:solidFill>
                          <a:latin typeface="Segoe UI"/>
                        </a:defRPr>
                      </a:lvl8pPr>
                      <a:lvl9pPr marL="3657469" algn="l" defTabSz="914367" rtl="0" eaLnBrk="1" latinLnBrk="0" hangingPunct="1">
                        <a:defRPr sz="1765" kern="1200">
                          <a:solidFill>
                            <a:schemeClr val="tx1"/>
                          </a:solidFill>
                          <a:latin typeface="Segoe UI"/>
                        </a:defRPr>
                      </a:lvl9pPr>
                    </a:lstStyle>
                    <a:p>
                      <a:r>
                        <a:rPr lang="en-US" sz="1600" dirty="0">
                          <a:solidFill>
                            <a:srgbClr val="F5F5F5"/>
                          </a:solidFill>
                          <a:latin typeface="Lucida Console" panose="020B0609040504020204" pitchFamily="49" charset="0"/>
                        </a:rPr>
                        <a:t>PS C:\&gt; </a:t>
                      </a:r>
                      <a:r>
                        <a:rPr lang="en-US" sz="1600" dirty="0">
                          <a:solidFill>
                            <a:srgbClr val="E0FFFF"/>
                          </a:solidFill>
                          <a:latin typeface="Lucida Console" panose="020B0609040504020204" pitchFamily="49" charset="0"/>
                        </a:rPr>
                        <a:t>Kill-Process</a:t>
                      </a:r>
                      <a:r>
                        <a:rPr lang="en-US" sz="1600" dirty="0">
                          <a:solidFill>
                            <a:srgbClr val="F5F5F5"/>
                          </a:solidFill>
                          <a:latin typeface="Lucida Console" panose="020B0609040504020204" pitchFamily="49" charset="0"/>
                        </a:rPr>
                        <a:t> </a:t>
                      </a:r>
                      <a:r>
                        <a:rPr lang="en-US" sz="1600" dirty="0">
                          <a:solidFill>
                            <a:srgbClr val="FFE4B5"/>
                          </a:solidFill>
                          <a:latin typeface="Lucida Console" panose="020B0609040504020204" pitchFamily="49" charset="0"/>
                        </a:rPr>
                        <a:t>-Name</a:t>
                      </a:r>
                      <a:r>
                        <a:rPr lang="en-US" sz="1600" dirty="0">
                          <a:solidFill>
                            <a:srgbClr val="F5F5F5"/>
                          </a:solidFill>
                          <a:latin typeface="Lucida Console" panose="020B0609040504020204" pitchFamily="49" charset="0"/>
                        </a:rPr>
                        <a:t> </a:t>
                      </a:r>
                      <a:r>
                        <a:rPr lang="en-US" sz="1600" dirty="0">
                          <a:solidFill>
                            <a:srgbClr val="EE82EE"/>
                          </a:solidFill>
                          <a:latin typeface="Lucida Console" panose="020B0609040504020204" pitchFamily="49" charset="0"/>
                        </a:rPr>
                        <a:t>notepad</a:t>
                      </a:r>
                      <a:r>
                        <a:rPr lang="en-US" sz="1600" dirty="0">
                          <a:solidFill>
                            <a:srgbClr val="F5F5F5"/>
                          </a:solidFill>
                          <a:latin typeface="Lucida Console" panose="020B0609040504020204" pitchFamily="49" charset="0"/>
                        </a:rPr>
                        <a:t> </a:t>
                      </a:r>
                      <a:r>
                        <a:rPr lang="en-US" sz="1600" dirty="0">
                          <a:solidFill>
                            <a:srgbClr val="FFE4B5"/>
                          </a:solidFill>
                          <a:latin typeface="Lucida Console" panose="020B0609040504020204" pitchFamily="49" charset="0"/>
                        </a:rPr>
                        <a:t>–</a:t>
                      </a:r>
                      <a:r>
                        <a:rPr lang="en-US" sz="1600" dirty="0" err="1">
                          <a:solidFill>
                            <a:srgbClr val="FFE4B5"/>
                          </a:solidFill>
                          <a:latin typeface="Lucida Console" panose="020B0609040504020204" pitchFamily="49" charset="0"/>
                        </a:rPr>
                        <a:t>WhatIf</a:t>
                      </a:r>
                      <a:endParaRPr lang="en-US" sz="1600" dirty="0">
                        <a:solidFill>
                          <a:srgbClr val="FFE4B5"/>
                        </a:solidFill>
                        <a:latin typeface="Lucida Console" panose="020B0609040504020204" pitchFamily="49" charset="0"/>
                      </a:endParaRPr>
                    </a:p>
                    <a:p>
                      <a:r>
                        <a:rPr lang="en-US" sz="1600" dirty="0">
                          <a:solidFill>
                            <a:srgbClr val="F5F5F5"/>
                          </a:solidFill>
                          <a:latin typeface="Lucida Console" panose="020B0609040504020204" pitchFamily="49" charset="0"/>
                        </a:rPr>
                        <a:t>What if: Performing the operation "Terminating Process" on target "notepad". </a:t>
                      </a:r>
                    </a:p>
                    <a:p>
                      <a:endParaRPr lang="en-US" sz="1600" dirty="0">
                        <a:solidFill>
                          <a:schemeClr val="tx1"/>
                        </a:solidFill>
                        <a:latin typeface="+mn-lt"/>
                      </a:endParaRPr>
                    </a:p>
                    <a:p>
                      <a:r>
                        <a:rPr lang="en-US" sz="1600" dirty="0">
                          <a:solidFill>
                            <a:srgbClr val="F5F5F5"/>
                          </a:solidFill>
                          <a:latin typeface="Lucida Console" panose="020B0609040504020204" pitchFamily="49" charset="0"/>
                        </a:rPr>
                        <a:t>PS C:\&gt; </a:t>
                      </a:r>
                      <a:r>
                        <a:rPr lang="en-US" sz="1600" dirty="0">
                          <a:solidFill>
                            <a:srgbClr val="E0FFFF"/>
                          </a:solidFill>
                          <a:latin typeface="Lucida Console" panose="020B0609040504020204" pitchFamily="49" charset="0"/>
                        </a:rPr>
                        <a:t>Kill-Process</a:t>
                      </a:r>
                      <a:r>
                        <a:rPr lang="en-US" sz="1600" dirty="0">
                          <a:solidFill>
                            <a:srgbClr val="F5F5F5"/>
                          </a:solidFill>
                          <a:latin typeface="Lucida Console" panose="020B0609040504020204" pitchFamily="49" charset="0"/>
                        </a:rPr>
                        <a:t> </a:t>
                      </a:r>
                      <a:r>
                        <a:rPr lang="en-US" sz="1600" dirty="0">
                          <a:solidFill>
                            <a:srgbClr val="FFE4B5"/>
                          </a:solidFill>
                          <a:latin typeface="Lucida Console" panose="020B0609040504020204" pitchFamily="49" charset="0"/>
                        </a:rPr>
                        <a:t>-Name</a:t>
                      </a:r>
                      <a:r>
                        <a:rPr lang="en-US" sz="1600" dirty="0">
                          <a:solidFill>
                            <a:srgbClr val="F5F5F5"/>
                          </a:solidFill>
                          <a:latin typeface="Lucida Console" panose="020B0609040504020204" pitchFamily="49" charset="0"/>
                        </a:rPr>
                        <a:t> </a:t>
                      </a:r>
                      <a:r>
                        <a:rPr lang="en-US" sz="1600" dirty="0">
                          <a:solidFill>
                            <a:srgbClr val="EE82EE"/>
                          </a:solidFill>
                          <a:latin typeface="Lucida Console" panose="020B0609040504020204" pitchFamily="49" charset="0"/>
                        </a:rPr>
                        <a:t>notepad</a:t>
                      </a:r>
                      <a:r>
                        <a:rPr lang="en-US" sz="1600" dirty="0">
                          <a:solidFill>
                            <a:srgbClr val="F5F5F5"/>
                          </a:solidFill>
                          <a:latin typeface="Lucida Console" panose="020B0609040504020204" pitchFamily="49" charset="0"/>
                        </a:rPr>
                        <a:t> </a:t>
                      </a:r>
                      <a:r>
                        <a:rPr lang="en-US" sz="1600" dirty="0">
                          <a:solidFill>
                            <a:srgbClr val="FFE4B5"/>
                          </a:solidFill>
                          <a:latin typeface="Lucida Console" panose="020B0609040504020204" pitchFamily="49" charset="0"/>
                        </a:rPr>
                        <a:t>-Confirm </a:t>
                      </a:r>
                      <a:endParaRPr lang="en-US" sz="1600" dirty="0">
                        <a:solidFill>
                          <a:srgbClr val="F5F5F5"/>
                        </a:solidFill>
                        <a:latin typeface="Lucida Console" panose="020B0609040504020204" pitchFamily="49" charset="0"/>
                        <a:ea typeface="+mn-ea"/>
                        <a:cs typeface="+mn-cs"/>
                      </a:endParaRPr>
                    </a:p>
                    <a:p>
                      <a:r>
                        <a:rPr lang="en-US" sz="1600" dirty="0">
                          <a:solidFill>
                            <a:srgbClr val="F5F5F5"/>
                          </a:solidFill>
                          <a:latin typeface="Lucida Console" panose="020B0609040504020204" pitchFamily="49" charset="0"/>
                          <a:ea typeface="+mn-ea"/>
                          <a:cs typeface="+mn-cs"/>
                        </a:rPr>
                        <a:t>Confirm</a:t>
                      </a:r>
                    </a:p>
                    <a:p>
                      <a:r>
                        <a:rPr lang="en-US" sz="1600" dirty="0">
                          <a:solidFill>
                            <a:srgbClr val="F5F5F5"/>
                          </a:solidFill>
                          <a:latin typeface="Lucida Console" panose="020B0609040504020204" pitchFamily="49" charset="0"/>
                          <a:ea typeface="+mn-ea"/>
                          <a:cs typeface="+mn-cs"/>
                        </a:rPr>
                        <a:t>Are you sure you want to perform this action?</a:t>
                      </a:r>
                    </a:p>
                    <a:p>
                      <a:r>
                        <a:rPr lang="en-US" sz="1600" dirty="0">
                          <a:solidFill>
                            <a:srgbClr val="F5F5F5"/>
                          </a:solidFill>
                          <a:latin typeface="Lucida Console" panose="020B0609040504020204" pitchFamily="49" charset="0"/>
                          <a:ea typeface="+mn-ea"/>
                          <a:cs typeface="+mn-cs"/>
                        </a:rPr>
                        <a:t>Performing the operation "Terminating Process" on target "notepad".</a:t>
                      </a:r>
                    </a:p>
                    <a:p>
                      <a:r>
                        <a:rPr lang="en-US" sz="1600" dirty="0">
                          <a:solidFill>
                            <a:srgbClr val="F5F5F5"/>
                          </a:solidFill>
                          <a:latin typeface="Lucida Console" panose="020B0609040504020204" pitchFamily="49" charset="0"/>
                          <a:ea typeface="+mn-ea"/>
                          <a:cs typeface="+mn-cs"/>
                        </a:rPr>
                        <a:t>[Y] Yes  [A] Yes to All  [N] No  [L] No to All  [S] Suspend  [?] Help</a:t>
                      </a:r>
                    </a:p>
                    <a:p>
                      <a:r>
                        <a:rPr lang="en-US" sz="1600" dirty="0">
                          <a:solidFill>
                            <a:srgbClr val="F5F5F5"/>
                          </a:solidFill>
                          <a:latin typeface="Lucida Console" panose="020B0609040504020204" pitchFamily="49" charset="0"/>
                          <a:ea typeface="+mn-ea"/>
                          <a:cs typeface="+mn-cs"/>
                        </a:rPr>
                        <a:t>(default is "Y"):</a:t>
                      </a:r>
                    </a:p>
                  </a:txBody>
                  <a:tcPr anchor="ctr">
                    <a:lnL w="9525" cap="flat" cmpd="sng" algn="ctr">
                      <a:solidFill>
                        <a:srgbClr val="4F81BD">
                          <a:shade val="95000"/>
                          <a:satMod val="105000"/>
                        </a:srgbClr>
                      </a:solidFill>
                      <a:prstDash val="solid"/>
                    </a:lnL>
                    <a:lnR w="9525" cap="flat" cmpd="sng" algn="ctr">
                      <a:solidFill>
                        <a:srgbClr val="4F81BD">
                          <a:shade val="95000"/>
                          <a:satMod val="105000"/>
                        </a:srgbClr>
                      </a:solidFill>
                      <a:prstDash val="solid"/>
                    </a:lnR>
                    <a:lnT w="9525" cap="flat" cmpd="sng" algn="ctr">
                      <a:solidFill>
                        <a:srgbClr val="4F81BD">
                          <a:shade val="95000"/>
                          <a:satMod val="105000"/>
                        </a:srgbClr>
                      </a:solidFill>
                      <a:prstDash val="solid"/>
                    </a:lnT>
                    <a:lnB w="9525" cap="flat" cmpd="sng" algn="ctr">
                      <a:solidFill>
                        <a:srgbClr val="4F81BD">
                          <a:shade val="95000"/>
                          <a:satMod val="105000"/>
                        </a:srgbClr>
                      </a:solidFill>
                      <a:prstDash val="solid"/>
                      <a:round/>
                      <a:headEnd type="none" w="med" len="med"/>
                      <a:tailEnd type="none" w="med" len="med"/>
                    </a:lnB>
                    <a:lnTlToBr w="12700" cmpd="sng">
                      <a:noFill/>
                      <a:prstDash val="solid"/>
                    </a:lnTlToBr>
                    <a:lnBlToTr w="12700" cmpd="sng">
                      <a:noFill/>
                      <a:prstDash val="solid"/>
                    </a:lnBlToTr>
                    <a:solidFill>
                      <a:srgbClr val="012456"/>
                    </a:solidFill>
                  </a:tcPr>
                </a:tc>
                <a:extLst>
                  <a:ext uri="{0D108BD9-81ED-4DB2-BD59-A6C34878D82A}">
                    <a16:rowId xmlns:a16="http://schemas.microsoft.com/office/drawing/2014/main" val="432093686"/>
                  </a:ext>
                </a:extLst>
              </a:tr>
            </a:tbl>
          </a:graphicData>
        </a:graphic>
      </p:graphicFrame>
      <p:pic>
        <p:nvPicPr>
          <p:cNvPr id="3" name="Picture 2">
            <a:extLst>
              <a:ext uri="{FF2B5EF4-FFF2-40B4-BE49-F238E27FC236}">
                <a16:creationId xmlns:a16="http://schemas.microsoft.com/office/drawing/2014/main" id="{3173464B-439A-4D03-81E7-AE8F5DC10021}"/>
              </a:ext>
            </a:extLst>
          </p:cNvPr>
          <p:cNvPicPr>
            <a:picLocks noChangeAspect="1"/>
          </p:cNvPicPr>
          <p:nvPr/>
        </p:nvPicPr>
        <p:blipFill>
          <a:blip r:embed="rId4"/>
          <a:stretch>
            <a:fillRect/>
          </a:stretch>
        </p:blipFill>
        <p:spPr>
          <a:xfrm>
            <a:off x="10287000" y="1981200"/>
            <a:ext cx="1113219" cy="1264722"/>
          </a:xfrm>
          <a:prstGeom prst="rect">
            <a:avLst/>
          </a:prstGeom>
        </p:spPr>
      </p:pic>
    </p:spTree>
    <p:custDataLst>
      <p:tags r:id="rId1"/>
    </p:custDataLst>
    <p:extLst>
      <p:ext uri="{BB962C8B-B14F-4D97-AF65-F5344CB8AC3E}">
        <p14:creationId xmlns:p14="http://schemas.microsoft.com/office/powerpoint/2010/main" val="1677964883"/>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AU"/>
              <a:t>Confirmation Severity Levels</a:t>
            </a:r>
            <a:endParaRPr lang="en-AU" dirty="0"/>
          </a:p>
        </p:txBody>
      </p:sp>
      <p:sp>
        <p:nvSpPr>
          <p:cNvPr id="2" name="Content Placeholder 1"/>
          <p:cNvSpPr>
            <a:spLocks noGrp="1"/>
          </p:cNvSpPr>
          <p:nvPr>
            <p:ph sz="quarter" idx="13"/>
          </p:nvPr>
        </p:nvSpPr>
        <p:spPr/>
        <p:txBody>
          <a:bodyPr>
            <a:normAutofit/>
          </a:bodyPr>
          <a:lstStyle/>
          <a:p>
            <a:pPr marL="0" indent="0">
              <a:buNone/>
            </a:pPr>
            <a:r>
              <a:rPr lang="en-US" dirty="0"/>
              <a:t>Default confirmations will be prompted when:</a:t>
            </a:r>
          </a:p>
          <a:p>
            <a:r>
              <a:rPr lang="en-US" dirty="0" err="1"/>
              <a:t>ConfirmImpact</a:t>
            </a:r>
            <a:r>
              <a:rPr lang="en-US" dirty="0"/>
              <a:t> value is greater than or equal to $</a:t>
            </a:r>
            <a:r>
              <a:rPr lang="en-US" dirty="0" err="1"/>
              <a:t>ConfirmPreference</a:t>
            </a:r>
            <a:r>
              <a:rPr lang="en-US" dirty="0"/>
              <a:t> value</a:t>
            </a:r>
          </a:p>
        </p:txBody>
      </p:sp>
      <p:graphicFrame>
        <p:nvGraphicFramePr>
          <p:cNvPr id="4" name="Table 3"/>
          <p:cNvGraphicFramePr>
            <a:graphicFrameLocks noGrp="1"/>
          </p:cNvGraphicFramePr>
          <p:nvPr>
            <p:extLst>
              <p:ext uri="{D42A27DB-BD31-4B8C-83A1-F6EECF244321}">
                <p14:modId xmlns:p14="http://schemas.microsoft.com/office/powerpoint/2010/main" val="2104403345"/>
              </p:ext>
            </p:extLst>
          </p:nvPr>
        </p:nvGraphicFramePr>
        <p:xfrm>
          <a:off x="3682533" y="2774028"/>
          <a:ext cx="8143300" cy="3176325"/>
        </p:xfrm>
        <a:graphic>
          <a:graphicData uri="http://schemas.openxmlformats.org/drawingml/2006/table">
            <a:tbl>
              <a:tblPr firstRow="1" bandRow="1">
                <a:tableStyleId>{5C22544A-7EE6-4342-B048-85BDC9FD1C3A}</a:tableStyleId>
              </a:tblPr>
              <a:tblGrid>
                <a:gridCol w="1652349">
                  <a:extLst>
                    <a:ext uri="{9D8B030D-6E8A-4147-A177-3AD203B41FA5}">
                      <a16:colId xmlns:a16="http://schemas.microsoft.com/office/drawing/2014/main" val="1020725338"/>
                    </a:ext>
                  </a:extLst>
                </a:gridCol>
                <a:gridCol w="6490951">
                  <a:extLst>
                    <a:ext uri="{9D8B030D-6E8A-4147-A177-3AD203B41FA5}">
                      <a16:colId xmlns:a16="http://schemas.microsoft.com/office/drawing/2014/main" val="3306975374"/>
                    </a:ext>
                  </a:extLst>
                </a:gridCol>
              </a:tblGrid>
              <a:tr h="470718">
                <a:tc gridSpan="2">
                  <a:txBody>
                    <a:bodyPr/>
                    <a:lstStyle/>
                    <a:p>
                      <a:pPr algn="l"/>
                      <a:r>
                        <a:rPr lang="en-AU" sz="2400" b="0" dirty="0" err="1">
                          <a:latin typeface="Segoe UI Light" panose="020B0502040204020203" pitchFamily="34" charset="0"/>
                          <a:cs typeface="Segoe UI Light" panose="020B0502040204020203" pitchFamily="34" charset="0"/>
                        </a:rPr>
                        <a:t>ConfirmImpact</a:t>
                      </a:r>
                      <a:r>
                        <a:rPr lang="en-AU" sz="2400" b="0" dirty="0">
                          <a:latin typeface="Segoe UI Light" panose="020B0502040204020203" pitchFamily="34" charset="0"/>
                          <a:cs typeface="Segoe UI Light" panose="020B0502040204020203" pitchFamily="34" charset="0"/>
                        </a:rPr>
                        <a:t> and $</a:t>
                      </a:r>
                      <a:r>
                        <a:rPr lang="en-AU" sz="2400" b="0" dirty="0" err="1">
                          <a:latin typeface="Segoe UI Light" panose="020B0502040204020203" pitchFamily="34" charset="0"/>
                          <a:cs typeface="Segoe UI Light" panose="020B0502040204020203" pitchFamily="34" charset="0"/>
                        </a:rPr>
                        <a:t>ConfirmPreference</a:t>
                      </a:r>
                      <a:r>
                        <a:rPr lang="en-AU" sz="2400" b="0" dirty="0">
                          <a:latin typeface="Segoe UI Light" panose="020B0502040204020203" pitchFamily="34" charset="0"/>
                          <a:cs typeface="Segoe UI Light" panose="020B0502040204020203" pitchFamily="34" charset="0"/>
                        </a:rPr>
                        <a:t> Values</a:t>
                      </a:r>
                    </a:p>
                  </a:txBody>
                  <a:tcPr/>
                </a:tc>
                <a:tc hMerge="1">
                  <a:txBody>
                    <a:bodyPr/>
                    <a:lstStyle/>
                    <a:p>
                      <a:endParaRPr lang="en-AU" sz="2000" dirty="0">
                        <a:latin typeface="Segoe UI Light" panose="020B0502040204020203" pitchFamily="34" charset="0"/>
                        <a:cs typeface="Segoe UI Light" panose="020B0502040204020203" pitchFamily="34" charset="0"/>
                      </a:endParaRPr>
                    </a:p>
                  </a:txBody>
                  <a:tcPr/>
                </a:tc>
                <a:extLst>
                  <a:ext uri="{0D108BD9-81ED-4DB2-BD59-A6C34878D82A}">
                    <a16:rowId xmlns:a16="http://schemas.microsoft.com/office/drawing/2014/main" val="385704817"/>
                  </a:ext>
                </a:extLst>
              </a:tr>
              <a:tr h="470718">
                <a:tc>
                  <a:txBody>
                    <a:bodyPr/>
                    <a:lstStyle/>
                    <a:p>
                      <a:r>
                        <a:rPr lang="en-AU" sz="2000" dirty="0">
                          <a:latin typeface="Segoe UI Light" panose="020B0502040204020203" pitchFamily="34" charset="0"/>
                          <a:cs typeface="Segoe UI Light" panose="020B0502040204020203" pitchFamily="34" charset="0"/>
                        </a:rPr>
                        <a:t>None</a:t>
                      </a:r>
                    </a:p>
                  </a:txBody>
                  <a:tcPr>
                    <a:solidFill>
                      <a:srgbClr val="D3D3D3"/>
                    </a:solidFill>
                  </a:tcPr>
                </a:tc>
                <a:tc>
                  <a:txBody>
                    <a:bodyPr/>
                    <a:lstStyle/>
                    <a:p>
                      <a:r>
                        <a:rPr lang="en-AU" sz="2000" dirty="0">
                          <a:latin typeface="Segoe UI Light" panose="020B0502040204020203" pitchFamily="34" charset="0"/>
                          <a:cs typeface="Segoe UI Light" panose="020B0502040204020203" pitchFamily="34" charset="0"/>
                        </a:rPr>
                        <a:t>No</a:t>
                      </a:r>
                      <a:r>
                        <a:rPr lang="en-AU" sz="2000" baseline="0" dirty="0">
                          <a:latin typeface="Segoe UI Light" panose="020B0502040204020203" pitchFamily="34" charset="0"/>
                          <a:cs typeface="Segoe UI Light" panose="020B0502040204020203" pitchFamily="34" charset="0"/>
                        </a:rPr>
                        <a:t> prompt(s)</a:t>
                      </a:r>
                      <a:endParaRPr lang="en-AU" sz="2000" dirty="0">
                        <a:latin typeface="Segoe UI Light" panose="020B0502040204020203" pitchFamily="34" charset="0"/>
                        <a:cs typeface="Segoe UI Light" panose="020B0502040204020203" pitchFamily="34" charset="0"/>
                      </a:endParaRPr>
                    </a:p>
                  </a:txBody>
                  <a:tcPr>
                    <a:solidFill>
                      <a:srgbClr val="D3D3D3"/>
                    </a:solidFill>
                  </a:tcPr>
                </a:tc>
                <a:extLst>
                  <a:ext uri="{0D108BD9-81ED-4DB2-BD59-A6C34878D82A}">
                    <a16:rowId xmlns:a16="http://schemas.microsoft.com/office/drawing/2014/main" val="4188084459"/>
                  </a:ext>
                </a:extLst>
              </a:tr>
              <a:tr h="670001">
                <a:tc>
                  <a:txBody>
                    <a:bodyPr/>
                    <a:lstStyle/>
                    <a:p>
                      <a:r>
                        <a:rPr lang="en-AU" sz="2000" dirty="0">
                          <a:latin typeface="Segoe UI Light" panose="020B0502040204020203" pitchFamily="34" charset="0"/>
                          <a:cs typeface="Segoe UI Light" panose="020B0502040204020203" pitchFamily="34" charset="0"/>
                        </a:rPr>
                        <a:t>Low</a:t>
                      </a:r>
                    </a:p>
                  </a:txBody>
                  <a:tcPr>
                    <a:solidFill>
                      <a:srgbClr val="EBEBEB"/>
                    </a:solidFill>
                  </a:tcPr>
                </a:tc>
                <a:tc>
                  <a:txBody>
                    <a:bodyPr/>
                    <a:lstStyle/>
                    <a:p>
                      <a:r>
                        <a:rPr lang="en-AU" sz="2000" dirty="0">
                          <a:latin typeface="Segoe UI Light" panose="020B0502040204020203" pitchFamily="34" charset="0"/>
                          <a:cs typeface="Segoe UI Light" panose="020B0502040204020203" pitchFamily="34" charset="0"/>
                        </a:rPr>
                        <a:t>Prompt for confirmation before running cmdlets or functions with a low, medium, or high risk</a:t>
                      </a:r>
                    </a:p>
                  </a:txBody>
                  <a:tcPr>
                    <a:solidFill>
                      <a:srgbClr val="EBEBEB"/>
                    </a:solidFill>
                  </a:tcPr>
                </a:tc>
                <a:extLst>
                  <a:ext uri="{0D108BD9-81ED-4DB2-BD59-A6C34878D82A}">
                    <a16:rowId xmlns:a16="http://schemas.microsoft.com/office/drawing/2014/main" val="3745127087"/>
                  </a:ext>
                </a:extLst>
              </a:tr>
              <a:tr h="670001">
                <a:tc>
                  <a:txBody>
                    <a:bodyPr/>
                    <a:lstStyle/>
                    <a:p>
                      <a:r>
                        <a:rPr lang="en-AU" sz="2000" dirty="0">
                          <a:latin typeface="Segoe UI Light" panose="020B0502040204020203" pitchFamily="34" charset="0"/>
                          <a:cs typeface="Segoe UI Light" panose="020B0502040204020203" pitchFamily="34" charset="0"/>
                        </a:rPr>
                        <a:t>Medium</a:t>
                      </a:r>
                    </a:p>
                  </a:txBody>
                  <a:tcPr>
                    <a:solidFill>
                      <a:srgbClr val="D3D3D3"/>
                    </a:solidFill>
                  </a:tcPr>
                </a:tc>
                <a:tc>
                  <a:txBody>
                    <a:bodyPr/>
                    <a:lstStyle/>
                    <a:p>
                      <a:r>
                        <a:rPr lang="en-AU" sz="2000" dirty="0">
                          <a:latin typeface="Segoe UI Light" panose="020B0502040204020203" pitchFamily="34" charset="0"/>
                          <a:cs typeface="Segoe UI Light" panose="020B0502040204020203" pitchFamily="34" charset="0"/>
                        </a:rPr>
                        <a:t>Prompt for confirmation before running cmdlets or functions with a medium, or high</a:t>
                      </a:r>
                      <a:r>
                        <a:rPr lang="en-AU" sz="2000" baseline="0" dirty="0">
                          <a:latin typeface="Segoe UI Light" panose="020B0502040204020203" pitchFamily="34" charset="0"/>
                          <a:cs typeface="Segoe UI Light" panose="020B0502040204020203" pitchFamily="34" charset="0"/>
                        </a:rPr>
                        <a:t> </a:t>
                      </a:r>
                      <a:r>
                        <a:rPr lang="en-AU" sz="2000" dirty="0">
                          <a:latin typeface="Segoe UI Light" panose="020B0502040204020203" pitchFamily="34" charset="0"/>
                          <a:cs typeface="Segoe UI Light" panose="020B0502040204020203" pitchFamily="34" charset="0"/>
                        </a:rPr>
                        <a:t>risk</a:t>
                      </a:r>
                    </a:p>
                  </a:txBody>
                  <a:tcPr>
                    <a:solidFill>
                      <a:srgbClr val="D3D3D3"/>
                    </a:solidFill>
                  </a:tcPr>
                </a:tc>
                <a:extLst>
                  <a:ext uri="{0D108BD9-81ED-4DB2-BD59-A6C34878D82A}">
                    <a16:rowId xmlns:a16="http://schemas.microsoft.com/office/drawing/2014/main" val="2041739002"/>
                  </a:ext>
                </a:extLst>
              </a:tr>
              <a:tr h="832809">
                <a:tc>
                  <a:txBody>
                    <a:bodyPr/>
                    <a:lstStyle/>
                    <a:p>
                      <a:r>
                        <a:rPr lang="en-AU" sz="2000" dirty="0">
                          <a:latin typeface="Segoe UI Light" panose="020B0502040204020203" pitchFamily="34" charset="0"/>
                          <a:cs typeface="Segoe UI Light" panose="020B0502040204020203" pitchFamily="34" charset="0"/>
                        </a:rPr>
                        <a:t>High</a:t>
                      </a:r>
                    </a:p>
                  </a:txBody>
                  <a:tcPr>
                    <a:solidFill>
                      <a:srgbClr val="EBEBEB"/>
                    </a:solidFill>
                  </a:tcPr>
                </a:tc>
                <a:tc>
                  <a:txBody>
                    <a:bodyPr/>
                    <a:lstStyle/>
                    <a:p>
                      <a:r>
                        <a:rPr lang="en-AU" sz="2000" dirty="0">
                          <a:latin typeface="Segoe UI Light" panose="020B0502040204020203" pitchFamily="34" charset="0"/>
                          <a:cs typeface="Segoe UI Light" panose="020B0502040204020203" pitchFamily="34" charset="0"/>
                        </a:rPr>
                        <a:t>Prompt for confirmation before  running cmdlets or functions with a high risk</a:t>
                      </a:r>
                    </a:p>
                  </a:txBody>
                  <a:tcPr>
                    <a:solidFill>
                      <a:srgbClr val="EBEBEB"/>
                    </a:solidFill>
                  </a:tcPr>
                </a:tc>
                <a:extLst>
                  <a:ext uri="{0D108BD9-81ED-4DB2-BD59-A6C34878D82A}">
                    <a16:rowId xmlns:a16="http://schemas.microsoft.com/office/drawing/2014/main" val="2035147123"/>
                  </a:ext>
                </a:extLst>
              </a:tr>
            </a:tbl>
          </a:graphicData>
        </a:graphic>
      </p:graphicFrame>
      <p:sp>
        <p:nvSpPr>
          <p:cNvPr id="5" name="TextBox 4"/>
          <p:cNvSpPr txBox="1"/>
          <p:nvPr/>
        </p:nvSpPr>
        <p:spPr>
          <a:xfrm>
            <a:off x="309421" y="5461649"/>
            <a:ext cx="2433780" cy="769441"/>
          </a:xfrm>
          <a:prstGeom prst="wedgeRectCallout">
            <a:avLst>
              <a:gd name="adj1" fmla="val 87344"/>
              <a:gd name="adj2" fmla="val -65954"/>
            </a:avLst>
          </a:prstGeom>
          <a:solidFill>
            <a:srgbClr val="737373"/>
          </a:solid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rPr>
              <a:t>$</a:t>
            </a:r>
            <a:r>
              <a:rPr kumimoji="0" lang="en-AU" sz="2000" b="0" i="0" u="none" strike="noStrike" kern="1200" cap="none" spc="0" normalizeH="0" baseline="0" noProof="0" dirty="0" err="1">
                <a:ln>
                  <a:noFill/>
                </a:ln>
                <a:solidFill>
                  <a:prstClr val="white"/>
                </a:solidFill>
                <a:effectLst/>
                <a:uLnTx/>
                <a:uFillTx/>
                <a:latin typeface="Segoe UI Light" panose="020B0502040204020203" pitchFamily="34" charset="0"/>
                <a:ea typeface="+mn-ea"/>
                <a:cs typeface="Segoe UI Light" panose="020B0502040204020203" pitchFamily="34" charset="0"/>
              </a:rPr>
              <a:t>ConfirmPreference</a:t>
            </a:r>
            <a:r>
              <a:rPr kumimoji="0" lang="en-AU" sz="2400" b="0"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rPr>
              <a:t> </a:t>
            </a:r>
            <a:r>
              <a:rPr kumimoji="0" lang="en-AU" sz="2000" b="0"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rPr>
              <a:t>Default</a:t>
            </a:r>
          </a:p>
        </p:txBody>
      </p:sp>
    </p:spTree>
    <p:custDataLst>
      <p:tags r:id="rId1"/>
    </p:custDataLst>
    <p:extLst>
      <p:ext uri="{BB962C8B-B14F-4D97-AF65-F5344CB8AC3E}">
        <p14:creationId xmlns:p14="http://schemas.microsoft.com/office/powerpoint/2010/main" val="3296877181"/>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5BB0C-211A-4A6B-A4FE-D9C725309C49}"/>
              </a:ext>
            </a:extLst>
          </p:cNvPr>
          <p:cNvSpPr>
            <a:spLocks noGrp="1"/>
          </p:cNvSpPr>
          <p:nvPr>
            <p:ph type="title"/>
          </p:nvPr>
        </p:nvSpPr>
        <p:spPr/>
        <p:txBody>
          <a:bodyPr/>
          <a:lstStyle/>
          <a:p>
            <a:r>
              <a:rPr lang="en-US" dirty="0"/>
              <a:t>Questions?</a:t>
            </a:r>
          </a:p>
        </p:txBody>
      </p:sp>
      <p:pic>
        <p:nvPicPr>
          <p:cNvPr id="36" name="Multiple Question Marks" descr="Multiple Question Marks">
            <a:extLst>
              <a:ext uri="{FF2B5EF4-FFF2-40B4-BE49-F238E27FC236}">
                <a16:creationId xmlns:a16="http://schemas.microsoft.com/office/drawing/2014/main" id="{E609CE4D-9188-4CF4-804D-5F16F38688F4}"/>
              </a:ext>
            </a:extLst>
          </p:cNvPr>
          <p:cNvPicPr>
            <a:picLocks noGrp="1" noChangeAspect="1"/>
          </p:cNvPicPr>
          <p:nvPr>
            <p:ph type="pic" sz="quarter" idx="15"/>
            <p:custDataLst>
              <p:tags r:id="rId2"/>
            </p:custDataLst>
          </p:nvPr>
        </p:nvPicPr>
        <p:blipFill rotWithShape="1">
          <a:blip r:embed="rId5">
            <a:extLst>
              <a:ext uri="{28A0092B-C50C-407E-A947-70E740481C1C}">
                <a14:useLocalDpi xmlns:a14="http://schemas.microsoft.com/office/drawing/2010/main" val="0"/>
              </a:ext>
            </a:extLst>
          </a:blip>
          <a:srcRect t="386" b="386"/>
          <a:stretch/>
        </p:blipFill>
        <p:spPr>
          <a:xfrm>
            <a:off x="5333682" y="0"/>
            <a:ext cx="6858000" cy="6861524"/>
          </a:xfrm>
          <a:prstGeom prst="rect">
            <a:avLst/>
          </a:prstGeom>
        </p:spPr>
      </p:pic>
    </p:spTree>
    <p:custDataLst>
      <p:tags r:id="rId1"/>
    </p:custDataLst>
    <p:extLst>
      <p:ext uri="{BB962C8B-B14F-4D97-AF65-F5344CB8AC3E}">
        <p14:creationId xmlns:p14="http://schemas.microsoft.com/office/powerpoint/2010/main" val="3455316660"/>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Function Comment-based Help</a:t>
            </a:r>
            <a:endParaRPr lang="en-AU" dirty="0"/>
          </a:p>
        </p:txBody>
      </p:sp>
      <p:sp>
        <p:nvSpPr>
          <p:cNvPr id="3" name="Content Placeholder 2"/>
          <p:cNvSpPr>
            <a:spLocks noGrp="1"/>
          </p:cNvSpPr>
          <p:nvPr>
            <p:ph sz="quarter" idx="13"/>
          </p:nvPr>
        </p:nvSpPr>
        <p:spPr/>
        <p:txBody>
          <a:bodyPr>
            <a:normAutofit/>
          </a:bodyPr>
          <a:lstStyle/>
          <a:p>
            <a:r>
              <a:rPr lang="en-AU" sz="2400" dirty="0"/>
              <a:t>Special help comment keywords can be used to write </a:t>
            </a:r>
            <a:r>
              <a:rPr lang="en-AU" sz="2400" b="1" dirty="0"/>
              <a:t>Get-Help</a:t>
            </a:r>
            <a:r>
              <a:rPr lang="en-AU" sz="2400" dirty="0"/>
              <a:t> topics</a:t>
            </a:r>
          </a:p>
          <a:p>
            <a:r>
              <a:rPr lang="en-AU" b="1" noProof="1">
                <a:solidFill>
                  <a:schemeClr val="dk1"/>
                </a:solidFill>
              </a:rPr>
              <a:t>CTRL + J </a:t>
            </a:r>
            <a:r>
              <a:rPr lang="en-AU" noProof="1">
                <a:solidFill>
                  <a:schemeClr val="dk1"/>
                </a:solidFill>
              </a:rPr>
              <a:t>(Start snippets) in ISE to get ‘advanced function’ with help topics</a:t>
            </a:r>
            <a:endParaRPr lang="en-US" sz="2400" noProof="1">
              <a:solidFill>
                <a:schemeClr val="dk1"/>
              </a:solidFill>
            </a:endParaRPr>
          </a:p>
        </p:txBody>
      </p:sp>
      <p:graphicFrame>
        <p:nvGraphicFramePr>
          <p:cNvPr id="10" name="Table 9"/>
          <p:cNvGraphicFramePr>
            <a:graphicFrameLocks noGrp="1"/>
          </p:cNvGraphicFramePr>
          <p:nvPr>
            <p:extLst>
              <p:ext uri="{D42A27DB-BD31-4B8C-83A1-F6EECF244321}">
                <p14:modId xmlns:p14="http://schemas.microsoft.com/office/powerpoint/2010/main" val="3628599495"/>
              </p:ext>
            </p:extLst>
          </p:nvPr>
        </p:nvGraphicFramePr>
        <p:xfrm>
          <a:off x="3505898" y="2590800"/>
          <a:ext cx="5180203" cy="3840480"/>
        </p:xfrm>
        <a:graphic>
          <a:graphicData uri="http://schemas.openxmlformats.org/drawingml/2006/table">
            <a:tbl>
              <a:tblPr firstRow="1" bandRow="1"/>
              <a:tblGrid>
                <a:gridCol w="5180203">
                  <a:extLst>
                    <a:ext uri="{9D8B030D-6E8A-4147-A177-3AD203B41FA5}">
                      <a16:colId xmlns:a16="http://schemas.microsoft.com/office/drawing/2014/main" val="3312980762"/>
                    </a:ext>
                  </a:extLst>
                </a:gridCol>
              </a:tblGrid>
              <a:tr h="303994">
                <a:tc>
                  <a:txBody>
                    <a:bodyPr/>
                    <a:lstStyle>
                      <a:lvl1pPr>
                        <a:defRPr b="1">
                          <a:solidFill>
                            <a:schemeClr val="bg1"/>
                          </a:solidFill>
                          <a:latin typeface="Segoe UI"/>
                          <a:ea typeface=""/>
                          <a:cs typeface=""/>
                        </a:defRPr>
                      </a:lvl1pPr>
                      <a:lvl2pPr>
                        <a:defRPr b="1">
                          <a:solidFill>
                            <a:schemeClr val="bg1"/>
                          </a:solidFill>
                          <a:latin typeface="Segoe UI"/>
                          <a:ea typeface=""/>
                          <a:cs typeface=""/>
                        </a:defRPr>
                      </a:lvl2pPr>
                      <a:lvl3pPr>
                        <a:defRPr b="1">
                          <a:solidFill>
                            <a:schemeClr val="bg1"/>
                          </a:solidFill>
                          <a:latin typeface="Segoe UI"/>
                          <a:ea typeface=""/>
                          <a:cs typeface=""/>
                        </a:defRPr>
                      </a:lvl3pPr>
                      <a:lvl4pPr>
                        <a:defRPr b="1">
                          <a:solidFill>
                            <a:schemeClr val="bg1"/>
                          </a:solidFill>
                          <a:latin typeface="Segoe UI"/>
                          <a:ea typeface=""/>
                          <a:cs typeface=""/>
                        </a:defRPr>
                      </a:lvl4pPr>
                      <a:lvl5pPr>
                        <a:defRPr b="1">
                          <a:solidFill>
                            <a:schemeClr val="bg1"/>
                          </a:solidFill>
                          <a:latin typeface="Segoe UI"/>
                          <a:ea typeface=""/>
                          <a:cs typeface=""/>
                        </a:defRPr>
                      </a:lvl5pPr>
                      <a:lvl6pPr>
                        <a:defRPr b="1">
                          <a:solidFill>
                            <a:schemeClr val="bg1"/>
                          </a:solidFill>
                          <a:latin typeface="Segoe UI"/>
                          <a:ea typeface=""/>
                          <a:cs typeface=""/>
                        </a:defRPr>
                      </a:lvl6pPr>
                      <a:lvl7pPr>
                        <a:defRPr b="1">
                          <a:solidFill>
                            <a:schemeClr val="bg1"/>
                          </a:solidFill>
                          <a:latin typeface="Segoe UI"/>
                          <a:ea typeface=""/>
                          <a:cs typeface=""/>
                        </a:defRPr>
                      </a:lvl7pPr>
                      <a:lvl8pPr>
                        <a:defRPr b="1">
                          <a:solidFill>
                            <a:schemeClr val="bg1"/>
                          </a:solidFill>
                          <a:latin typeface="Segoe UI"/>
                          <a:ea typeface=""/>
                          <a:cs typeface=""/>
                        </a:defRPr>
                      </a:lvl8pPr>
                      <a:lvl9pPr>
                        <a:defRPr b="1">
                          <a:solidFill>
                            <a:schemeClr val="bg1"/>
                          </a:solidFill>
                          <a:latin typeface="Segoe UI"/>
                          <a:ea typeface=""/>
                          <a:cs typeface=""/>
                        </a:defRPr>
                      </a:lvl9pPr>
                    </a:lstStyle>
                    <a:p>
                      <a:pPr algn="l"/>
                      <a:r>
                        <a:rPr lang="en-AU" sz="2400" b="0" dirty="0">
                          <a:solidFill>
                            <a:schemeClr val="dk1"/>
                          </a:solidFill>
                          <a:latin typeface="Segoe UI Light" panose="020B0502040204020203" pitchFamily="34" charset="0"/>
                          <a:cs typeface="Segoe UI Light" panose="020B0502040204020203" pitchFamily="34" charset="0"/>
                        </a:rPr>
                        <a:t>Syntax</a:t>
                      </a:r>
                    </a:p>
                  </a:txBody>
                  <a:tcPr anchor="ctr">
                    <a:lnL w="9525" cap="flat" cmpd="sng" algn="ctr">
                      <a:solidFill>
                        <a:srgbClr val="4F81BD">
                          <a:shade val="95000"/>
                          <a:satMod val="105000"/>
                        </a:srgbClr>
                      </a:solidFill>
                      <a:prstDash val="solid"/>
                    </a:lnL>
                    <a:lnR w="9525" cap="flat" cmpd="sng" algn="ctr">
                      <a:solidFill>
                        <a:srgbClr val="4F81BD">
                          <a:shade val="95000"/>
                          <a:satMod val="105000"/>
                        </a:srgbClr>
                      </a:solidFill>
                      <a:prstDash val="solid"/>
                    </a:lnR>
                    <a:lnT w="9525" cap="flat" cmpd="sng" algn="ctr">
                      <a:solidFill>
                        <a:srgbClr val="4F81BD">
                          <a:shade val="95000"/>
                          <a:satMod val="105000"/>
                        </a:srgbClr>
                      </a:solidFill>
                      <a:prstDash val="solid"/>
                    </a:lnT>
                    <a:lnB w="9525" cap="flat" cmpd="sng" algn="ctr">
                      <a:solidFill>
                        <a:srgbClr val="4F81BD">
                          <a:shade val="95000"/>
                          <a:satMod val="105000"/>
                        </a:srgbClr>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2430901432"/>
                  </a:ext>
                </a:extLst>
              </a:tr>
              <a:tr h="469966">
                <a:tc>
                  <a:txBody>
                    <a:bodyPr/>
                    <a:lstStyle>
                      <a:lvl1pPr>
                        <a:defRPr>
                          <a:solidFill>
                            <a:schemeClr val="tx1"/>
                          </a:solidFill>
                          <a:latin typeface="Segoe UI"/>
                          <a:ea typeface=""/>
                          <a:cs typeface=""/>
                        </a:defRPr>
                      </a:lvl1pPr>
                      <a:lvl2pPr>
                        <a:defRPr>
                          <a:solidFill>
                            <a:schemeClr val="tx1"/>
                          </a:solidFill>
                          <a:latin typeface="Segoe UI"/>
                          <a:ea typeface=""/>
                          <a:cs typeface=""/>
                        </a:defRPr>
                      </a:lvl2pPr>
                      <a:lvl3pPr>
                        <a:defRPr>
                          <a:solidFill>
                            <a:schemeClr val="tx1"/>
                          </a:solidFill>
                          <a:latin typeface="Segoe UI"/>
                          <a:ea typeface=""/>
                          <a:cs typeface=""/>
                        </a:defRPr>
                      </a:lvl3pPr>
                      <a:lvl4pPr>
                        <a:defRPr>
                          <a:solidFill>
                            <a:schemeClr val="tx1"/>
                          </a:solidFill>
                          <a:latin typeface="Segoe UI"/>
                          <a:ea typeface=""/>
                          <a:cs typeface=""/>
                        </a:defRPr>
                      </a:lvl4pPr>
                      <a:lvl5pPr>
                        <a:defRPr>
                          <a:solidFill>
                            <a:schemeClr val="tx1"/>
                          </a:solidFill>
                          <a:latin typeface="Segoe UI"/>
                          <a:ea typeface=""/>
                          <a:cs typeface=""/>
                        </a:defRPr>
                      </a:lvl5pPr>
                      <a:lvl6pPr>
                        <a:defRPr>
                          <a:solidFill>
                            <a:schemeClr val="tx1"/>
                          </a:solidFill>
                          <a:latin typeface="Segoe UI"/>
                          <a:ea typeface=""/>
                          <a:cs typeface=""/>
                        </a:defRPr>
                      </a:lvl6pPr>
                      <a:lvl7pPr>
                        <a:defRPr>
                          <a:solidFill>
                            <a:schemeClr val="tx1"/>
                          </a:solidFill>
                          <a:latin typeface="Segoe UI"/>
                          <a:ea typeface=""/>
                          <a:cs typeface=""/>
                        </a:defRPr>
                      </a:lvl7pPr>
                      <a:lvl8pPr>
                        <a:defRPr>
                          <a:solidFill>
                            <a:schemeClr val="tx1"/>
                          </a:solidFill>
                          <a:latin typeface="Segoe UI"/>
                          <a:ea typeface=""/>
                          <a:cs typeface=""/>
                        </a:defRPr>
                      </a:lvl8pPr>
                      <a:lvl9pPr>
                        <a:defRPr>
                          <a:solidFill>
                            <a:schemeClr val="tx1"/>
                          </a:solidFill>
                          <a:latin typeface="Segoe UI"/>
                          <a:ea typeface=""/>
                          <a:cs typeface=""/>
                        </a:defRPr>
                      </a:lvl9pPr>
                    </a:lstStyle>
                    <a:p>
                      <a:r>
                        <a:rPr lang="en-AU" sz="2400" dirty="0">
                          <a:solidFill>
                            <a:srgbClr val="98FB98"/>
                          </a:solidFill>
                          <a:latin typeface="Lucida Console" panose="020B0609040504020204" pitchFamily="49" charset="0"/>
                        </a:rPr>
                        <a:t># .&lt; help keyword&gt;</a:t>
                      </a:r>
                      <a:endParaRPr lang="en-AU" sz="2400" dirty="0">
                        <a:solidFill>
                          <a:srgbClr val="F5F5F5"/>
                        </a:solidFill>
                        <a:latin typeface="Lucida Console" panose="020B0609040504020204" pitchFamily="49" charset="0"/>
                      </a:endParaRPr>
                    </a:p>
                    <a:p>
                      <a:r>
                        <a:rPr lang="en-AU" sz="2400" dirty="0">
                          <a:solidFill>
                            <a:srgbClr val="98FB98"/>
                          </a:solidFill>
                          <a:latin typeface="Lucida Console" panose="020B0609040504020204" pitchFamily="49" charset="0"/>
                        </a:rPr>
                        <a:t># &lt;help content&gt;</a:t>
                      </a:r>
                      <a:endParaRPr lang="en-AU" sz="2400" dirty="0">
                        <a:solidFill>
                          <a:srgbClr val="F5F5F5"/>
                        </a:solidFill>
                        <a:latin typeface="Lucida Console" panose="020B0609040504020204" pitchFamily="49" charset="0"/>
                      </a:endParaRPr>
                    </a:p>
                    <a:p>
                      <a:r>
                        <a:rPr lang="en-AU" sz="2400" dirty="0">
                          <a:solidFill>
                            <a:srgbClr val="F5F5F5"/>
                          </a:solidFill>
                          <a:latin typeface="Lucida Console" panose="020B0609040504020204" pitchFamily="49" charset="0"/>
                        </a:rPr>
                        <a:t> </a:t>
                      </a:r>
                    </a:p>
                    <a:p>
                      <a:r>
                        <a:rPr lang="en-AU" sz="2400" dirty="0">
                          <a:solidFill>
                            <a:srgbClr val="F5F5F5"/>
                          </a:solidFill>
                          <a:latin typeface="Lucida Console" panose="020B0609040504020204" pitchFamily="49" charset="0"/>
                        </a:rPr>
                        <a:t>    </a:t>
                      </a:r>
                      <a:r>
                        <a:rPr lang="en-AU" sz="2400" dirty="0">
                          <a:solidFill>
                            <a:srgbClr val="E0FFFF"/>
                          </a:solidFill>
                          <a:latin typeface="Lucida Console" panose="020B0609040504020204" pitchFamily="49" charset="0"/>
                        </a:rPr>
                        <a:t>-or</a:t>
                      </a:r>
                      <a:r>
                        <a:rPr lang="en-AU" sz="2400" dirty="0">
                          <a:solidFill>
                            <a:srgbClr val="F5F5F5"/>
                          </a:solidFill>
                          <a:latin typeface="Lucida Console" panose="020B0609040504020204" pitchFamily="49" charset="0"/>
                        </a:rPr>
                        <a:t> </a:t>
                      </a:r>
                      <a:r>
                        <a:rPr lang="en-AU" sz="2400" dirty="0">
                          <a:solidFill>
                            <a:srgbClr val="EE82EE"/>
                          </a:solidFill>
                          <a:latin typeface="Lucida Console" panose="020B0609040504020204" pitchFamily="49" charset="0"/>
                        </a:rPr>
                        <a:t>-</a:t>
                      </a:r>
                      <a:endParaRPr lang="en-AU" sz="2400" dirty="0">
                        <a:solidFill>
                          <a:srgbClr val="F5F5F5"/>
                        </a:solidFill>
                        <a:latin typeface="Lucida Console" panose="020B0609040504020204" pitchFamily="49" charset="0"/>
                      </a:endParaRPr>
                    </a:p>
                    <a:p>
                      <a:endParaRPr lang="en-AU" sz="2400" dirty="0">
                        <a:solidFill>
                          <a:srgbClr val="F5F5F5"/>
                        </a:solidFill>
                        <a:latin typeface="Lucida Console" panose="020B0609040504020204" pitchFamily="49" charset="0"/>
                      </a:endParaRPr>
                    </a:p>
                    <a:p>
                      <a:r>
                        <a:rPr lang="en-AU" sz="2400" dirty="0">
                          <a:solidFill>
                            <a:srgbClr val="98FB98"/>
                          </a:solidFill>
                          <a:latin typeface="Lucida Console" panose="020B0609040504020204" pitchFamily="49" charset="0"/>
                        </a:rPr>
                        <a:t>&lt;#</a:t>
                      </a:r>
                    </a:p>
                    <a:p>
                      <a:r>
                        <a:rPr lang="en-AU" sz="2400" dirty="0">
                          <a:solidFill>
                            <a:srgbClr val="98FB98"/>
                          </a:solidFill>
                          <a:latin typeface="Lucida Console" panose="020B0609040504020204" pitchFamily="49" charset="0"/>
                        </a:rPr>
                        <a:t>    .&lt; help keyword&gt;</a:t>
                      </a:r>
                    </a:p>
                    <a:p>
                      <a:r>
                        <a:rPr lang="en-AU" sz="2400" dirty="0">
                          <a:solidFill>
                            <a:srgbClr val="98FB98"/>
                          </a:solidFill>
                          <a:latin typeface="Lucida Console" panose="020B0609040504020204" pitchFamily="49" charset="0"/>
                        </a:rPr>
                        <a:t>     &lt; help content&gt;</a:t>
                      </a:r>
                    </a:p>
                    <a:p>
                      <a:r>
                        <a:rPr lang="en-AU" sz="2400" dirty="0">
                          <a:solidFill>
                            <a:srgbClr val="98FB98"/>
                          </a:solidFill>
                          <a:latin typeface="Lucida Console" panose="020B0609040504020204" pitchFamily="49" charset="0"/>
                        </a:rPr>
                        <a:t>#&gt;  </a:t>
                      </a:r>
                    </a:p>
                  </a:txBody>
                  <a:tcPr>
                    <a:lnL w="9525" cap="flat" cmpd="sng" algn="ctr">
                      <a:solidFill>
                        <a:srgbClr val="4F81BD">
                          <a:shade val="95000"/>
                          <a:satMod val="105000"/>
                        </a:srgbClr>
                      </a:solidFill>
                      <a:prstDash val="solid"/>
                    </a:lnL>
                    <a:lnR w="9525" cap="flat" cmpd="sng" algn="ctr">
                      <a:solidFill>
                        <a:srgbClr val="4F81BD">
                          <a:shade val="95000"/>
                          <a:satMod val="105000"/>
                        </a:srgbClr>
                      </a:solidFill>
                      <a:prstDash val="solid"/>
                    </a:lnR>
                    <a:lnT w="9525" cap="flat" cmpd="sng" algn="ctr">
                      <a:solidFill>
                        <a:srgbClr val="4F81BD">
                          <a:shade val="95000"/>
                          <a:satMod val="105000"/>
                        </a:srgbClr>
                      </a:solidFill>
                      <a:prstDash val="solid"/>
                    </a:lnT>
                    <a:lnB w="9525" cap="flat" cmpd="sng" algn="ctr">
                      <a:solidFill>
                        <a:srgbClr val="4F81BD">
                          <a:shade val="95000"/>
                          <a:satMod val="105000"/>
                        </a:srgbClr>
                      </a:solidFill>
                      <a:prstDash val="solid"/>
                    </a:lnB>
                    <a:lnTlToBr w="12700" cmpd="sng">
                      <a:noFill/>
                      <a:prstDash val="solid"/>
                    </a:lnTlToBr>
                    <a:lnBlToTr w="12700" cmpd="sng">
                      <a:noFill/>
                      <a:prstDash val="solid"/>
                    </a:lnBlToTr>
                    <a:solidFill>
                      <a:srgbClr val="012456"/>
                    </a:solidFill>
                  </a:tcPr>
                </a:tc>
                <a:extLst>
                  <a:ext uri="{0D108BD9-81ED-4DB2-BD59-A6C34878D82A}">
                    <a16:rowId xmlns:a16="http://schemas.microsoft.com/office/drawing/2014/main" val="3037874235"/>
                  </a:ext>
                </a:extLst>
              </a:tr>
            </a:tbl>
          </a:graphicData>
        </a:graphic>
      </p:graphicFrame>
    </p:spTree>
    <p:custDataLst>
      <p:tags r:id="rId1"/>
    </p:custDataLst>
    <p:extLst>
      <p:ext uri="{BB962C8B-B14F-4D97-AF65-F5344CB8AC3E}">
        <p14:creationId xmlns:p14="http://schemas.microsoft.com/office/powerpoint/2010/main" val="717519573"/>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08631-A922-421D-9D79-81131AF613DD}"/>
              </a:ext>
            </a:extLst>
          </p:cNvPr>
          <p:cNvSpPr>
            <a:spLocks noGrp="1"/>
          </p:cNvSpPr>
          <p:nvPr>
            <p:ph type="title"/>
          </p:nvPr>
        </p:nvSpPr>
        <p:spPr/>
        <p:txBody>
          <a:bodyPr/>
          <a:lstStyle/>
          <a:p>
            <a:r>
              <a:rPr lang="en-US" dirty="0"/>
              <a:t>Comment based keyboards</a:t>
            </a:r>
          </a:p>
        </p:txBody>
      </p:sp>
      <p:sp>
        <p:nvSpPr>
          <p:cNvPr id="3" name="Content Placeholder 2">
            <a:extLst>
              <a:ext uri="{FF2B5EF4-FFF2-40B4-BE49-F238E27FC236}">
                <a16:creationId xmlns:a16="http://schemas.microsoft.com/office/drawing/2014/main" id="{43A7AB16-0C4C-4DBB-964E-EC027BC8F074}"/>
              </a:ext>
            </a:extLst>
          </p:cNvPr>
          <p:cNvSpPr>
            <a:spLocks noGrp="1"/>
          </p:cNvSpPr>
          <p:nvPr>
            <p:ph sz="quarter" idx="13"/>
            <p:custDataLst>
              <p:tags r:id="rId2"/>
            </p:custDataLst>
          </p:nvPr>
        </p:nvSpPr>
        <p:spPr/>
        <p:txBody>
          <a:bodyPr>
            <a:normAutofit lnSpcReduction="10000"/>
          </a:bodyPr>
          <a:lstStyle>
            <a:lvl1pPr marL="310896" indent="-310896" algn="l" defTabSz="932688" rtl="0" eaLnBrk="1" latinLnBrk="0" hangingPunct="1">
              <a:buClr>
                <a:schemeClr val="tx1"/>
              </a:buClr>
              <a:buSzPct val="90000"/>
              <a:buFont typeface="Wingdings" panose="05000000000000000000" pitchFamily="2" charset="2"/>
              <a:buChar char=""/>
            </a:lvl1pPr>
            <a:lvl2pPr marL="621792" indent="-310896" algn="l" defTabSz="932688" rtl="0" eaLnBrk="1" latinLnBrk="0" hangingPunct="1">
              <a:buClr>
                <a:schemeClr val="tx1"/>
              </a:buClr>
              <a:buSzPct val="90000"/>
              <a:buFont typeface="Wingdings" panose="05000000000000000000" pitchFamily="2" charset="2"/>
              <a:buChar char=""/>
            </a:lvl2pPr>
            <a:lvl3pPr marL="932688" indent="-310896" algn="l" defTabSz="932688" rtl="0" eaLnBrk="1" latinLnBrk="0" hangingPunct="1">
              <a:buClr>
                <a:schemeClr val="tx1"/>
              </a:buClr>
              <a:buSzPct val="90000"/>
              <a:buFont typeface="Wingdings" panose="05000000000000000000" pitchFamily="2" charset="2"/>
              <a:buChar char=""/>
            </a:lvl3pPr>
            <a:lvl4pPr marL="1243584" indent="-310896" algn="l" defTabSz="932688" rtl="0" eaLnBrk="1" latinLnBrk="0" hangingPunct="1">
              <a:buClr>
                <a:schemeClr val="tx1"/>
              </a:buClr>
              <a:buSzPct val="90000"/>
              <a:buFont typeface="Wingdings" panose="05000000000000000000" pitchFamily="2" charset="2"/>
              <a:buChar char=""/>
            </a:lvl4pPr>
            <a:lvl5pPr marL="1554480" indent="-329184" algn="l" defTabSz="932688" rtl="0" eaLnBrk="1" latinLnBrk="0" hangingPunct="1">
              <a:buClr>
                <a:schemeClr val="tx1"/>
              </a:buClr>
              <a:buSzPct val="90000"/>
              <a:buFont typeface="Wingdings" panose="05000000000000000000" pitchFamily="2" charset="2"/>
              <a:buChar char=""/>
            </a:lvl5pPr>
            <a:lvl6pPr marL="310896" indent="-310896" algn="l" defTabSz="932688" rtl="0" eaLnBrk="1" latinLnBrk="0" hangingPunct="1">
              <a:buSzPct val="100000"/>
              <a:buFont typeface="+mj-lt"/>
              <a:buAutoNum type="arabicPeriod"/>
            </a:lvl6pPr>
            <a:lvl7pPr marL="621792" indent="-310896" algn="l" defTabSz="932688" rtl="0" eaLnBrk="1" latinLnBrk="0" hangingPunct="1">
              <a:buSzPct val="90000"/>
              <a:buFont typeface="+mj-lt"/>
              <a:buAutoNum type="alphaLcPeriod"/>
            </a:lvl7pPr>
          </a:lstStyle>
          <a:p>
            <a:pPr>
              <a:buNone/>
            </a:pPr>
            <a:r>
              <a:rPr lang="en-AU" noProof="1">
                <a:solidFill>
                  <a:schemeClr val="dk1"/>
                </a:solidFill>
              </a:rPr>
              <a:t>.SYNOPSIS</a:t>
            </a:r>
          </a:p>
          <a:p>
            <a:pPr>
              <a:buNone/>
            </a:pPr>
            <a:r>
              <a:rPr lang="en-AU" noProof="1">
                <a:solidFill>
                  <a:schemeClr val="dk1"/>
                </a:solidFill>
              </a:rPr>
              <a:t>.DESCRIPTION</a:t>
            </a:r>
          </a:p>
          <a:p>
            <a:pPr>
              <a:buNone/>
            </a:pPr>
            <a:r>
              <a:rPr lang="en-AU" noProof="1">
                <a:solidFill>
                  <a:schemeClr val="dk1"/>
                </a:solidFill>
              </a:rPr>
              <a:t>.PARAMETER  &lt;parameter name&gt;</a:t>
            </a:r>
          </a:p>
          <a:p>
            <a:pPr>
              <a:buNone/>
            </a:pPr>
            <a:r>
              <a:rPr lang="en-AU" noProof="1">
                <a:solidFill>
                  <a:schemeClr val="dk1"/>
                </a:solidFill>
              </a:rPr>
              <a:t>.EXAMPLE</a:t>
            </a:r>
          </a:p>
          <a:p>
            <a:pPr>
              <a:buNone/>
            </a:pPr>
            <a:r>
              <a:rPr lang="en-AU" noProof="1">
                <a:solidFill>
                  <a:schemeClr val="dk1"/>
                </a:solidFill>
              </a:rPr>
              <a:t>.INPUTS</a:t>
            </a:r>
          </a:p>
          <a:p>
            <a:pPr>
              <a:buNone/>
            </a:pPr>
            <a:r>
              <a:rPr lang="en-AU" noProof="1">
                <a:solidFill>
                  <a:schemeClr val="dk1"/>
                </a:solidFill>
              </a:rPr>
              <a:t>.OUTPUTS</a:t>
            </a:r>
          </a:p>
          <a:p>
            <a:pPr>
              <a:buNone/>
            </a:pPr>
            <a:r>
              <a:rPr lang="en-AU" noProof="1">
                <a:solidFill>
                  <a:schemeClr val="dk1"/>
                </a:solidFill>
              </a:rPr>
              <a:t>.NOTES</a:t>
            </a:r>
          </a:p>
          <a:p>
            <a:pPr>
              <a:buNone/>
            </a:pPr>
            <a:r>
              <a:rPr lang="en-AU" noProof="1">
                <a:solidFill>
                  <a:schemeClr val="dk1"/>
                </a:solidFill>
              </a:rPr>
              <a:t>.LINK</a:t>
            </a:r>
          </a:p>
          <a:p>
            <a:pPr>
              <a:buNone/>
            </a:pPr>
            <a:r>
              <a:rPr lang="en-AU" noProof="1">
                <a:solidFill>
                  <a:schemeClr val="dk1"/>
                </a:solidFill>
              </a:rPr>
              <a:t>.COMPONENT</a:t>
            </a:r>
          </a:p>
          <a:p>
            <a:pPr>
              <a:buNone/>
            </a:pPr>
            <a:r>
              <a:rPr lang="en-AU" noProof="1">
                <a:solidFill>
                  <a:schemeClr val="dk1"/>
                </a:solidFill>
              </a:rPr>
              <a:t>.ROLE</a:t>
            </a:r>
          </a:p>
          <a:p>
            <a:pPr>
              <a:buNone/>
            </a:pPr>
            <a:r>
              <a:rPr lang="en-AU" noProof="1">
                <a:solidFill>
                  <a:schemeClr val="dk1"/>
                </a:solidFill>
              </a:rPr>
              <a:t>.FUNCTIONALITY</a:t>
            </a:r>
          </a:p>
          <a:p>
            <a:endParaRPr lang="en-US" dirty="0"/>
          </a:p>
        </p:txBody>
      </p:sp>
      <p:sp>
        <p:nvSpPr>
          <p:cNvPr id="4" name="Content Placeholder 3">
            <a:extLst>
              <a:ext uri="{FF2B5EF4-FFF2-40B4-BE49-F238E27FC236}">
                <a16:creationId xmlns:a16="http://schemas.microsoft.com/office/drawing/2014/main" id="{6E56E66B-491B-4166-97B3-FC556E094F0C}"/>
              </a:ext>
            </a:extLst>
          </p:cNvPr>
          <p:cNvSpPr>
            <a:spLocks noGrp="1"/>
          </p:cNvSpPr>
          <p:nvPr>
            <p:ph sz="quarter" idx="14"/>
            <p:custDataLst>
              <p:tags r:id="rId3"/>
            </p:custDataLst>
          </p:nvPr>
        </p:nvSpPr>
        <p:spPr/>
        <p:txBody>
          <a:bodyPr/>
          <a:lstStyle>
            <a:lvl1pPr marL="310896" indent="-310896" algn="l" defTabSz="932688" rtl="0" eaLnBrk="1" latinLnBrk="0" hangingPunct="1">
              <a:buClr>
                <a:schemeClr val="tx1"/>
              </a:buClr>
              <a:buSzPct val="90000"/>
              <a:buFont typeface="Wingdings" panose="05000000000000000000" pitchFamily="2" charset="2"/>
              <a:buChar char=""/>
            </a:lvl1pPr>
            <a:lvl2pPr marL="621792" indent="-310896" algn="l" defTabSz="932688" rtl="0" eaLnBrk="1" latinLnBrk="0" hangingPunct="1">
              <a:buClr>
                <a:schemeClr val="tx1"/>
              </a:buClr>
              <a:buSzPct val="90000"/>
              <a:buFont typeface="Wingdings" panose="05000000000000000000" pitchFamily="2" charset="2"/>
              <a:buChar char=""/>
            </a:lvl2pPr>
            <a:lvl3pPr marL="932688" indent="-310896" algn="l" defTabSz="932688" rtl="0" eaLnBrk="1" latinLnBrk="0" hangingPunct="1">
              <a:buClr>
                <a:schemeClr val="tx1"/>
              </a:buClr>
              <a:buSzPct val="90000"/>
              <a:buFont typeface="Wingdings" panose="05000000000000000000" pitchFamily="2" charset="2"/>
              <a:buChar char=""/>
            </a:lvl3pPr>
            <a:lvl4pPr marL="1243584" indent="-310896" algn="l" defTabSz="932688" rtl="0" eaLnBrk="1" latinLnBrk="0" hangingPunct="1">
              <a:buClr>
                <a:schemeClr val="tx1"/>
              </a:buClr>
              <a:buSzPct val="90000"/>
              <a:buFont typeface="Wingdings" panose="05000000000000000000" pitchFamily="2" charset="2"/>
              <a:buChar char=""/>
            </a:lvl4pPr>
            <a:lvl5pPr marL="1554480" indent="-329184" algn="l" defTabSz="932688" rtl="0" eaLnBrk="1" latinLnBrk="0" hangingPunct="1">
              <a:buClr>
                <a:schemeClr val="tx1"/>
              </a:buClr>
              <a:buSzPct val="90000"/>
              <a:buFont typeface="Wingdings" panose="05000000000000000000" pitchFamily="2" charset="2"/>
              <a:buChar char=""/>
            </a:lvl5pPr>
            <a:lvl6pPr marL="310896" indent="-310896" algn="l" defTabSz="932688" rtl="0" eaLnBrk="1" latinLnBrk="0" hangingPunct="1">
              <a:buSzPct val="100000"/>
              <a:buFont typeface="+mj-lt"/>
              <a:buAutoNum type="arabicPeriod"/>
            </a:lvl6pPr>
            <a:lvl7pPr marL="621792" indent="-310896" algn="l" defTabSz="932688" rtl="0" eaLnBrk="1" latinLnBrk="0" hangingPunct="1">
              <a:buSzPct val="90000"/>
              <a:buFont typeface="+mj-lt"/>
              <a:buAutoNum type="alphaLcPeriod"/>
            </a:lvl7pPr>
          </a:lstStyle>
          <a:p>
            <a:r>
              <a:rPr lang="en-US" dirty="0"/>
              <a:t>Not case sensitive</a:t>
            </a:r>
          </a:p>
          <a:p>
            <a:r>
              <a:rPr lang="en-US" dirty="0"/>
              <a:t>Capitalized for easier readability</a:t>
            </a:r>
          </a:p>
          <a:p>
            <a:r>
              <a:rPr lang="en-US" dirty="0"/>
              <a:t>Don’t need to use all of them if not needed</a:t>
            </a:r>
          </a:p>
          <a:p>
            <a:r>
              <a:rPr lang="en-US" dirty="0"/>
              <a:t>Multiple </a:t>
            </a:r>
            <a:r>
              <a:rPr lang="en-US" b="1" dirty="0"/>
              <a:t>Example</a:t>
            </a:r>
            <a:r>
              <a:rPr lang="en-US" dirty="0"/>
              <a:t> keyword automatically numbers results in output view</a:t>
            </a:r>
          </a:p>
        </p:txBody>
      </p:sp>
    </p:spTree>
    <p:custDataLst>
      <p:tags r:id="rId1"/>
    </p:custDataLst>
    <p:extLst>
      <p:ext uri="{BB962C8B-B14F-4D97-AF65-F5344CB8AC3E}">
        <p14:creationId xmlns:p14="http://schemas.microsoft.com/office/powerpoint/2010/main" val="1313270211"/>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A7388-BC1E-4E1F-937B-655EDA9CA674}"/>
              </a:ext>
            </a:extLst>
          </p:cNvPr>
          <p:cNvSpPr>
            <a:spLocks noGrp="1"/>
          </p:cNvSpPr>
          <p:nvPr>
            <p:ph type="title"/>
          </p:nvPr>
        </p:nvSpPr>
        <p:spPr/>
        <p:txBody>
          <a:bodyPr/>
          <a:lstStyle/>
          <a:p>
            <a:r>
              <a:rPr lang="en-US" dirty="0"/>
              <a:t>Help example</a:t>
            </a:r>
          </a:p>
        </p:txBody>
      </p:sp>
      <p:sp>
        <p:nvSpPr>
          <p:cNvPr id="3" name="Content Placeholder 2">
            <a:extLst>
              <a:ext uri="{FF2B5EF4-FFF2-40B4-BE49-F238E27FC236}">
                <a16:creationId xmlns:a16="http://schemas.microsoft.com/office/drawing/2014/main" id="{34B1EFB6-523D-4BDD-ADFC-320289FBF61C}"/>
              </a:ext>
            </a:extLst>
          </p:cNvPr>
          <p:cNvSpPr>
            <a:spLocks noGrp="1"/>
          </p:cNvSpPr>
          <p:nvPr>
            <p:ph sz="quarter" idx="13"/>
          </p:nvPr>
        </p:nvSpPr>
        <p:spPr>
          <a:xfrm>
            <a:off x="655638" y="1408114"/>
            <a:ext cx="2925762" cy="4819650"/>
          </a:xfrm>
        </p:spPr>
        <p:txBody>
          <a:bodyPr/>
          <a:lstStyle/>
          <a:p>
            <a:r>
              <a:rPr lang="en-US" dirty="0"/>
              <a:t>Functions should have </a:t>
            </a:r>
            <a:r>
              <a:rPr lang="en-US" b="1" dirty="0"/>
              <a:t>Get-Help</a:t>
            </a:r>
            <a:r>
              <a:rPr lang="en-US" dirty="0"/>
              <a:t> topics</a:t>
            </a:r>
          </a:p>
          <a:p>
            <a:r>
              <a:rPr lang="en-US" dirty="0"/>
              <a:t>Very easy to add</a:t>
            </a:r>
          </a:p>
          <a:p>
            <a:r>
              <a:rPr lang="en-US" dirty="0"/>
              <a:t>No excuse not to use in code</a:t>
            </a:r>
          </a:p>
        </p:txBody>
      </p:sp>
      <p:pic>
        <p:nvPicPr>
          <p:cNvPr id="4" name="Picture 3">
            <a:extLst>
              <a:ext uri="{FF2B5EF4-FFF2-40B4-BE49-F238E27FC236}">
                <a16:creationId xmlns:a16="http://schemas.microsoft.com/office/drawing/2014/main" id="{F32BA9AE-19E5-494C-8F82-EB76A4715C42}"/>
              </a:ext>
            </a:extLst>
          </p:cNvPr>
          <p:cNvPicPr>
            <a:picLocks noChangeAspect="1"/>
          </p:cNvPicPr>
          <p:nvPr/>
        </p:nvPicPr>
        <p:blipFill>
          <a:blip r:embed="rId3"/>
          <a:stretch>
            <a:fillRect/>
          </a:stretch>
        </p:blipFill>
        <p:spPr>
          <a:xfrm>
            <a:off x="3581400" y="361950"/>
            <a:ext cx="7115175" cy="3067050"/>
          </a:xfrm>
          <a:prstGeom prst="rect">
            <a:avLst/>
          </a:prstGeom>
        </p:spPr>
      </p:pic>
      <p:sp>
        <p:nvSpPr>
          <p:cNvPr id="5" name="Rectangle 4">
            <a:extLst>
              <a:ext uri="{FF2B5EF4-FFF2-40B4-BE49-F238E27FC236}">
                <a16:creationId xmlns:a16="http://schemas.microsoft.com/office/drawing/2014/main" id="{5D17F097-091C-4F4F-B2B7-3ED435F37545}"/>
              </a:ext>
            </a:extLst>
          </p:cNvPr>
          <p:cNvSpPr/>
          <p:nvPr/>
        </p:nvSpPr>
        <p:spPr>
          <a:xfrm>
            <a:off x="3124200" y="3601167"/>
            <a:ext cx="8586464" cy="3108543"/>
          </a:xfrm>
          <a:prstGeom prst="rect">
            <a:avLst/>
          </a:prstGeom>
          <a:solidFill>
            <a:srgbClr val="012456"/>
          </a:solidFill>
        </p:spPr>
        <p:txBody>
          <a:bodyPr wrap="square">
            <a:spAutoFit/>
          </a:bodyPr>
          <a:lstStyle/>
          <a:p>
            <a:r>
              <a:rPr lang="en-AU" sz="1600" dirty="0">
                <a:solidFill>
                  <a:srgbClr val="F5F5F5"/>
                </a:solidFill>
                <a:latin typeface="Lucida Console" panose="020B0609040504020204" pitchFamily="49" charset="0"/>
              </a:rPr>
              <a:t>PS C:\&gt; </a:t>
            </a:r>
            <a:r>
              <a:rPr lang="en-AU" sz="1600" dirty="0">
                <a:solidFill>
                  <a:srgbClr val="E0FFFF"/>
                </a:solidFill>
                <a:latin typeface="Lucida Console" panose="020B0609040504020204" pitchFamily="49" charset="0"/>
              </a:rPr>
              <a:t>Get-Help</a:t>
            </a:r>
            <a:r>
              <a:rPr lang="en-AU" sz="1600" dirty="0">
                <a:solidFill>
                  <a:srgbClr val="F5F5F5"/>
                </a:solidFill>
                <a:latin typeface="Lucida Console" panose="020B0609040504020204" pitchFamily="49" charset="0"/>
              </a:rPr>
              <a:t> </a:t>
            </a:r>
            <a:r>
              <a:rPr lang="en-AU" sz="1600" dirty="0">
                <a:solidFill>
                  <a:srgbClr val="EE82EE"/>
                </a:solidFill>
                <a:latin typeface="Lucida Console" panose="020B0609040504020204" pitchFamily="49" charset="0"/>
              </a:rPr>
              <a:t>Get-</a:t>
            </a:r>
            <a:r>
              <a:rPr lang="en-AU" sz="1600" dirty="0" err="1">
                <a:solidFill>
                  <a:srgbClr val="EE82EE"/>
                </a:solidFill>
                <a:latin typeface="Lucida Console" panose="020B0609040504020204" pitchFamily="49" charset="0"/>
              </a:rPr>
              <a:t>SysLogNN</a:t>
            </a:r>
            <a:r>
              <a:rPr lang="en-AU" sz="1600" dirty="0">
                <a:solidFill>
                  <a:srgbClr val="F5F5F5"/>
                </a:solidFill>
                <a:latin typeface="Lucida Console" panose="020B0609040504020204" pitchFamily="49" charset="0"/>
              </a:rPr>
              <a:t> </a:t>
            </a:r>
            <a:r>
              <a:rPr lang="en-AU" sz="1600" dirty="0">
                <a:solidFill>
                  <a:srgbClr val="FFE4B5"/>
                </a:solidFill>
                <a:latin typeface="Lucida Console" panose="020B0609040504020204" pitchFamily="49" charset="0"/>
              </a:rPr>
              <a:t>-full </a:t>
            </a:r>
          </a:p>
          <a:p>
            <a:endParaRPr lang="en-AU" sz="1600" dirty="0">
              <a:solidFill>
                <a:srgbClr val="F5F5F5"/>
              </a:solidFill>
              <a:latin typeface="Lucida Console" panose="020B0609040504020204" pitchFamily="49" charset="0"/>
            </a:endParaRPr>
          </a:p>
          <a:p>
            <a:r>
              <a:rPr lang="en-AU" sz="1600" dirty="0">
                <a:solidFill>
                  <a:srgbClr val="F5F5F5"/>
                </a:solidFill>
                <a:latin typeface="Lucida Console" panose="020B0609040504020204" pitchFamily="49" charset="0"/>
              </a:rPr>
              <a:t>NAME</a:t>
            </a:r>
          </a:p>
          <a:p>
            <a:r>
              <a:rPr lang="en-AU" sz="1600" dirty="0">
                <a:solidFill>
                  <a:srgbClr val="F5F5F5"/>
                </a:solidFill>
                <a:latin typeface="Lucida Console" panose="020B0609040504020204" pitchFamily="49" charset="0"/>
              </a:rPr>
              <a:t>    Get-</a:t>
            </a:r>
            <a:r>
              <a:rPr lang="en-AU" sz="1600" dirty="0" err="1">
                <a:solidFill>
                  <a:srgbClr val="F5F5F5"/>
                </a:solidFill>
                <a:latin typeface="Lucida Console" panose="020B0609040504020204" pitchFamily="49" charset="0"/>
              </a:rPr>
              <a:t>SysLogNN</a:t>
            </a:r>
            <a:endParaRPr lang="en-AU" sz="1600" dirty="0">
              <a:solidFill>
                <a:srgbClr val="F5F5F5"/>
              </a:solidFill>
              <a:latin typeface="Lucida Console" panose="020B0609040504020204" pitchFamily="49" charset="0"/>
            </a:endParaRPr>
          </a:p>
          <a:p>
            <a:r>
              <a:rPr lang="en-AU" sz="1600" dirty="0">
                <a:solidFill>
                  <a:srgbClr val="F5F5F5"/>
                </a:solidFill>
                <a:latin typeface="Lucida Console" panose="020B0609040504020204" pitchFamily="49" charset="0"/>
              </a:rPr>
              <a:t>    </a:t>
            </a:r>
          </a:p>
          <a:p>
            <a:r>
              <a:rPr lang="en-AU" sz="1600" dirty="0">
                <a:solidFill>
                  <a:srgbClr val="F5F5F5"/>
                </a:solidFill>
                <a:latin typeface="Lucida Console" panose="020B0609040504020204" pitchFamily="49" charset="0"/>
              </a:rPr>
              <a:t>SYNOPSIS</a:t>
            </a:r>
          </a:p>
          <a:p>
            <a:r>
              <a:rPr lang="en-AU" sz="1600" dirty="0">
                <a:solidFill>
                  <a:srgbClr val="F5F5F5"/>
                </a:solidFill>
                <a:latin typeface="Lucida Console" panose="020B0609040504020204" pitchFamily="49" charset="0"/>
              </a:rPr>
              <a:t>    Function that returns the most recent system event log entries.</a:t>
            </a:r>
          </a:p>
          <a:p>
            <a:r>
              <a:rPr lang="en-AU" sz="1600" dirty="0">
                <a:solidFill>
                  <a:srgbClr val="F5F5F5"/>
                </a:solidFill>
                <a:latin typeface="Lucida Console" panose="020B0609040504020204" pitchFamily="49" charset="0"/>
              </a:rPr>
              <a:t>    </a:t>
            </a:r>
          </a:p>
          <a:p>
            <a:r>
              <a:rPr lang="en-AU" sz="1600" dirty="0">
                <a:solidFill>
                  <a:srgbClr val="F5F5F5"/>
                </a:solidFill>
                <a:latin typeface="Lucida Console" panose="020B0609040504020204" pitchFamily="49" charset="0"/>
              </a:rPr>
              <a:t>SYNTAX</a:t>
            </a:r>
          </a:p>
          <a:p>
            <a:r>
              <a:rPr lang="en-AU" sz="1600" dirty="0">
                <a:solidFill>
                  <a:srgbClr val="F5F5F5"/>
                </a:solidFill>
                <a:latin typeface="Lucida Console" panose="020B0609040504020204" pitchFamily="49" charset="0"/>
              </a:rPr>
              <a:t>    Get-</a:t>
            </a:r>
            <a:r>
              <a:rPr lang="en-AU" sz="1600" dirty="0" err="1">
                <a:solidFill>
                  <a:srgbClr val="F5F5F5"/>
                </a:solidFill>
                <a:latin typeface="Lucida Console" panose="020B0609040504020204" pitchFamily="49" charset="0"/>
              </a:rPr>
              <a:t>SysLogNN</a:t>
            </a:r>
            <a:r>
              <a:rPr lang="en-AU" sz="1600" dirty="0">
                <a:solidFill>
                  <a:srgbClr val="F5F5F5"/>
                </a:solidFill>
                <a:latin typeface="Lucida Console" panose="020B0609040504020204" pitchFamily="49" charset="0"/>
              </a:rPr>
              <a:t> [[-log] &lt;Object&gt;] [[-</a:t>
            </a:r>
            <a:r>
              <a:rPr lang="en-AU" sz="1600" dirty="0" err="1">
                <a:solidFill>
                  <a:srgbClr val="F5F5F5"/>
                </a:solidFill>
                <a:latin typeface="Lucida Console" panose="020B0609040504020204" pitchFamily="49" charset="0"/>
              </a:rPr>
              <a:t>numberofevents</a:t>
            </a:r>
            <a:r>
              <a:rPr lang="en-AU" sz="1600" dirty="0">
                <a:solidFill>
                  <a:srgbClr val="F5F5F5"/>
                </a:solidFill>
                <a:latin typeface="Lucida Console" panose="020B0609040504020204" pitchFamily="49" charset="0"/>
              </a:rPr>
              <a:t>] &lt;Object&gt;] </a:t>
            </a:r>
          </a:p>
          <a:p>
            <a:r>
              <a:rPr lang="en-AU" sz="1600" dirty="0">
                <a:solidFill>
                  <a:srgbClr val="F5F5F5"/>
                </a:solidFill>
                <a:latin typeface="Lucida Console" panose="020B0609040504020204" pitchFamily="49" charset="0"/>
              </a:rPr>
              <a:t>[&lt;</a:t>
            </a:r>
            <a:r>
              <a:rPr lang="en-AU" sz="1600" dirty="0" err="1">
                <a:solidFill>
                  <a:srgbClr val="F5F5F5"/>
                </a:solidFill>
                <a:latin typeface="Lucida Console" panose="020B0609040504020204" pitchFamily="49" charset="0"/>
              </a:rPr>
              <a:t>CommonParameters</a:t>
            </a:r>
            <a:r>
              <a:rPr lang="en-AU" sz="1600" dirty="0">
                <a:solidFill>
                  <a:srgbClr val="F5F5F5"/>
                </a:solidFill>
                <a:latin typeface="Lucida Console" panose="020B0609040504020204" pitchFamily="49" charset="0"/>
              </a:rPr>
              <a:t>&gt;]</a:t>
            </a:r>
          </a:p>
          <a:p>
            <a:r>
              <a:rPr lang="en-AU" sz="1600" dirty="0">
                <a:solidFill>
                  <a:srgbClr val="F5F5F5"/>
                </a:solidFill>
                <a:latin typeface="Lucida Console" panose="020B0609040504020204" pitchFamily="49" charset="0"/>
              </a:rPr>
              <a:t>...</a:t>
            </a:r>
          </a:p>
        </p:txBody>
      </p:sp>
      <p:pic>
        <p:nvPicPr>
          <p:cNvPr id="6" name="Picture 5">
            <a:extLst>
              <a:ext uri="{FF2B5EF4-FFF2-40B4-BE49-F238E27FC236}">
                <a16:creationId xmlns:a16="http://schemas.microsoft.com/office/drawing/2014/main" id="{0F2342CF-4080-D2A6-0736-2D1F12CCE171}"/>
              </a:ext>
            </a:extLst>
          </p:cNvPr>
          <p:cNvPicPr>
            <a:picLocks noChangeAspect="1"/>
          </p:cNvPicPr>
          <p:nvPr/>
        </p:nvPicPr>
        <p:blipFill>
          <a:blip r:embed="rId4"/>
          <a:stretch>
            <a:fillRect/>
          </a:stretch>
        </p:blipFill>
        <p:spPr>
          <a:xfrm>
            <a:off x="1005300" y="5155438"/>
            <a:ext cx="1113219" cy="1264722"/>
          </a:xfrm>
          <a:prstGeom prst="rect">
            <a:avLst/>
          </a:prstGeom>
        </p:spPr>
      </p:pic>
    </p:spTree>
    <p:custDataLst>
      <p:tags r:id="rId1"/>
    </p:custDataLst>
    <p:extLst>
      <p:ext uri="{BB962C8B-B14F-4D97-AF65-F5344CB8AC3E}">
        <p14:creationId xmlns:p14="http://schemas.microsoft.com/office/powerpoint/2010/main" val="2951143564"/>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a:t>
            </a:r>
            <a:r>
              <a:rPr lang="en-US" dirty="0" err="1"/>
              <a:t>OutputType</a:t>
            </a:r>
            <a:r>
              <a:rPr lang="en-US" dirty="0"/>
              <a:t>()] Attribute</a:t>
            </a:r>
          </a:p>
        </p:txBody>
      </p:sp>
      <p:sp>
        <p:nvSpPr>
          <p:cNvPr id="2" name="Text Placeholder 1">
            <a:extLst>
              <a:ext uri="{FF2B5EF4-FFF2-40B4-BE49-F238E27FC236}">
                <a16:creationId xmlns:a16="http://schemas.microsoft.com/office/drawing/2014/main" id="{A50D8ED9-7960-4006-AB0F-35B0832D63A1}"/>
              </a:ext>
            </a:extLst>
          </p:cNvPr>
          <p:cNvSpPr>
            <a:spLocks noGrp="1"/>
          </p:cNvSpPr>
          <p:nvPr>
            <p:ph sz="quarter" idx="13"/>
          </p:nvPr>
        </p:nvSpPr>
        <p:spPr/>
        <p:txBody>
          <a:bodyPr/>
          <a:lstStyle/>
          <a:p>
            <a:pPr>
              <a:spcAft>
                <a:spcPts val="1224"/>
              </a:spcAft>
            </a:pPr>
            <a:r>
              <a:rPr lang="en-US" dirty="0"/>
              <a:t>Reports .NET object type that function returns</a:t>
            </a:r>
          </a:p>
          <a:p>
            <a:pPr>
              <a:spcAft>
                <a:spcPts val="1224"/>
              </a:spcAft>
            </a:pPr>
            <a:r>
              <a:rPr lang="en-US" dirty="0"/>
              <a:t>Can combine with optional </a:t>
            </a:r>
            <a:r>
              <a:rPr lang="en-US" dirty="0" err="1"/>
              <a:t>ParameterSetName</a:t>
            </a:r>
            <a:r>
              <a:rPr lang="en-US" dirty="0"/>
              <a:t> parameter for different output types</a:t>
            </a:r>
          </a:p>
          <a:p>
            <a:pPr>
              <a:spcAft>
                <a:spcPts val="1224"/>
              </a:spcAft>
            </a:pPr>
            <a:r>
              <a:rPr lang="en-US" dirty="0"/>
              <a:t>Use a null value when output is a not a .NET type.</a:t>
            </a:r>
          </a:p>
          <a:p>
            <a:endParaRPr lang="en-US" dirty="0"/>
          </a:p>
        </p:txBody>
      </p:sp>
      <p:graphicFrame>
        <p:nvGraphicFramePr>
          <p:cNvPr id="9" name="Table 8" descr="Command Table"/>
          <p:cNvGraphicFramePr>
            <a:graphicFrameLocks noGrp="1"/>
          </p:cNvGraphicFramePr>
          <p:nvPr>
            <p:extLst>
              <p:ext uri="{D42A27DB-BD31-4B8C-83A1-F6EECF244321}">
                <p14:modId xmlns:p14="http://schemas.microsoft.com/office/powerpoint/2010/main" val="3972739127"/>
              </p:ext>
            </p:extLst>
          </p:nvPr>
        </p:nvGraphicFramePr>
        <p:xfrm>
          <a:off x="655638" y="3711970"/>
          <a:ext cx="10880725" cy="2763437"/>
        </p:xfrm>
        <a:graphic>
          <a:graphicData uri="http://schemas.openxmlformats.org/drawingml/2006/table">
            <a:tbl>
              <a:tblPr firstRow="1" bandRow="1"/>
              <a:tblGrid>
                <a:gridCol w="10880725">
                  <a:extLst>
                    <a:ext uri="{9D8B030D-6E8A-4147-A177-3AD203B41FA5}">
                      <a16:colId xmlns:a16="http://schemas.microsoft.com/office/drawing/2014/main" val="3545604472"/>
                    </a:ext>
                  </a:extLst>
                </a:gridCol>
              </a:tblGrid>
              <a:tr h="247493">
                <a:tc>
                  <a:txBody>
                    <a:bodyPr/>
                    <a:lstStyle>
                      <a:lvl1pPr>
                        <a:defRPr b="1">
                          <a:solidFill>
                            <a:schemeClr val="bg1"/>
                          </a:solidFill>
                          <a:latin typeface="Segoe UI"/>
                          <a:ea typeface=""/>
                          <a:cs typeface=""/>
                        </a:defRPr>
                      </a:lvl1pPr>
                      <a:lvl2pPr>
                        <a:defRPr b="1">
                          <a:solidFill>
                            <a:schemeClr val="bg1"/>
                          </a:solidFill>
                          <a:latin typeface="Segoe UI"/>
                          <a:ea typeface=""/>
                          <a:cs typeface=""/>
                        </a:defRPr>
                      </a:lvl2pPr>
                      <a:lvl3pPr>
                        <a:defRPr b="1">
                          <a:solidFill>
                            <a:schemeClr val="bg1"/>
                          </a:solidFill>
                          <a:latin typeface="Segoe UI"/>
                          <a:ea typeface=""/>
                          <a:cs typeface=""/>
                        </a:defRPr>
                      </a:lvl3pPr>
                      <a:lvl4pPr>
                        <a:defRPr b="1">
                          <a:solidFill>
                            <a:schemeClr val="bg1"/>
                          </a:solidFill>
                          <a:latin typeface="Segoe UI"/>
                          <a:ea typeface=""/>
                          <a:cs typeface=""/>
                        </a:defRPr>
                      </a:lvl4pPr>
                      <a:lvl5pPr>
                        <a:defRPr b="1">
                          <a:solidFill>
                            <a:schemeClr val="bg1"/>
                          </a:solidFill>
                          <a:latin typeface="Segoe UI"/>
                          <a:ea typeface=""/>
                          <a:cs typeface=""/>
                        </a:defRPr>
                      </a:lvl5pPr>
                      <a:lvl6pPr>
                        <a:defRPr b="1">
                          <a:solidFill>
                            <a:schemeClr val="bg1"/>
                          </a:solidFill>
                          <a:latin typeface="Segoe UI"/>
                          <a:ea typeface=""/>
                          <a:cs typeface=""/>
                        </a:defRPr>
                      </a:lvl6pPr>
                      <a:lvl7pPr>
                        <a:defRPr b="1">
                          <a:solidFill>
                            <a:schemeClr val="bg1"/>
                          </a:solidFill>
                          <a:latin typeface="Segoe UI"/>
                          <a:ea typeface=""/>
                          <a:cs typeface=""/>
                        </a:defRPr>
                      </a:lvl7pPr>
                      <a:lvl8pPr>
                        <a:defRPr b="1">
                          <a:solidFill>
                            <a:schemeClr val="bg1"/>
                          </a:solidFill>
                          <a:latin typeface="Segoe UI"/>
                          <a:ea typeface=""/>
                          <a:cs typeface=""/>
                        </a:defRPr>
                      </a:lvl8pPr>
                      <a:lvl9pPr>
                        <a:defRPr b="1">
                          <a:solidFill>
                            <a:schemeClr val="bg1"/>
                          </a:solidFill>
                          <a:latin typeface="Segoe UI"/>
                          <a:ea typeface=""/>
                          <a:cs typeface=""/>
                        </a:defRPr>
                      </a:lvl9pPr>
                    </a:lstStyle>
                    <a:p>
                      <a:pPr algn="l"/>
                      <a:r>
                        <a:rPr lang="en-US" sz="2400" b="0" dirty="0">
                          <a:solidFill>
                            <a:schemeClr val="tx1"/>
                          </a:solidFill>
                          <a:latin typeface="Segoe UI Light" panose="020B0502040204020203" pitchFamily="34" charset="0"/>
                          <a:cs typeface="Segoe UI Light" panose="020B0502040204020203" pitchFamily="34" charset="0"/>
                        </a:rPr>
                        <a:t>Output types</a:t>
                      </a:r>
                    </a:p>
                  </a:txBody>
                  <a:tcPr anchor="ctr">
                    <a:lnL w="9525" cap="flat" cmpd="sng" algn="ctr">
                      <a:solidFill>
                        <a:srgbClr val="4F81BD">
                          <a:shade val="95000"/>
                          <a:satMod val="105000"/>
                        </a:srgbClr>
                      </a:solidFill>
                      <a:prstDash val="solid"/>
                    </a:lnL>
                    <a:lnR w="9525" cap="flat" cmpd="sng" algn="ctr">
                      <a:solidFill>
                        <a:srgbClr val="4F81BD">
                          <a:shade val="95000"/>
                          <a:satMod val="105000"/>
                        </a:srgbClr>
                      </a:solidFill>
                      <a:prstDash val="solid"/>
                    </a:lnR>
                    <a:lnT w="9525" cap="flat" cmpd="sng" algn="ctr">
                      <a:solidFill>
                        <a:srgbClr val="4F81BD">
                          <a:shade val="95000"/>
                          <a:satMod val="105000"/>
                        </a:srgbClr>
                      </a:solidFill>
                      <a:prstDash val="solid"/>
                    </a:lnT>
                    <a:lnB w="9525" cap="flat" cmpd="sng" algn="ctr">
                      <a:solidFill>
                        <a:srgbClr val="4F81BD">
                          <a:shade val="95000"/>
                          <a:satMod val="105000"/>
                        </a:srgbClr>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270727959"/>
                  </a:ext>
                </a:extLst>
              </a:tr>
              <a:tr h="2306237">
                <a:tc>
                  <a:txBody>
                    <a:bodyPr/>
                    <a:lstStyle>
                      <a:lvl1pPr>
                        <a:defRPr>
                          <a:solidFill>
                            <a:schemeClr val="tx1"/>
                          </a:solidFill>
                          <a:latin typeface="Segoe UI"/>
                          <a:ea typeface=""/>
                          <a:cs typeface=""/>
                        </a:defRPr>
                      </a:lvl1pPr>
                      <a:lvl2pPr>
                        <a:defRPr>
                          <a:solidFill>
                            <a:schemeClr val="tx1"/>
                          </a:solidFill>
                          <a:latin typeface="Segoe UI"/>
                          <a:ea typeface=""/>
                          <a:cs typeface=""/>
                        </a:defRPr>
                      </a:lvl2pPr>
                      <a:lvl3pPr>
                        <a:defRPr>
                          <a:solidFill>
                            <a:schemeClr val="tx1"/>
                          </a:solidFill>
                          <a:latin typeface="Segoe UI"/>
                          <a:ea typeface=""/>
                          <a:cs typeface=""/>
                        </a:defRPr>
                      </a:lvl3pPr>
                      <a:lvl4pPr>
                        <a:defRPr>
                          <a:solidFill>
                            <a:schemeClr val="tx1"/>
                          </a:solidFill>
                          <a:latin typeface="Segoe UI"/>
                          <a:ea typeface=""/>
                          <a:cs typeface=""/>
                        </a:defRPr>
                      </a:lvl4pPr>
                      <a:lvl5pPr>
                        <a:defRPr>
                          <a:solidFill>
                            <a:schemeClr val="tx1"/>
                          </a:solidFill>
                          <a:latin typeface="Segoe UI"/>
                          <a:ea typeface=""/>
                          <a:cs typeface=""/>
                        </a:defRPr>
                      </a:lvl5pPr>
                      <a:lvl6pPr>
                        <a:defRPr>
                          <a:solidFill>
                            <a:schemeClr val="tx1"/>
                          </a:solidFill>
                          <a:latin typeface="Segoe UI"/>
                          <a:ea typeface=""/>
                          <a:cs typeface=""/>
                        </a:defRPr>
                      </a:lvl6pPr>
                      <a:lvl7pPr>
                        <a:defRPr>
                          <a:solidFill>
                            <a:schemeClr val="tx1"/>
                          </a:solidFill>
                          <a:latin typeface="Segoe UI"/>
                          <a:ea typeface=""/>
                          <a:cs typeface=""/>
                        </a:defRPr>
                      </a:lvl7pPr>
                      <a:lvl8pPr>
                        <a:defRPr>
                          <a:solidFill>
                            <a:schemeClr val="tx1"/>
                          </a:solidFill>
                          <a:latin typeface="Segoe UI"/>
                          <a:ea typeface=""/>
                          <a:cs typeface=""/>
                        </a:defRPr>
                      </a:lvl8pPr>
                      <a:lvl9pPr>
                        <a:defRPr>
                          <a:solidFill>
                            <a:schemeClr val="tx1"/>
                          </a:solidFill>
                          <a:latin typeface="Segoe UI"/>
                          <a:ea typeface=""/>
                          <a:cs typeface=""/>
                        </a:defRPr>
                      </a:lvl9pPr>
                    </a:lstStyle>
                    <a:p>
                      <a:pPr marL="0" marR="0" lvl="0" indent="0" defTabSz="932290" eaLnBrk="1" fontAlgn="base" latinLnBrk="0" hangingPunct="1">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98FB98"/>
                          </a:solidFill>
                          <a:effectLst/>
                          <a:uLnTx/>
                          <a:uFillTx/>
                          <a:latin typeface="Consolas" pitchFamily="49" charset="0"/>
                          <a:ea typeface=""/>
                          <a:cs typeface="Consolas" pitchFamily="49" charset="0"/>
                        </a:rPr>
                        <a:t># multiple output types</a:t>
                      </a:r>
                    </a:p>
                    <a:p>
                      <a:pPr marL="0" marR="0" lvl="0" indent="0" defTabSz="932290" eaLnBrk="1" fontAlgn="base" latinLnBrk="0" hangingPunct="1">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chemeClr val="lt1"/>
                          </a:solidFill>
                          <a:effectLst/>
                          <a:uLnTx/>
                          <a:uFillTx/>
                          <a:latin typeface="Consolas" pitchFamily="49" charset="0"/>
                          <a:ea typeface=""/>
                          <a:cs typeface="Consolas" pitchFamily="49" charset="0"/>
                        </a:rPr>
                        <a:t>[</a:t>
                      </a:r>
                      <a:r>
                        <a:rPr kumimoji="0" lang="en-US" sz="2400" b="0" i="0" u="none" strike="noStrike" kern="0" cap="none" spc="0" normalizeH="0" baseline="0" noProof="0" dirty="0" err="1">
                          <a:ln>
                            <a:noFill/>
                          </a:ln>
                          <a:solidFill>
                            <a:schemeClr val="lt1"/>
                          </a:solidFill>
                          <a:effectLst/>
                          <a:uLnTx/>
                          <a:uFillTx/>
                          <a:latin typeface="Consolas" pitchFamily="49" charset="0"/>
                          <a:ea typeface=""/>
                          <a:cs typeface="Consolas" pitchFamily="49" charset="0"/>
                        </a:rPr>
                        <a:t>OutputType</a:t>
                      </a:r>
                      <a:r>
                        <a:rPr kumimoji="0" lang="en-US" sz="2400" b="0" i="0" u="none" strike="noStrike" kern="0" cap="none" spc="0" normalizeH="0" baseline="0" noProof="0" dirty="0">
                          <a:ln>
                            <a:noFill/>
                          </a:ln>
                          <a:solidFill>
                            <a:schemeClr val="lt1"/>
                          </a:solidFill>
                          <a:effectLst/>
                          <a:uLnTx/>
                          <a:uFillTx/>
                          <a:latin typeface="Consolas" pitchFamily="49" charset="0"/>
                          <a:ea typeface=""/>
                          <a:cs typeface="Consolas" pitchFamily="49" charset="0"/>
                        </a:rPr>
                        <a:t>([&lt;Type1&gt;],[&lt;Type2&gt;],[&lt;Type3&gt;])]</a:t>
                      </a:r>
                    </a:p>
                    <a:p>
                      <a:pPr marL="0" marR="0" lvl="0" indent="0" defTabSz="93229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chemeClr val="lt1"/>
                        </a:solidFill>
                        <a:effectLst/>
                        <a:uLnTx/>
                        <a:uFillTx/>
                        <a:latin typeface="Consolas" pitchFamily="49" charset="0"/>
                        <a:ea typeface=""/>
                        <a:cs typeface="Consolas" pitchFamily="49" charset="0"/>
                      </a:endParaRPr>
                    </a:p>
                    <a:p>
                      <a:pPr marL="0" marR="0" lvl="0" indent="0" defTabSz="932290" eaLnBrk="1" fontAlgn="base" latinLnBrk="0" hangingPunct="1">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98FB98"/>
                          </a:solidFill>
                          <a:effectLst/>
                          <a:uLnTx/>
                          <a:uFillTx/>
                          <a:latin typeface="Consolas" pitchFamily="49" charset="0"/>
                          <a:ea typeface=""/>
                          <a:cs typeface="Consolas" pitchFamily="49" charset="0"/>
                        </a:rPr>
                        <a:t># One or more parameter set names</a:t>
                      </a:r>
                    </a:p>
                    <a:p>
                      <a:pPr marL="0" marR="0" lvl="0" indent="0" defTabSz="932290" eaLnBrk="1" fontAlgn="base" latinLnBrk="0" hangingPunct="1">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chemeClr val="lt1"/>
                          </a:solidFill>
                          <a:effectLst/>
                          <a:uLnTx/>
                          <a:uFillTx/>
                          <a:latin typeface="Consolas" pitchFamily="49" charset="0"/>
                          <a:ea typeface=""/>
                          <a:cs typeface="Consolas" pitchFamily="49" charset="0"/>
                        </a:rPr>
                        <a:t>[</a:t>
                      </a:r>
                      <a:r>
                        <a:rPr kumimoji="0" lang="en-US" sz="2400" b="0" i="0" u="none" strike="noStrike" kern="0" cap="none" spc="0" normalizeH="0" baseline="0" noProof="0" dirty="0" err="1">
                          <a:ln>
                            <a:noFill/>
                          </a:ln>
                          <a:solidFill>
                            <a:schemeClr val="lt1"/>
                          </a:solidFill>
                          <a:effectLst/>
                          <a:uLnTx/>
                          <a:uFillTx/>
                          <a:latin typeface="Consolas" pitchFamily="49" charset="0"/>
                          <a:ea typeface=""/>
                          <a:cs typeface="Consolas" pitchFamily="49" charset="0"/>
                        </a:rPr>
                        <a:t>OutputType</a:t>
                      </a:r>
                      <a:r>
                        <a:rPr kumimoji="0" lang="en-US" sz="2400" b="0" i="0" u="none" strike="noStrike" kern="0" cap="none" spc="0" normalizeH="0" baseline="0" noProof="0" dirty="0">
                          <a:ln>
                            <a:noFill/>
                          </a:ln>
                          <a:solidFill>
                            <a:schemeClr val="lt1"/>
                          </a:solidFill>
                          <a:effectLst/>
                          <a:uLnTx/>
                          <a:uFillTx/>
                          <a:latin typeface="Consolas" pitchFamily="49" charset="0"/>
                          <a:ea typeface=""/>
                          <a:cs typeface="Consolas" pitchFamily="49" charset="0"/>
                        </a:rPr>
                        <a:t>([&lt;Type1&gt;], </a:t>
                      </a:r>
                      <a:r>
                        <a:rPr kumimoji="0" lang="en-US" sz="2400" b="0" i="0" u="none" strike="noStrike" kern="0" cap="none" spc="0" normalizeH="0" baseline="0" noProof="0" dirty="0" err="1">
                          <a:ln>
                            <a:noFill/>
                          </a:ln>
                          <a:solidFill>
                            <a:schemeClr val="lt1"/>
                          </a:solidFill>
                          <a:effectLst/>
                          <a:uLnTx/>
                          <a:uFillTx/>
                          <a:latin typeface="Consolas" pitchFamily="49" charset="0"/>
                          <a:ea typeface=""/>
                          <a:cs typeface="Consolas" pitchFamily="49" charset="0"/>
                        </a:rPr>
                        <a:t>ParameterSetName</a:t>
                      </a:r>
                      <a:r>
                        <a:rPr kumimoji="0" lang="en-US" sz="2400" b="0" i="0" u="none" strike="noStrike" kern="0" cap="none" spc="0" normalizeH="0" baseline="0" noProof="0" dirty="0">
                          <a:ln>
                            <a:noFill/>
                          </a:ln>
                          <a:solidFill>
                            <a:schemeClr val="lt1"/>
                          </a:solidFill>
                          <a:effectLst/>
                          <a:uLnTx/>
                          <a:uFillTx/>
                          <a:latin typeface="Consolas" pitchFamily="49" charset="0"/>
                          <a:ea typeface=""/>
                          <a:cs typeface="Consolas" pitchFamily="49" charset="0"/>
                        </a:rPr>
                        <a:t>="&lt;Set1&gt;","&lt;Set2&gt;")]</a:t>
                      </a:r>
                    </a:p>
                    <a:p>
                      <a:pPr marL="0" marR="0" lvl="0" indent="0" defTabSz="932290" eaLnBrk="1" fontAlgn="base" latinLnBrk="0" hangingPunct="1">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chemeClr val="lt1"/>
                          </a:solidFill>
                          <a:effectLst/>
                          <a:uLnTx/>
                          <a:uFillTx/>
                          <a:latin typeface="Consolas" pitchFamily="49" charset="0"/>
                          <a:ea typeface=""/>
                          <a:cs typeface="Consolas" pitchFamily="49" charset="0"/>
                        </a:rPr>
                        <a:t>[</a:t>
                      </a:r>
                      <a:r>
                        <a:rPr kumimoji="0" lang="en-US" sz="2400" b="0" i="0" u="none" strike="noStrike" kern="0" cap="none" spc="0" normalizeH="0" baseline="0" noProof="0" dirty="0" err="1">
                          <a:ln>
                            <a:noFill/>
                          </a:ln>
                          <a:solidFill>
                            <a:schemeClr val="lt1"/>
                          </a:solidFill>
                          <a:effectLst/>
                          <a:uLnTx/>
                          <a:uFillTx/>
                          <a:latin typeface="Consolas" pitchFamily="49" charset="0"/>
                          <a:ea typeface=""/>
                          <a:cs typeface="Consolas" pitchFamily="49" charset="0"/>
                        </a:rPr>
                        <a:t>OutputType</a:t>
                      </a:r>
                      <a:r>
                        <a:rPr kumimoji="0" lang="en-US" sz="2400" b="0" i="0" u="none" strike="noStrike" kern="0" cap="none" spc="0" normalizeH="0" baseline="0" noProof="0" dirty="0">
                          <a:ln>
                            <a:noFill/>
                          </a:ln>
                          <a:solidFill>
                            <a:schemeClr val="lt1"/>
                          </a:solidFill>
                          <a:effectLst/>
                          <a:uLnTx/>
                          <a:uFillTx/>
                          <a:latin typeface="Consolas" pitchFamily="49" charset="0"/>
                          <a:ea typeface=""/>
                          <a:cs typeface="Consolas" pitchFamily="49" charset="0"/>
                        </a:rPr>
                        <a:t>([&lt;Type2&gt;], </a:t>
                      </a:r>
                      <a:r>
                        <a:rPr kumimoji="0" lang="en-US" sz="2400" b="0" i="0" u="none" strike="noStrike" kern="0" cap="none" spc="0" normalizeH="0" baseline="0" noProof="0" dirty="0" err="1">
                          <a:ln>
                            <a:noFill/>
                          </a:ln>
                          <a:solidFill>
                            <a:schemeClr val="lt1"/>
                          </a:solidFill>
                          <a:effectLst/>
                          <a:uLnTx/>
                          <a:uFillTx/>
                          <a:latin typeface="Consolas" pitchFamily="49" charset="0"/>
                          <a:ea typeface=""/>
                          <a:cs typeface="Consolas" pitchFamily="49" charset="0"/>
                        </a:rPr>
                        <a:t>ParameterSetName</a:t>
                      </a:r>
                      <a:r>
                        <a:rPr kumimoji="0" lang="en-US" sz="2400" b="0" i="0" u="none" strike="noStrike" kern="0" cap="none" spc="0" normalizeH="0" baseline="0" noProof="0" dirty="0">
                          <a:ln>
                            <a:noFill/>
                          </a:ln>
                          <a:solidFill>
                            <a:schemeClr val="lt1"/>
                          </a:solidFill>
                          <a:effectLst/>
                          <a:uLnTx/>
                          <a:uFillTx/>
                          <a:latin typeface="Consolas" pitchFamily="49" charset="0"/>
                          <a:ea typeface=""/>
                          <a:cs typeface="Consolas" pitchFamily="49" charset="0"/>
                        </a:rPr>
                        <a:t>="&lt;Set3&gt;")]</a:t>
                      </a:r>
                    </a:p>
                  </a:txBody>
                  <a:tcPr>
                    <a:lnL w="9525" cap="flat" cmpd="sng" algn="ctr">
                      <a:solidFill>
                        <a:srgbClr val="4F81BD">
                          <a:shade val="95000"/>
                          <a:satMod val="105000"/>
                        </a:srgbClr>
                      </a:solidFill>
                      <a:prstDash val="solid"/>
                    </a:lnL>
                    <a:lnR w="9525" cap="flat" cmpd="sng" algn="ctr">
                      <a:solidFill>
                        <a:srgbClr val="4F81BD">
                          <a:shade val="95000"/>
                          <a:satMod val="105000"/>
                        </a:srgbClr>
                      </a:solidFill>
                      <a:prstDash val="solid"/>
                    </a:lnR>
                    <a:lnT w="9525" cap="flat" cmpd="sng" algn="ctr">
                      <a:solidFill>
                        <a:srgbClr val="4F81BD">
                          <a:shade val="95000"/>
                          <a:satMod val="105000"/>
                        </a:srgbClr>
                      </a:solidFill>
                      <a:prstDash val="solid"/>
                    </a:lnT>
                    <a:lnB w="9525" cap="flat" cmpd="sng" algn="ctr">
                      <a:solidFill>
                        <a:srgbClr val="4F81BD">
                          <a:shade val="95000"/>
                          <a:satMod val="105000"/>
                        </a:srgbClr>
                      </a:solidFill>
                      <a:prstDash val="solid"/>
                    </a:lnB>
                    <a:lnTlToBr w="12700" cmpd="sng">
                      <a:noFill/>
                      <a:prstDash val="solid"/>
                    </a:lnTlToBr>
                    <a:lnBlToTr w="12700" cmpd="sng">
                      <a:noFill/>
                      <a:prstDash val="solid"/>
                    </a:lnBlToTr>
                    <a:solidFill>
                      <a:srgbClr val="012456"/>
                    </a:solidFill>
                  </a:tcPr>
                </a:tc>
                <a:extLst>
                  <a:ext uri="{0D108BD9-81ED-4DB2-BD59-A6C34878D82A}">
                    <a16:rowId xmlns:a16="http://schemas.microsoft.com/office/drawing/2014/main" val="1511765848"/>
                  </a:ext>
                </a:extLst>
              </a:tr>
            </a:tbl>
          </a:graphicData>
        </a:graphic>
      </p:graphicFrame>
    </p:spTree>
    <p:custDataLst>
      <p:tags r:id="rId1"/>
    </p:custDataLst>
    <p:extLst>
      <p:ext uri="{BB962C8B-B14F-4D97-AF65-F5344CB8AC3E}">
        <p14:creationId xmlns:p14="http://schemas.microsoft.com/office/powerpoint/2010/main" val="2150294391"/>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[OutputType()] Attribute - Example</a:t>
            </a:r>
            <a:endParaRPr lang="en-US" dirty="0"/>
          </a:p>
        </p:txBody>
      </p:sp>
      <p:sp>
        <p:nvSpPr>
          <p:cNvPr id="2" name="Content Placeholder 1">
            <a:extLst>
              <a:ext uri="{FF2B5EF4-FFF2-40B4-BE49-F238E27FC236}">
                <a16:creationId xmlns:a16="http://schemas.microsoft.com/office/drawing/2014/main" id="{36150454-13D3-435A-BE3E-58986996BAF0}"/>
              </a:ext>
            </a:extLst>
          </p:cNvPr>
          <p:cNvSpPr>
            <a:spLocks noGrp="1"/>
          </p:cNvSpPr>
          <p:nvPr>
            <p:ph sz="quarter" idx="13"/>
          </p:nvPr>
        </p:nvSpPr>
        <p:spPr/>
        <p:txBody>
          <a:bodyPr/>
          <a:lstStyle/>
          <a:p>
            <a:endParaRPr lang="en-US"/>
          </a:p>
        </p:txBody>
      </p:sp>
      <p:sp>
        <p:nvSpPr>
          <p:cNvPr id="6" name="TextBox 5">
            <a:extLst>
              <a:ext uri="{FF2B5EF4-FFF2-40B4-BE49-F238E27FC236}">
                <a16:creationId xmlns:a16="http://schemas.microsoft.com/office/drawing/2014/main" id="{C34D83F1-668F-415F-A6CB-BAE9B7619C91}"/>
              </a:ext>
            </a:extLst>
          </p:cNvPr>
          <p:cNvSpPr txBox="1"/>
          <p:nvPr/>
        </p:nvSpPr>
        <p:spPr>
          <a:xfrm>
            <a:off x="655638" y="1408113"/>
            <a:ext cx="10880725" cy="4819650"/>
          </a:xfrm>
          <a:prstGeom prst="rect">
            <a:avLst/>
          </a:prstGeom>
          <a:solidFill>
            <a:srgbClr val="012456"/>
          </a:solidFill>
        </p:spPr>
        <p:txBody>
          <a:bodyPr wrap="square" lIns="182880" tIns="146304" rIns="182880" bIns="146304" rtlCol="0">
            <a:spAutoFit/>
          </a:bodyPr>
          <a:lstStyle/>
          <a:p>
            <a:pPr fontAlgn="base"/>
            <a:r>
              <a:rPr lang="en-US" sz="2200" dirty="0">
                <a:solidFill>
                  <a:srgbClr val="FFFFFF"/>
                </a:solidFill>
                <a:latin typeface="Lucida Console" panose="020B0609040504020204" pitchFamily="49" charset="0"/>
                <a:cs typeface="Consolas" panose="020B0609020204030204" pitchFamily="49" charset="0"/>
              </a:rPr>
              <a:t>function </a:t>
            </a:r>
            <a:r>
              <a:rPr lang="en-US" sz="2200" dirty="0">
                <a:solidFill>
                  <a:srgbClr val="8661C5"/>
                </a:solidFill>
                <a:latin typeface="Lucida Console" panose="020B0609040504020204" pitchFamily="49" charset="0"/>
                <a:cs typeface="Consolas" panose="020B0609020204030204" pitchFamily="49" charset="0"/>
              </a:rPr>
              <a:t>Print-Hello</a:t>
            </a:r>
            <a:r>
              <a:rPr lang="en-US" sz="2200" dirty="0">
                <a:solidFill>
                  <a:srgbClr val="FFFFFF"/>
                </a:solidFill>
                <a:latin typeface="Lucida Console" panose="020B0609040504020204" pitchFamily="49" charset="0"/>
                <a:cs typeface="Consolas" panose="020B0609020204030204" pitchFamily="49" charset="0"/>
              </a:rPr>
              <a:t> {</a:t>
            </a:r>
            <a:endParaRPr lang="en-US" sz="2200" dirty="0">
              <a:latin typeface="Lucida Console" panose="020B0609040504020204" pitchFamily="49" charset="0"/>
            </a:endParaRPr>
          </a:p>
          <a:p>
            <a:pPr fontAlgn="base"/>
            <a:r>
              <a:rPr lang="en-US" sz="2200" dirty="0">
                <a:solidFill>
                  <a:srgbClr val="FFFFFF"/>
                </a:solidFill>
                <a:latin typeface="Lucida Console" panose="020B0609040504020204" pitchFamily="49" charset="0"/>
                <a:cs typeface="Consolas" panose="020B0609020204030204" pitchFamily="49" charset="0"/>
              </a:rPr>
              <a:t>	[</a:t>
            </a:r>
            <a:r>
              <a:rPr lang="en-US" sz="2200" dirty="0" err="1">
                <a:solidFill>
                  <a:srgbClr val="98FB98"/>
                </a:solidFill>
                <a:latin typeface="Lucida Console" panose="020B0609040504020204" pitchFamily="49" charset="0"/>
                <a:cs typeface="Consolas" panose="020B0609020204030204" pitchFamily="49" charset="0"/>
              </a:rPr>
              <a:t>OutputType</a:t>
            </a:r>
            <a:r>
              <a:rPr lang="en-US" sz="2200" dirty="0">
                <a:solidFill>
                  <a:srgbClr val="FFFFFF"/>
                </a:solidFill>
                <a:latin typeface="Lucida Console" panose="020B0609040504020204" pitchFamily="49" charset="0"/>
                <a:cs typeface="Consolas" panose="020B0609020204030204" pitchFamily="49" charset="0"/>
              </a:rPr>
              <a:t>([</a:t>
            </a:r>
            <a:r>
              <a:rPr lang="en-US" sz="2200" dirty="0">
                <a:solidFill>
                  <a:srgbClr val="006400"/>
                </a:solidFill>
                <a:latin typeface="Lucida Console" panose="020B0609040504020204" pitchFamily="49" charset="0"/>
                <a:cs typeface="Consolas" panose="020B0609020204030204" pitchFamily="49" charset="0"/>
              </a:rPr>
              <a:t>double</a:t>
            </a:r>
            <a:r>
              <a:rPr lang="en-US" sz="2200" dirty="0">
                <a:solidFill>
                  <a:srgbClr val="FFFFFF"/>
                </a:solidFill>
                <a:latin typeface="Lucida Console" panose="020B0609040504020204" pitchFamily="49" charset="0"/>
                <a:cs typeface="Consolas" panose="020B0609020204030204" pitchFamily="49" charset="0"/>
              </a:rPr>
              <a:t>])]   </a:t>
            </a:r>
            <a:endParaRPr lang="en-US" sz="2200" dirty="0">
              <a:latin typeface="Lucida Console" panose="020B0609040504020204" pitchFamily="49" charset="0"/>
            </a:endParaRPr>
          </a:p>
          <a:p>
            <a:pPr fontAlgn="base"/>
            <a:r>
              <a:rPr lang="en-US" sz="2200" dirty="0">
                <a:solidFill>
                  <a:srgbClr val="FFFFFF"/>
                </a:solidFill>
                <a:latin typeface="Lucida Console" panose="020B0609040504020204" pitchFamily="49" charset="0"/>
                <a:cs typeface="Consolas" panose="020B0609020204030204" pitchFamily="49" charset="0"/>
              </a:rPr>
              <a:t>	Param (</a:t>
            </a:r>
            <a:r>
              <a:rPr lang="en-US" sz="2200" dirty="0">
                <a:solidFill>
                  <a:srgbClr val="FF4500"/>
                </a:solidFill>
                <a:latin typeface="Lucida Console" panose="020B0609040504020204" pitchFamily="49" charset="0"/>
                <a:cs typeface="Consolas" panose="020B0609020204030204" pitchFamily="49" charset="0"/>
              </a:rPr>
              <a:t>$Name</a:t>
            </a:r>
            <a:r>
              <a:rPr lang="en-US" sz="2200" dirty="0">
                <a:solidFill>
                  <a:srgbClr val="FFFFFF"/>
                </a:solidFill>
                <a:latin typeface="Lucida Console" panose="020B0609040504020204" pitchFamily="49" charset="0"/>
                <a:cs typeface="Consolas" panose="020B0609020204030204" pitchFamily="49" charset="0"/>
              </a:rPr>
              <a:t>)"Hello </a:t>
            </a:r>
            <a:r>
              <a:rPr lang="en-US" sz="2200" dirty="0">
                <a:solidFill>
                  <a:srgbClr val="FF4500"/>
                </a:solidFill>
                <a:latin typeface="Lucida Console" panose="020B0609040504020204" pitchFamily="49" charset="0"/>
                <a:cs typeface="Consolas" panose="020B0609020204030204" pitchFamily="49" charset="0"/>
              </a:rPr>
              <a:t>$Name</a:t>
            </a:r>
            <a:r>
              <a:rPr lang="en-US" sz="2200" dirty="0">
                <a:solidFill>
                  <a:srgbClr val="FFFFFF"/>
                </a:solidFill>
                <a:latin typeface="Lucida Console" panose="020B0609040504020204" pitchFamily="49" charset="0"/>
                <a:cs typeface="Consolas" panose="020B0609020204030204" pitchFamily="49" charset="0"/>
              </a:rPr>
              <a:t>"</a:t>
            </a:r>
            <a:endParaRPr lang="en-US" sz="2200" dirty="0">
              <a:latin typeface="Lucida Console" panose="020B0609040504020204" pitchFamily="49" charset="0"/>
            </a:endParaRPr>
          </a:p>
          <a:p>
            <a:pPr fontAlgn="base"/>
            <a:r>
              <a:rPr lang="en-US" sz="2200" dirty="0">
                <a:solidFill>
                  <a:srgbClr val="FFFFFF"/>
                </a:solidFill>
                <a:latin typeface="Lucida Console" panose="020B0609040504020204" pitchFamily="49" charset="0"/>
                <a:cs typeface="Consolas" panose="020B0609020204030204" pitchFamily="49" charset="0"/>
              </a:rPr>
              <a:t>}</a:t>
            </a:r>
            <a:endParaRPr lang="en-US" sz="2200" dirty="0">
              <a:latin typeface="Lucida Console" panose="020B0609040504020204" pitchFamily="49" charset="0"/>
            </a:endParaRPr>
          </a:p>
          <a:p>
            <a:pPr fontAlgn="base"/>
            <a:r>
              <a:rPr lang="en-US" sz="2200" dirty="0">
                <a:solidFill>
                  <a:srgbClr val="9BF00B"/>
                </a:solidFill>
                <a:latin typeface="Lucida Console" panose="020B0609040504020204" pitchFamily="49" charset="0"/>
                <a:cs typeface="Consolas" panose="020B0609020204030204" pitchFamily="49" charset="0"/>
              </a:rPr>
              <a:t># Only used as a documentation note</a:t>
            </a:r>
            <a:endParaRPr lang="en-US" sz="2200" dirty="0">
              <a:latin typeface="Lucida Console" panose="020B0609040504020204" pitchFamily="49" charset="0"/>
            </a:endParaRPr>
          </a:p>
          <a:p>
            <a:pPr fontAlgn="base"/>
            <a:r>
              <a:rPr lang="en-US" sz="2200" dirty="0">
                <a:solidFill>
                  <a:srgbClr val="FFFFFF"/>
                </a:solidFill>
                <a:latin typeface="Lucida Console" panose="020B0609040504020204" pitchFamily="49" charset="0"/>
                <a:cs typeface="Consolas" panose="020B0609020204030204" pitchFamily="49" charset="0"/>
              </a:rPr>
              <a:t>(Get-Command Print-Hello).</a:t>
            </a:r>
            <a:r>
              <a:rPr lang="en-US" sz="2200" dirty="0" err="1">
                <a:solidFill>
                  <a:srgbClr val="FFFFFF"/>
                </a:solidFill>
                <a:latin typeface="Lucida Console" panose="020B0609040504020204" pitchFamily="49" charset="0"/>
                <a:cs typeface="Consolas" panose="020B0609020204030204" pitchFamily="49" charset="0"/>
              </a:rPr>
              <a:t>OutputType</a:t>
            </a:r>
            <a:endParaRPr lang="en-US" sz="2200" dirty="0">
              <a:latin typeface="Lucida Console" panose="020B0609040504020204" pitchFamily="49" charset="0"/>
            </a:endParaRPr>
          </a:p>
          <a:p>
            <a:pPr fontAlgn="base"/>
            <a:r>
              <a:rPr lang="en-US" sz="2200" dirty="0">
                <a:solidFill>
                  <a:srgbClr val="9BF00B"/>
                </a:solidFill>
                <a:latin typeface="Lucida Console" panose="020B0609040504020204" pitchFamily="49" charset="0"/>
                <a:cs typeface="Consolas" panose="020B0609020204030204" pitchFamily="49" charset="0"/>
              </a:rPr>
              <a:t># results</a:t>
            </a:r>
            <a:endParaRPr lang="en-US" sz="2200" dirty="0">
              <a:latin typeface="Lucida Console" panose="020B0609040504020204" pitchFamily="49" charset="0"/>
            </a:endParaRPr>
          </a:p>
          <a:p>
            <a:pPr fontAlgn="base"/>
            <a:r>
              <a:rPr lang="en-US" sz="2200" dirty="0">
                <a:solidFill>
                  <a:srgbClr val="FFFFFF"/>
                </a:solidFill>
                <a:latin typeface="Lucida Console" panose="020B0609040504020204" pitchFamily="49" charset="0"/>
                <a:cs typeface="Consolas" panose="020B0609020204030204" pitchFamily="49" charset="0"/>
              </a:rPr>
              <a:t>Name              Type</a:t>
            </a:r>
            <a:endParaRPr lang="en-US" sz="2200" dirty="0">
              <a:latin typeface="Lucida Console" panose="020B0609040504020204" pitchFamily="49" charset="0"/>
            </a:endParaRPr>
          </a:p>
          <a:p>
            <a:pPr fontAlgn="base"/>
            <a:r>
              <a:rPr lang="en-US" sz="2200" dirty="0">
                <a:solidFill>
                  <a:srgbClr val="FFFFFF"/>
                </a:solidFill>
                <a:latin typeface="Lucida Console" panose="020B0609040504020204" pitchFamily="49" charset="0"/>
                <a:cs typeface="Consolas" panose="020B0609020204030204" pitchFamily="49" charset="0"/>
              </a:rPr>
              <a:t>----              ----</a:t>
            </a:r>
            <a:endParaRPr lang="en-US" sz="2200" dirty="0">
              <a:latin typeface="Lucida Console" panose="020B0609040504020204" pitchFamily="49" charset="0"/>
            </a:endParaRPr>
          </a:p>
          <a:p>
            <a:pPr fontAlgn="base"/>
            <a:r>
              <a:rPr lang="en-US" sz="2200" dirty="0" err="1">
                <a:solidFill>
                  <a:srgbClr val="FFFFFF"/>
                </a:solidFill>
                <a:latin typeface="Lucida Console" panose="020B0609040504020204" pitchFamily="49" charset="0"/>
                <a:cs typeface="Consolas" panose="020B0609020204030204" pitchFamily="49" charset="0"/>
              </a:rPr>
              <a:t>System.Double</a:t>
            </a:r>
            <a:r>
              <a:rPr lang="en-US" sz="2200" dirty="0">
                <a:solidFill>
                  <a:srgbClr val="FFFFFF"/>
                </a:solidFill>
                <a:latin typeface="Lucida Console" panose="020B0609040504020204" pitchFamily="49" charset="0"/>
                <a:cs typeface="Consolas" panose="020B0609020204030204" pitchFamily="49" charset="0"/>
              </a:rPr>
              <a:t>     </a:t>
            </a:r>
            <a:r>
              <a:rPr lang="en-US" sz="2200" dirty="0" err="1">
                <a:solidFill>
                  <a:srgbClr val="FFFFFF"/>
                </a:solidFill>
                <a:latin typeface="Lucida Console" panose="020B0609040504020204" pitchFamily="49" charset="0"/>
                <a:cs typeface="Consolas" panose="020B0609020204030204" pitchFamily="49" charset="0"/>
              </a:rPr>
              <a:t>System.Double</a:t>
            </a:r>
            <a:endParaRPr lang="en-US" sz="2200" dirty="0">
              <a:latin typeface="Lucida Console" panose="020B0609040504020204" pitchFamily="49" charset="0"/>
            </a:endParaRPr>
          </a:p>
          <a:p>
            <a:pPr fontAlgn="base"/>
            <a:r>
              <a:rPr lang="en-US" sz="2200" dirty="0">
                <a:solidFill>
                  <a:srgbClr val="9BF00B"/>
                </a:solidFill>
                <a:latin typeface="Lucida Console" panose="020B0609040504020204" pitchFamily="49" charset="0"/>
                <a:cs typeface="Consolas" panose="020B0609020204030204" pitchFamily="49" charset="0"/>
              </a:rPr>
              <a:t># Displays the actual .NET type returned by the command</a:t>
            </a:r>
            <a:endParaRPr lang="en-US" sz="2200" dirty="0">
              <a:latin typeface="Lucida Console" panose="020B0609040504020204" pitchFamily="49" charset="0"/>
            </a:endParaRPr>
          </a:p>
          <a:p>
            <a:pPr fontAlgn="base"/>
            <a:r>
              <a:rPr lang="en-US" sz="2200" dirty="0">
                <a:solidFill>
                  <a:srgbClr val="FFFFFF"/>
                </a:solidFill>
                <a:latin typeface="Lucida Console" panose="020B0609040504020204" pitchFamily="49" charset="0"/>
                <a:cs typeface="Consolas" panose="020B0609020204030204" pitchFamily="49" charset="0"/>
              </a:rPr>
              <a:t>(Print-Hello -Name Johan).</a:t>
            </a:r>
            <a:r>
              <a:rPr lang="en-US" sz="2200" dirty="0" err="1">
                <a:solidFill>
                  <a:srgbClr val="FFFFFF"/>
                </a:solidFill>
                <a:latin typeface="Lucida Console" panose="020B0609040504020204" pitchFamily="49" charset="0"/>
                <a:cs typeface="Consolas" panose="020B0609020204030204" pitchFamily="49" charset="0"/>
              </a:rPr>
              <a:t>GetType</a:t>
            </a:r>
            <a:r>
              <a:rPr lang="en-US" sz="2200" dirty="0">
                <a:solidFill>
                  <a:srgbClr val="FFFFFF"/>
                </a:solidFill>
                <a:latin typeface="Lucida Console" panose="020B0609040504020204" pitchFamily="49" charset="0"/>
                <a:cs typeface="Consolas" panose="020B0609020204030204" pitchFamily="49" charset="0"/>
              </a:rPr>
              <a:t>().</a:t>
            </a:r>
            <a:r>
              <a:rPr lang="en-US" sz="2200" dirty="0" err="1">
                <a:solidFill>
                  <a:srgbClr val="FFFFFF"/>
                </a:solidFill>
                <a:latin typeface="Lucida Console" panose="020B0609040504020204" pitchFamily="49" charset="0"/>
                <a:cs typeface="Consolas" panose="020B0609020204030204" pitchFamily="49" charset="0"/>
              </a:rPr>
              <a:t>FullName</a:t>
            </a:r>
            <a:endParaRPr lang="en-US" sz="2200" dirty="0">
              <a:latin typeface="Lucida Console" panose="020B0609040504020204" pitchFamily="49" charset="0"/>
            </a:endParaRPr>
          </a:p>
          <a:p>
            <a:pPr fontAlgn="base"/>
            <a:r>
              <a:rPr lang="en-US" sz="2200" dirty="0">
                <a:solidFill>
                  <a:srgbClr val="9BF00B"/>
                </a:solidFill>
                <a:latin typeface="Lucida Console" panose="020B0609040504020204" pitchFamily="49" charset="0"/>
                <a:cs typeface="Consolas" panose="020B0609020204030204" pitchFamily="49" charset="0"/>
              </a:rPr>
              <a:t># results</a:t>
            </a:r>
            <a:endParaRPr lang="en-US" sz="2200" dirty="0">
              <a:latin typeface="Lucida Console" panose="020B0609040504020204" pitchFamily="49" charset="0"/>
            </a:endParaRPr>
          </a:p>
          <a:p>
            <a:pPr fontAlgn="base"/>
            <a:r>
              <a:rPr lang="en-US" sz="2200" dirty="0" err="1">
                <a:solidFill>
                  <a:srgbClr val="FFFFFF"/>
                </a:solidFill>
                <a:latin typeface="Lucida Console" panose="020B0609040504020204" pitchFamily="49" charset="0"/>
                <a:cs typeface="Consolas" panose="020B0609020204030204" pitchFamily="49" charset="0"/>
              </a:rPr>
              <a:t>System.String</a:t>
            </a:r>
            <a:endParaRPr lang="en-US" sz="2200" dirty="0">
              <a:latin typeface="Lucida Console" panose="020B0609040504020204" pitchFamily="49" charset="0"/>
            </a:endParaRPr>
          </a:p>
        </p:txBody>
      </p:sp>
      <p:pic>
        <p:nvPicPr>
          <p:cNvPr id="4" name="Picture 3">
            <a:extLst>
              <a:ext uri="{FF2B5EF4-FFF2-40B4-BE49-F238E27FC236}">
                <a16:creationId xmlns:a16="http://schemas.microsoft.com/office/drawing/2014/main" id="{C6B73BB9-32F2-C33B-EF1C-07A9EC8B541F}"/>
              </a:ext>
            </a:extLst>
          </p:cNvPr>
          <p:cNvPicPr>
            <a:picLocks noChangeAspect="1"/>
          </p:cNvPicPr>
          <p:nvPr/>
        </p:nvPicPr>
        <p:blipFill>
          <a:blip r:embed="rId4"/>
          <a:stretch>
            <a:fillRect/>
          </a:stretch>
        </p:blipFill>
        <p:spPr>
          <a:xfrm>
            <a:off x="10408289" y="1441094"/>
            <a:ext cx="1114425" cy="1266825"/>
          </a:xfrm>
          <a:prstGeom prst="rect">
            <a:avLst/>
          </a:prstGeom>
        </p:spPr>
      </p:pic>
    </p:spTree>
    <p:custDataLst>
      <p:tags r:id="rId1"/>
    </p:custDataLst>
    <p:extLst>
      <p:ext uri="{BB962C8B-B14F-4D97-AF65-F5344CB8AC3E}">
        <p14:creationId xmlns:p14="http://schemas.microsoft.com/office/powerpoint/2010/main" val="1138811350"/>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5BB0C-211A-4A6B-A4FE-D9C725309C49}"/>
              </a:ext>
            </a:extLst>
          </p:cNvPr>
          <p:cNvSpPr>
            <a:spLocks noGrp="1"/>
          </p:cNvSpPr>
          <p:nvPr>
            <p:ph type="title"/>
          </p:nvPr>
        </p:nvSpPr>
        <p:spPr/>
        <p:txBody>
          <a:bodyPr/>
          <a:lstStyle/>
          <a:p>
            <a:r>
              <a:rPr lang="en-US" dirty="0"/>
              <a:t>Questions?</a:t>
            </a:r>
          </a:p>
        </p:txBody>
      </p:sp>
      <p:pic>
        <p:nvPicPr>
          <p:cNvPr id="36" name="Multiple Question Marks" descr="Multiple Question Marks">
            <a:extLst>
              <a:ext uri="{FF2B5EF4-FFF2-40B4-BE49-F238E27FC236}">
                <a16:creationId xmlns:a16="http://schemas.microsoft.com/office/drawing/2014/main" id="{E609CE4D-9188-4CF4-804D-5F16F38688F4}"/>
              </a:ext>
            </a:extLst>
          </p:cNvPr>
          <p:cNvPicPr>
            <a:picLocks noGrp="1" noChangeAspect="1"/>
          </p:cNvPicPr>
          <p:nvPr>
            <p:ph type="pic" sz="quarter" idx="15"/>
            <p:custDataLst>
              <p:tags r:id="rId2"/>
            </p:custDataLst>
          </p:nvPr>
        </p:nvPicPr>
        <p:blipFill rotWithShape="1">
          <a:blip r:embed="rId5">
            <a:extLst>
              <a:ext uri="{28A0092B-C50C-407E-A947-70E740481C1C}">
                <a14:useLocalDpi xmlns:a14="http://schemas.microsoft.com/office/drawing/2010/main" val="0"/>
              </a:ext>
            </a:extLst>
          </a:blip>
          <a:srcRect t="386" b="386"/>
          <a:stretch/>
        </p:blipFill>
        <p:spPr>
          <a:xfrm>
            <a:off x="5333682" y="0"/>
            <a:ext cx="6858000" cy="6861524"/>
          </a:xfrm>
          <a:prstGeom prst="rect">
            <a:avLst/>
          </a:prstGeom>
        </p:spPr>
      </p:pic>
    </p:spTree>
    <p:custDataLst>
      <p:tags r:id="rId1"/>
    </p:custDataLst>
    <p:extLst>
      <p:ext uri="{BB962C8B-B14F-4D97-AF65-F5344CB8AC3E}">
        <p14:creationId xmlns:p14="http://schemas.microsoft.com/office/powerpoint/2010/main" val="2008732114"/>
      </p:ext>
    </p:extLst>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7B38C-8413-4861-A4F5-7DF656AEAD0D}"/>
              </a:ext>
            </a:extLst>
          </p:cNvPr>
          <p:cNvSpPr>
            <a:spLocks noGrp="1"/>
          </p:cNvSpPr>
          <p:nvPr>
            <p:ph type="title"/>
          </p:nvPr>
        </p:nvSpPr>
        <p:spPr/>
        <p:txBody>
          <a:bodyPr lIns="0" tIns="0" rIns="0" bIns="0" anchor="ctr" anchorCtr="0"/>
          <a:lstStyle/>
          <a:p>
            <a:r>
              <a:rPr lang="en-US" dirty="0">
                <a:solidFill>
                  <a:srgbClr val="000000"/>
                </a:solidFill>
                <a:latin typeface="Segoe UI Semibold" panose="020B0702040204020203" pitchFamily="34" charset="0"/>
              </a:rPr>
              <a:t>Mastering parameters advanced functions</a:t>
            </a:r>
          </a:p>
        </p:txBody>
      </p:sp>
      <p:sp>
        <p:nvSpPr>
          <p:cNvPr id="3" name="Text Placeholder 2">
            <a:extLst>
              <a:ext uri="{FF2B5EF4-FFF2-40B4-BE49-F238E27FC236}">
                <a16:creationId xmlns:a16="http://schemas.microsoft.com/office/drawing/2014/main" id="{4897B8F8-26DF-42FB-ACB0-59929F1C2344}"/>
              </a:ext>
            </a:extLst>
          </p:cNvPr>
          <p:cNvSpPr>
            <a:spLocks noGrp="1"/>
          </p:cNvSpPr>
          <p:nvPr>
            <p:ph type="body" sz="quarter" idx="10"/>
          </p:nvPr>
        </p:nvSpPr>
        <p:spPr/>
        <p:txBody>
          <a:bodyPr/>
          <a:lstStyle/>
          <a:p>
            <a:pPr algn="ctr"/>
            <a:r>
              <a:rPr lang="en-US" dirty="0"/>
              <a:t>60 minutes</a:t>
            </a:r>
          </a:p>
        </p:txBody>
      </p:sp>
      <p:sp>
        <p:nvSpPr>
          <p:cNvPr id="4" name="Picture Placeholder 3">
            <a:extLst>
              <a:ext uri="{FF2B5EF4-FFF2-40B4-BE49-F238E27FC236}">
                <a16:creationId xmlns:a16="http://schemas.microsoft.com/office/drawing/2014/main" id="{688E0F76-248A-45EA-81A0-6E6C546B8835}"/>
              </a:ext>
            </a:extLst>
          </p:cNvPr>
          <p:cNvSpPr>
            <a:spLocks noGrp="1"/>
          </p:cNvSpPr>
          <p:nvPr>
            <p:ph type="pic" sz="quarter" idx="15"/>
          </p:nvPr>
        </p:nvSpPr>
        <p:spPr/>
        <p:txBody>
          <a:bodyPr/>
          <a:lstStyle/>
          <a:p>
            <a:endParaRPr lang="en-IL"/>
          </a:p>
        </p:txBody>
      </p:sp>
      <p:pic>
        <p:nvPicPr>
          <p:cNvPr id="7" name="Lab" descr="A close up of a sign&#10;&#10;Description automatically generated">
            <a:extLst>
              <a:ext uri="{FF2B5EF4-FFF2-40B4-BE49-F238E27FC236}">
                <a16:creationId xmlns:a16="http://schemas.microsoft.com/office/drawing/2014/main" id="{76566A92-4C2E-4A75-AC88-04F49267A8C1}"/>
              </a:ext>
            </a:extLst>
          </p:cNvPr>
          <p:cNvPicPr>
            <a:picLocks noChangeAspect="1"/>
          </p:cNvPicPr>
          <p:nvPr>
            <p:custDataLst>
              <p:tags r:id="rId2"/>
            </p:custDataLst>
          </p:nvPr>
        </p:nvPicPr>
        <p:blipFill>
          <a:blip r:embed="rId5">
            <a:extLst>
              <a:ext uri="{28A0092B-C50C-407E-A947-70E740481C1C}">
                <a14:useLocalDpi xmlns:a14="http://schemas.microsoft.com/office/drawing/2010/main" val="0"/>
              </a:ext>
            </a:extLst>
          </a:blip>
          <a:stretch>
            <a:fillRect/>
          </a:stretch>
        </p:blipFill>
        <p:spPr>
          <a:xfrm>
            <a:off x="7479068" y="1006033"/>
            <a:ext cx="2567228" cy="4959305"/>
          </a:xfrm>
          <a:prstGeom prst="rect">
            <a:avLst/>
          </a:prstGeom>
        </p:spPr>
      </p:pic>
    </p:spTree>
    <p:custDataLst>
      <p:tags r:id="rId1"/>
    </p:custDataLst>
    <p:extLst>
      <p:ext uri="{BB962C8B-B14F-4D97-AF65-F5344CB8AC3E}">
        <p14:creationId xmlns:p14="http://schemas.microsoft.com/office/powerpoint/2010/main" val="3640717353"/>
      </p:ext>
    </p:extLst>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789188734"/>
      </p:ext>
    </p:ext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MIO_NATIVESECTIONS_V2" val="﻿&lt;?xml version=&quot;1.0&quot; encoding=&quot;utf-8&quot;?&gt;&lt;ArrayOfNativeSection xmlns:xsi=&quot;http://www.w3.org/2001/XMLSchema-instance&quot; xmlns:xsd=&quot;http://www.w3.org/2001/XMLSchema&quot;&gt;&lt;NativeSection&gt;&lt;SectionId&gt;{E255A3AB-A43B-4FB9-AAB5-3F0F215CF2F6}&lt;/SectionId&gt;&lt;Name&gt;WorkshopPLUS - Windows PowerShell: Tool Building&lt;/Name&gt;&lt;SlidesCount&gt;2&lt;/SlidesCount&gt;&lt;SlideGuids /&gt;&lt;/NativeSection&gt;&lt;NativeSection&gt;&lt;SectionId&gt;{7B5054B6-A008-45F3-B652-1081E59E62B6}&lt;/SectionId&gt;&lt;Name&gt;Parameter attribute&lt;/Name&gt;&lt;SlidesCount&gt;10&lt;/SlidesCount&gt;&lt;SlideGuids /&gt;&lt;/NativeSection&gt;&lt;NativeSection&gt;&lt;SectionId&gt;{D9F216FE-A770-4526-ADC3-CDB4CA8ACA0B}&lt;/SectionId&gt;&lt;Name&gt;Parameter validation&lt;/Name&gt;&lt;SlidesCount&gt;9&lt;/SlidesCount&gt;&lt;SlideGuids /&gt;&lt;/NativeSection&gt;&lt;NativeSection&gt;&lt;SectionId&gt;{D6B235E2-F7A0-484F-A875-608B83B07F95}&lt;/SectionId&gt;&lt;Name&gt;Risk Mitigation&lt;/Name&gt;&lt;SlidesCount&gt;7&lt;/SlidesCount&gt;&lt;SlideGuids /&gt;&lt;/NativeSection&gt;&lt;NativeSection&gt;&lt;SectionId&gt;{E8406602-96AA-47EA-9059-4E065D507854}&lt;/SectionId&gt;&lt;Name&gt;Help&lt;/Name&gt;&lt;SlidesCount&gt;3&lt;/SlidesCount&gt;&lt;SlideGuids /&gt;&lt;/NativeSection&gt;&lt;NativeSection&gt;&lt;SectionId&gt;{3C448D17-67A9-40D8-B184-B7E32FF85A31}&lt;/SectionId&gt;&lt;Name&gt;Output type&lt;/Name&gt;&lt;SlidesCount&gt;3&lt;/SlidesCount&gt;&lt;SlideGuids /&gt;&lt;/NativeSection&gt;&lt;NativeSection&gt;&lt;SectionId&gt;{6F8CB3A6-B6AF-4CAF-B261-75B2450A9880}&lt;/SectionId&gt;&lt;Name&gt;Lab&lt;/Name&gt;&lt;SlidesCount&gt;2&lt;/SlidesCount&gt;&lt;SlideGuids /&gt;&lt;/NativeSection&gt;&lt;/ArrayOfNativeSection&gt;"/>
  <p:tag name="MIO_EKGUID" val="59245efa-25d7-4021-b851-c6838ce63196"/>
  <p:tag name="MIO_UPDATE" val="True"/>
  <p:tag name="MIO_VERSION" val="02.03.2020 12:21:27"/>
  <p:tag name="MIO_DBID" val="12B0C59E-2253-4124-A5E9-470ADF4CB168"/>
  <p:tag name="MIO_LASTDOWNLOADED" val="02.03.2020 13:35:43"/>
  <p:tag name="MIO_OBJECTNAME" val="M03 Mastering Parameters"/>
  <p:tag name="MIO_LASTEDITORNAME" val="Devid Treuling"/>
</p:tagLst>
</file>

<file path=ppt/tags/tag2.xml><?xml version="1.0" encoding="utf-8"?>
<p:tagLst xmlns:a="http://schemas.openxmlformats.org/drawingml/2006/main" xmlns:r="http://schemas.openxmlformats.org/officeDocument/2006/relationships" xmlns:p="http://schemas.openxmlformats.org/presentationml/2006/main">
  <p:tag name="MIO_PRESI_FIRST_SLIDENUMBER" val="1"/>
  <p:tag name="MIO_FALLBACK_LAYOUT" val="13"/>
  <p:tag name="MIO_SHOW_DATE" val="False"/>
  <p:tag name="MIO_SHOW_FOOTER" val="False"/>
  <p:tag name="MIO_SHOW_PAGENUMBER" val="False"/>
  <p:tag name="MIO_AVOID_BLANK_LAYOUT" val="False"/>
  <p:tag name="MIO_CD_LAYOUT_VALID_AREA" val="False"/>
  <p:tag name="MIO_NUMBER_OF_VALID_LAYOUTS" val="36"/>
  <p:tag name="MIO_HDS" val="True"/>
  <p:tag name="MIO_SKIPVERSION" val="01.01.0001 00:00:00"/>
  <p:tag name="MIO_EKGUID" val="6effc138-af9f-443b-b131-e960561164b3"/>
  <p:tag name="MIO_UPDATE" val="True"/>
  <p:tag name="MIO_VERSION" val="30.09.2019 15:04:10"/>
  <p:tag name="MIO_DBID" val="12B0C59E-2253-4124-A5E9-470ADF4CB168"/>
  <p:tag name="MIO_LASTDOWNLOADED" val="24.10.2019 15:41:15"/>
  <p:tag name="MIO_OBJECTNAME" val="Dark Grey"/>
  <p:tag name="MIO_LASTEDITORNAME" val="Sinja Giese"/>
  <p:tag name="MIO_CDID" val="0abed30f-9490-41c0-b430-1d8e289568da"/>
</p:tagLst>
</file>

<file path=ppt/tags/tag3.xml><?xml version="1.0" encoding="utf-8"?>
<p:tagLst xmlns:a="http://schemas.openxmlformats.org/drawingml/2006/main" xmlns:r="http://schemas.openxmlformats.org/officeDocument/2006/relationships" xmlns:p="http://schemas.openxmlformats.org/presentationml/2006/main">
  <p:tag name="MIO_PRESI_FIRST_SLIDENUMBER" val="1"/>
  <p:tag name="MIO_FALLBACK_LAYOUT" val="7"/>
  <p:tag name="MIO_SHOW_DATE" val="False"/>
  <p:tag name="MIO_SHOW_FOOTER" val="False"/>
  <p:tag name="MIO_SHOW_PAGENUMBER" val="False"/>
  <p:tag name="MIO_AVOID_BLANK_LAYOUT" val="True"/>
  <p:tag name="MIO_CD_LAYOUT_VALID_AREA" val="False"/>
  <p:tag name="MIO_NUMBER_OF_VALID_LAYOUTS" val="27"/>
  <p:tag name="MIO_HDS" val="True"/>
  <p:tag name="MIO_SKIPVERSION" val="01.01.0001 00:00:00"/>
  <p:tag name="MIO_EKGUID" val="691c9cc5-9124-47ef-bfbe-995e28358156"/>
  <p:tag name="MIO_UPDATE" val="True"/>
  <p:tag name="MIO_VERSION" val="05.06.2019 16:52:35"/>
  <p:tag name="MIO_DBID" val="12B0C59E-2253-4124-A5E9-470ADF4CB168"/>
  <p:tag name="MIO_LASTDOWNLOADED" val="21.06.2019 12:11:06"/>
  <p:tag name="MIO_OBJECTNAME" val="Microsoft Office Theme"/>
  <p:tag name="MIO_LASTEDITORNAME" val="Sinja Giese"/>
  <p:tag name="MIO_CDID" val="0abed30f-9490-41c0-b430-1d8e289568da"/>
</p:tagLst>
</file>

<file path=ppt/tags/tag4.xml><?xml version="1.0" encoding="utf-8"?>
<p:tagLst xmlns:a="http://schemas.openxmlformats.org/drawingml/2006/main" xmlns:r="http://schemas.openxmlformats.org/officeDocument/2006/relationships" xmlns:p="http://schemas.openxmlformats.org/presentationml/2006/main">
  <p:tag name="MIO_FALLBACK_LAYOUT" val="14"/>
  <p:tag name="MIO_SHOW_DATE" val="False"/>
  <p:tag name="MIO_SHOW_FOOTER" val="False"/>
  <p:tag name="MIO_SHOW_PAGENUMBER" val="False"/>
  <p:tag name="MIO_AVOID_BLANK_LAYOUT" val="True"/>
  <p:tag name="MIO_CD_LAYOUT_VALID_AREA" val="False"/>
  <p:tag name="MIO_NUMBER_OF_VALID_LAYOUTS" val="44"/>
  <p:tag name="MIO_HDS" val="True"/>
  <p:tag name="MIO_SKIPVERSION" val="01.01.0001 00:00:00"/>
  <p:tag name="MIO_EKGUID" val="6effc138-af9f-443b-b131-e960561164b3"/>
  <p:tag name="MIO_UPDATE" val="True"/>
  <p:tag name="MIO_VERSION" val="06.12.2019 15:30:57"/>
  <p:tag name="MIO_DBID" val="12B0C59E-2253-4124-A5E9-470ADF4CB168"/>
  <p:tag name="MIO_LASTDOWNLOADED" val="06.12.2019 16:37:13"/>
  <p:tag name="MIO_OBJECTNAME" val="Dark Grey"/>
  <p:tag name="MIO_CDID" val="0abed30f-9490-41c0-b430-1d8e289568da"/>
</p:tagLst>
</file>

<file path=ppt/tags/tag5.xml><?xml version="1.0" encoding="utf-8"?>
<p:tagLst xmlns:a="http://schemas.openxmlformats.org/drawingml/2006/main" xmlns:r="http://schemas.openxmlformats.org/officeDocument/2006/relationships" xmlns:p="http://schemas.openxmlformats.org/presentationml/2006/main">
  <p:tag name="MIO_FALLBACK_LAYOUT" val="14"/>
  <p:tag name="MIO_SHOW_DATE" val="False"/>
  <p:tag name="MIO_SHOW_FOOTER" val="False"/>
  <p:tag name="MIO_SHOW_PAGENUMBER" val="False"/>
  <p:tag name="MIO_AVOID_BLANK_LAYOUT" val="False"/>
  <p:tag name="MIO_CD_LAYOUT_VALID_AREA" val="False"/>
  <p:tag name="MIO_NUMBER_OF_VALID_LAYOUTS" val="44"/>
  <p:tag name="MIO_HDS" val="True"/>
  <p:tag name="MIO_SKIPVERSION" val="01.01.0001 00:00:00"/>
  <p:tag name="MIO_EKGUID" val="23147f39-95e7-4bd7-a8b3-3f19a7a1395c"/>
  <p:tag name="MIO_UPDATE" val="True"/>
  <p:tag name="MIO_VERSION" val="09.01.2020 14:52:43"/>
  <p:tag name="MIO_DBID" val="12B0C59E-2253-4124-A5E9-470ADF4CB168"/>
  <p:tag name="MIO_LASTDOWNLOADED" val="14.01.2020 14:57:10"/>
  <p:tag name="MIO_OBJECTNAME" val="Light Grey"/>
  <p:tag name="MIO_CDID" val="0abed30f-9490-41c0-b430-1d8e289568da"/>
</p:tagLst>
</file>

<file path=ppt/tags/tag6.xml><?xml version="1.0" encoding="utf-8"?>
<p:tagLst xmlns:a="http://schemas.openxmlformats.org/drawingml/2006/main" xmlns:r="http://schemas.openxmlformats.org/officeDocument/2006/relationships" xmlns:p="http://schemas.openxmlformats.org/presentationml/2006/main">
  <p:tag name="MIO_GUID" val="11ad4c1f-7948-4608-b1d4-447b04252862"/>
  <p:tag name="MIO_EKGUID" val="83e15f9a-342e-4cef-a61b-83546a5a0e75"/>
  <p:tag name="MIO_UPDATE" val="True"/>
  <p:tag name="MIO_VERSION" val="02.03.2020 12:21:24"/>
  <p:tag name="MIO_DBID" val="12b0c59e-2253-4124-a5e9-470adf4cb168"/>
  <p:tag name="MIO_LASTDOWNLOADED" val="02.03.2020 12:35:37"/>
  <p:tag name="MIO_OBJECTNAME" val="Mastering parameters of advanced functions"/>
  <p:tag name="MIO_LASTEDITORNAME" val="Devid Treuling"/>
</p:tagLst>
</file>

<file path=ppt/tags/tag7.xml><?xml version="1.0" encoding="utf-8"?>
<p:tagLst xmlns:a="http://schemas.openxmlformats.org/drawingml/2006/main" xmlns:r="http://schemas.openxmlformats.org/officeDocument/2006/relationships" xmlns:p="http://schemas.openxmlformats.org/presentationml/2006/main">
  <p:tag name="MIO_GUID" val="78f8cb6c-3e23-40cc-91f6-95056086bf10"/>
  <p:tag name="MIO_EKGUID" val="8a461123-9896-48af-97a5-b871e0132fe1"/>
  <p:tag name="MIO_UPDATE" val="True"/>
  <p:tag name="MIO_VERSION" val="02.03.2020 12:21:24"/>
  <p:tag name="MIO_DBID" val="12b0c59e-2253-4124-a5e9-470adf4cb168"/>
  <p:tag name="MIO_LASTDOWNLOADED" val="02.03.2020 12:35:38"/>
  <p:tag name="MIO_OBJECTNAME" val="Slide 2"/>
  <p:tag name="MIO_LASTEDITORNAME" val="Devid Treuling"/>
</p:tagLst>
</file>

<file path=ppt/tags/tag8.xml><?xml version="1.0" encoding="utf-8"?>
<p:tagLst xmlns:a="http://schemas.openxmlformats.org/drawingml/2006/main" xmlns:r="http://schemas.openxmlformats.org/officeDocument/2006/relationships" xmlns:p="http://schemas.openxmlformats.org/presentationml/2006/main">
  <p:tag name="MIO_GUID" val="3ccd3973-1ec5-46fa-8710-ff514ce2a1f3"/>
  <p:tag name="MIO_EKGUID" val="7500c25d-8890-4a43-bed7-06658f837939"/>
  <p:tag name="MIO_UPDATE" val="True"/>
  <p:tag name="MIO_VERSION" val="02.03.2020 12:21:24"/>
  <p:tag name="MIO_DBID" val="12b0c59e-2253-4124-a5e9-470adf4cb168"/>
  <p:tag name="MIO_LASTDOWNLOADED" val="02.03.2020 12:35:38"/>
  <p:tag name="MIO_OBJECTNAME" val="Objectives"/>
  <p:tag name="MIO_LASTEDITORNAME" val="Devid Treuling"/>
</p:tagLst>
</file>

<file path=ppt/tags/tag9.xml><?xml version="1.0" encoding="utf-8"?>
<p:tagLst xmlns:a="http://schemas.openxmlformats.org/drawingml/2006/main" xmlns:r="http://schemas.openxmlformats.org/officeDocument/2006/relationships" xmlns:p="http://schemas.openxmlformats.org/presentationml/2006/main">
  <p:tag name="MIO_EKGUID" val="23f54910-c258-4bbf-8f80-3a067a627ed1"/>
  <p:tag name="MIO_GUID" val="72fd98cd-4885-46c5-9895-22cd95aa8a11"/>
  <p:tag name="MIO_UPDATE" val="True"/>
  <p:tag name="MIO_DBID" val="12B0C59E-2253-4124-A5E9-470ADF4CB168"/>
  <p:tag name="MIO_LASTDOWNLOADED" val="18.09.2019 16:58:35"/>
  <p:tag name="MIO_OBJECTNAME" val="Business (13)"/>
  <p:tag name="MIO_LASTEDITORNAME" val="Devid Treuling"/>
</p:tagLst>
</file>

<file path=ppt/tags/tag10.xml><?xml version="1.0" encoding="utf-8"?>
<p:tagLst xmlns:a="http://schemas.openxmlformats.org/drawingml/2006/main" xmlns:r="http://schemas.openxmlformats.org/officeDocument/2006/relationships" xmlns:p="http://schemas.openxmlformats.org/presentationml/2006/main">
  <p:tag name="MIO_GUID" val="4e68380f-5ac0-4920-96da-bba418929e1e"/>
  <p:tag name="MIO_EKGUID" val="8decb1b1-01b8-4259-9b48-e0708f7ce8f9"/>
  <p:tag name="MIO_UPDATE" val="True"/>
  <p:tag name="MIO_VERSION" val="02.03.2020 12:21:24"/>
  <p:tag name="MIO_DBID" val="12b0c59e-2253-4124-a5e9-470adf4cb168"/>
  <p:tag name="MIO_LASTDOWNLOADED" val="02.03.2020 12:35:38"/>
  <p:tag name="MIO_OBJECTNAME" val="Parameter Attribute"/>
  <p:tag name="MIO_LASTEDITORNAME" val="Devid Treuling"/>
</p:tagLst>
</file>

<file path=ppt/tags/tag11.xml><?xml version="1.0" encoding="utf-8"?>
<p:tagLst xmlns:a="http://schemas.openxmlformats.org/drawingml/2006/main" xmlns:r="http://schemas.openxmlformats.org/officeDocument/2006/relationships" xmlns:p="http://schemas.openxmlformats.org/presentationml/2006/main">
  <p:tag name="MIO_GUID" val="e044238b-1f0a-4770-90c2-88ba40866e87"/>
  <p:tag name="MIO_EKGUID" val="5daa6a8d-20cc-44c4-b13d-9eb037bd50d6"/>
  <p:tag name="MIO_UPDATE" val="True"/>
  <p:tag name="MIO_VERSION" val="14.01.2020 17:29:30"/>
  <p:tag name="MIO_DBID" val="12B0C59E-2253-4124-A5E9-470ADF4CB168"/>
  <p:tag name="MIO_LASTDOWNLOADED" val="27.02.2020 17:15:56"/>
  <p:tag name="MIO_OBJECTNAME" val="Code Box"/>
  <p:tag name="MIO_LASTEDITORNAME" val="Devid Treuling"/>
</p:tagLst>
</file>

<file path=ppt/tags/tag12.xml><?xml version="1.0" encoding="utf-8"?>
<p:tagLst xmlns:a="http://schemas.openxmlformats.org/drawingml/2006/main" xmlns:r="http://schemas.openxmlformats.org/officeDocument/2006/relationships" xmlns:p="http://schemas.openxmlformats.org/presentationml/2006/main">
  <p:tag name="MIO_GUID" val="5a69b699-bc66-4d18-b44d-f883393522dd"/>
  <p:tag name="MIO_EKGUID" val="b314d7ad-6418-4d1d-9084-2baed4191634"/>
  <p:tag name="MIO_UPDATE" val="True"/>
  <p:tag name="MIO_VERSION" val="02.03.2020 12:21:24"/>
  <p:tag name="MIO_DBID" val="12b0c59e-2253-4124-a5e9-470adf4cb168"/>
  <p:tag name="MIO_LASTDOWNLOADED" val="02.03.2020 12:35:38"/>
  <p:tag name="MIO_OBJECTNAME" val="Parameter attribute syntax"/>
  <p:tag name="MIO_LASTEDITORNAME" val="Devid Treuling"/>
</p:tagLst>
</file>

<file path=ppt/tags/tag13.xml><?xml version="1.0" encoding="utf-8"?>
<p:tagLst xmlns:a="http://schemas.openxmlformats.org/drawingml/2006/main" xmlns:r="http://schemas.openxmlformats.org/officeDocument/2006/relationships" xmlns:p="http://schemas.openxmlformats.org/presentationml/2006/main">
  <p:tag name="MIO_GUID" val="de2de7e8-0d61-41f6-a0c6-e6bdf18d44fc"/>
  <p:tag name="MIO_EKGUID" val="5822029f-e56d-467b-b9ff-66b29b76e8f3"/>
  <p:tag name="MIO_UPDATE" val="True"/>
  <p:tag name="MIO_VERSION" val="02.03.2020 12:21:24"/>
  <p:tag name="MIO_DBID" val="12b0c59e-2253-4124-a5e9-470adf4cb168"/>
  <p:tag name="MIO_LASTDOWNLOADED" val="02.03.2020 12:35:38"/>
  <p:tag name="MIO_OBJECTNAME" val="ParameterSetName"/>
  <p:tag name="MIO_LASTEDITORNAME" val="Devid Treuling"/>
</p:tagLst>
</file>

<file path=ppt/tags/tag14.xml><?xml version="1.0" encoding="utf-8"?>
<p:tagLst xmlns:a="http://schemas.openxmlformats.org/drawingml/2006/main" xmlns:r="http://schemas.openxmlformats.org/officeDocument/2006/relationships" xmlns:p="http://schemas.openxmlformats.org/presentationml/2006/main">
  <p:tag name="MIO_GUID" val="c051a97c-88b9-4f43-9fc6-366e790fa33f"/>
  <p:tag name="MIO_EKGUID" val="da7b89e8-a6d5-4e56-ba13-f411b1944580"/>
  <p:tag name="MIO_UPDATE" val="True"/>
  <p:tag name="MIO_VERSION" val="02.03.2020 12:21:24"/>
  <p:tag name="MIO_DBID" val="12b0c59e-2253-4124-a5e9-470adf4cb168"/>
  <p:tag name="MIO_LASTDOWNLOADED" val="02.03.2020 12:35:38"/>
  <p:tag name="MIO_OBJECTNAME" val="Mandatory and position"/>
  <p:tag name="MIO_LASTEDITORNAME" val="Devid Treuling"/>
</p:tagLst>
</file>

<file path=ppt/tags/tag15.xml><?xml version="1.0" encoding="utf-8"?>
<p:tagLst xmlns:a="http://schemas.openxmlformats.org/drawingml/2006/main" xmlns:r="http://schemas.openxmlformats.org/officeDocument/2006/relationships" xmlns:p="http://schemas.openxmlformats.org/presentationml/2006/main">
  <p:tag name="MIO_GUID" val="d5b15254-0e4e-4739-8404-e62223495504"/>
  <p:tag name="MIO_EKGUID" val="e9d83f25-11ec-4e1e-a625-15b7634af4ab"/>
  <p:tag name="MIO_UPDATE" val="True"/>
  <p:tag name="MIO_VERSION" val="02.03.2020 12:21:24"/>
  <p:tag name="MIO_DBID" val="12b0c59e-2253-4124-a5e9-470adf4cb168"/>
  <p:tag name="MIO_LASTDOWNLOADED" val="02.03.2020 12:35:38"/>
  <p:tag name="MIO_OBJECTNAME" val="HelpMessage and Remaining Arguments"/>
  <p:tag name="MIO_LASTEDITORNAME" val="Devid Treuling"/>
</p:tagLst>
</file>

<file path=ppt/tags/tag16.xml><?xml version="1.0" encoding="utf-8"?>
<p:tagLst xmlns:a="http://schemas.openxmlformats.org/drawingml/2006/main" xmlns:r="http://schemas.openxmlformats.org/officeDocument/2006/relationships" xmlns:p="http://schemas.openxmlformats.org/presentationml/2006/main">
  <p:tag name="MIO_GUID" val="ee8c1eb4-70bd-4a6c-b997-c603dab3b463"/>
  <p:tag name="MIO_EKGUID" val="c443d460-f2ed-4b40-ac3b-3957d98f257d"/>
  <p:tag name="MIO_UPDATE" val="True"/>
  <p:tag name="MIO_VERSION" val="02.03.2020 12:21:24"/>
  <p:tag name="MIO_DBID" val="12b0c59e-2253-4124-a5e9-470adf4cb168"/>
  <p:tag name="MIO_LASTDOWNLOADED" val="02.03.2020 12:35:38"/>
  <p:tag name="MIO_OBJECTNAME" val="Value From Remaining Arguments"/>
  <p:tag name="MIO_LASTEDITORNAME" val="Devid Treuling"/>
</p:tagLst>
</file>

<file path=ppt/tags/tag17.xml><?xml version="1.0" encoding="utf-8"?>
<p:tagLst xmlns:a="http://schemas.openxmlformats.org/drawingml/2006/main" xmlns:r="http://schemas.openxmlformats.org/officeDocument/2006/relationships" xmlns:p="http://schemas.openxmlformats.org/presentationml/2006/main">
  <p:tag name="MIO_EKGUID" val="39095144-f6c3-4619-a619-80a22eaa0db3"/>
  <p:tag name="MIO_GUID" val="1e3c48ae-2986-4dab-8118-3659e60dd8ae"/>
  <p:tag name="MIO_UPDATE" val="True"/>
  <p:tag name="MIO_VERSION" val="14.01.2020 17:31:39"/>
  <p:tag name="MIO_DBID" val="12B0C59E-2253-4124-A5E9-470ADF4CB168"/>
  <p:tag name="MIO_LASTDOWNLOADED" val="27.02.2020 17:31:30"/>
  <p:tag name="MIO_OBJECTNAME" val="Code &amp; Execute"/>
  <p:tag name="MIO_LASTEDITORNAME" val="Devid Treuling"/>
</p:tagLst>
</file>

<file path=ppt/tags/tag18.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19.xml><?xml version="1.0" encoding="utf-8"?>
<p:tagLst xmlns:a="http://schemas.openxmlformats.org/drawingml/2006/main" xmlns:r="http://schemas.openxmlformats.org/officeDocument/2006/relationships" xmlns:p="http://schemas.openxmlformats.org/presentationml/2006/main">
  <p:tag name="MIO_GUID" val="77b0aeb2-7893-482b-9e82-abab03c752ce"/>
  <p:tag name="MIO_EKGUID" val="b65d2ecd-7f59-4d83-83e9-ed3707a7f4dc"/>
  <p:tag name="MIO_UPDATE" val="True"/>
  <p:tag name="MIO_VERSION" val="02.03.2020 12:21:24"/>
  <p:tag name="MIO_DBID" val="12b0c59e-2253-4124-a5e9-470adf4cb168"/>
  <p:tag name="MIO_LASTDOWNLOADED" val="02.03.2020 12:35:38"/>
  <p:tag name="MIO_OBJECTNAME" val="Value From Remaining Arguments cont."/>
  <p:tag name="MIO_LASTEDITORNAME" val="Devid Treuling"/>
</p:tagLst>
</file>

<file path=ppt/tags/tag20.xml><?xml version="1.0" encoding="utf-8"?>
<p:tagLst xmlns:a="http://schemas.openxmlformats.org/drawingml/2006/main" xmlns:r="http://schemas.openxmlformats.org/officeDocument/2006/relationships" xmlns:p="http://schemas.openxmlformats.org/presentationml/2006/main">
  <p:tag name="MIO_EKGUID" val="39095144-f6c3-4619-a619-80a22eaa0db3"/>
  <p:tag name="MIO_GUID" val="af6cac99-887a-48ca-aa3b-d8094d988eef"/>
  <p:tag name="MIO_UPDATE" val="True"/>
  <p:tag name="MIO_VERSION" val="14.01.2020 17:31:39"/>
  <p:tag name="MIO_DBID" val="12B0C59E-2253-4124-A5E9-470ADF4CB168"/>
  <p:tag name="MIO_LASTDOWNLOADED" val="27.02.2020 17:33:12"/>
  <p:tag name="MIO_OBJECTNAME" val="Code &amp; Execute"/>
  <p:tag name="MIO_LASTEDITORNAME" val="Devid Treuling"/>
</p:tagLst>
</file>

<file path=ppt/tags/tag21.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22.xml><?xml version="1.0" encoding="utf-8"?>
<p:tagLst xmlns:a="http://schemas.openxmlformats.org/drawingml/2006/main" xmlns:r="http://schemas.openxmlformats.org/officeDocument/2006/relationships" xmlns:p="http://schemas.openxmlformats.org/presentationml/2006/main">
  <p:tag name="MIO_GUID" val="00adf8b6-932b-4200-a1bc-c3f07f8f4d64"/>
  <p:tag name="MIO_EKGUID" val="e6c23313-8064-4d2f-b41c-e4132f2912c7"/>
  <p:tag name="MIO_UPDATE" val="True"/>
  <p:tag name="MIO_VERSION" val="02.03.2020 12:21:25"/>
  <p:tag name="MIO_DBID" val="12b0c59e-2253-4124-a5e9-470adf4cb168"/>
  <p:tag name="MIO_LASTDOWNLOADED" val="02.03.2020 12:35:39"/>
  <p:tag name="MIO_OBJECTNAME" val="Demonstration"/>
  <p:tag name="MIO_LASTEDITORNAME" val="Devid Treuling"/>
</p:tagLst>
</file>

<file path=ppt/tags/tag23.xml><?xml version="1.0" encoding="utf-8"?>
<p:tagLst xmlns:a="http://schemas.openxmlformats.org/drawingml/2006/main" xmlns:r="http://schemas.openxmlformats.org/officeDocument/2006/relationships" xmlns:p="http://schemas.openxmlformats.org/presentationml/2006/main">
  <p:tag name="MIO_GUID" val="3d691062-d990-47a0-a1fe-65771148233d"/>
  <p:tag name="MIO_EKGUID" val="7153c7f6-722c-4817-8b94-b82c1da0e9ca"/>
  <p:tag name="MIO_UPDATE" val="True"/>
  <p:tag name="MIO_VERSION" val="27.09.2019 20:52:19"/>
  <p:tag name="MIO_DBID" val="12B0C59E-2253-4124-A5E9-470ADF4CB168"/>
  <p:tag name="MIO_LASTDOWNLOADED" val="09.12.2019 18:52:25"/>
  <p:tag name="MIO_OBJECTNAME" val="EDU19_HigherEdComputerLab_007"/>
  <p:tag name="MIO_LASTEDITORNAME" val="Devid Treuling"/>
</p:tagLst>
</file>

<file path=ppt/tags/tag24.xml><?xml version="1.0" encoding="utf-8"?>
<p:tagLst xmlns:a="http://schemas.openxmlformats.org/drawingml/2006/main" xmlns:r="http://schemas.openxmlformats.org/officeDocument/2006/relationships" xmlns:p="http://schemas.openxmlformats.org/presentationml/2006/main">
  <p:tag name="MIO_GUID" val="7e7f40d8-8d37-45ee-9724-a8bf02ad8fcf"/>
  <p:tag name="MIO_EKGUID" val="aa8470da-cd97-4e29-aa0e-15cdaf0e9352"/>
  <p:tag name="MIO_UPDATE" val="True"/>
  <p:tag name="MIO_VERSION" val="02.03.2020 12:21:25"/>
  <p:tag name="MIO_DBID" val="12b0c59e-2253-4124-a5e9-470adf4cb168"/>
  <p:tag name="MIO_LASTDOWNLOADED" val="02.03.2020 12:35:39"/>
  <p:tag name="MIO_OBJECTNAME" val="Questions?"/>
  <p:tag name="MIO_LASTEDITORNAME" val="Devid Treuling"/>
</p:tagLst>
</file>

<file path=ppt/tags/tag25.xml><?xml version="1.0" encoding="utf-8"?>
<p:tagLst xmlns:a="http://schemas.openxmlformats.org/drawingml/2006/main" xmlns:r="http://schemas.openxmlformats.org/officeDocument/2006/relationships" xmlns:p="http://schemas.openxmlformats.org/presentationml/2006/main">
  <p:tag name="MIO_EKGUID" val="cf5cdc46-690c-43fc-91b7-1b144c7f2482"/>
  <p:tag name="MIO_GUID" val="7eb99d82-025a-4142-92de-d35c5ea5797f"/>
  <p:tag name="MIO_UPDATE" val="True"/>
  <p:tag name="MIO_DBID" val="12B0C59E-2253-4124-A5E9-470ADF4CB168"/>
  <p:tag name="MIO_LASTDOWNLOADED" val="31.10.2019 00:45:55"/>
  <p:tag name="MIO_OBJECTNAME" val="Multiple Question Marks"/>
  <p:tag name="MIO_LASTEDITORNAME" val="Devid Treuling"/>
</p:tagLst>
</file>

<file path=ppt/tags/tag26.xml><?xml version="1.0" encoding="utf-8"?>
<p:tagLst xmlns:a="http://schemas.openxmlformats.org/drawingml/2006/main" xmlns:r="http://schemas.openxmlformats.org/officeDocument/2006/relationships" xmlns:p="http://schemas.openxmlformats.org/presentationml/2006/main">
  <p:tag name="MIO_GUID" val="c860835a-bcc3-42ba-b35a-d783cf8873e2"/>
  <p:tag name="MIO_EKGUID" val="b1eebab3-82ea-46c1-8301-78f13a58399f"/>
  <p:tag name="MIO_UPDATE" val="True"/>
  <p:tag name="MIO_VERSION" val="02.03.2020 12:21:25"/>
  <p:tag name="MIO_DBID" val="12b0c59e-2253-4124-a5e9-470adf4cb168"/>
  <p:tag name="MIO_LASTDOWNLOADED" val="02.03.2020 12:35:39"/>
  <p:tag name="MIO_OBJECTNAME" val="Parameter Validation Attributes"/>
  <p:tag name="MIO_LASTEDITORNAME" val="Devid Treuling"/>
</p:tagLst>
</file>

<file path=ppt/tags/tag27.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28.xml><?xml version="1.0" encoding="utf-8"?>
<p:tagLst xmlns:a="http://schemas.openxmlformats.org/drawingml/2006/main" xmlns:r="http://schemas.openxmlformats.org/officeDocument/2006/relationships" xmlns:p="http://schemas.openxmlformats.org/presentationml/2006/main">
  <p:tag name="MIO_GUID" val="ecbe0779-0711-4abf-908d-de5e6c3434f8"/>
  <p:tag name="MIO_EKGUID" val="114e1846-3bb8-4f9b-a057-1112f18220c7"/>
  <p:tag name="MIO_UPDATE" val="True"/>
  <p:tag name="MIO_VERSION" val="02.03.2020 12:21:25"/>
  <p:tag name="MIO_DBID" val="12b0c59e-2253-4124-a5e9-470adf4cb168"/>
  <p:tag name="MIO_LASTDOWNLOADED" val="02.03.2020 12:35:39"/>
  <p:tag name="MIO_OBJECTNAME" val="[Alias()] Attribute"/>
  <p:tag name="MIO_LASTEDITORNAME" val="Devid Treuling"/>
</p:tagLst>
</file>

<file path=ppt/tags/tag29.xml><?xml version="1.0" encoding="utf-8"?>
<p:tagLst xmlns:a="http://schemas.openxmlformats.org/drawingml/2006/main" xmlns:r="http://schemas.openxmlformats.org/officeDocument/2006/relationships" xmlns:p="http://schemas.openxmlformats.org/presentationml/2006/main">
  <p:tag name="MIO_GUID" val="55ce04b5-bfc7-46e8-9520-6071a4ac6f85"/>
  <p:tag name="MIO_EKGUID" val="29b60aef-9d7d-44ad-8bc1-77fe6fe3356c"/>
  <p:tag name="MIO_UPDATE" val="True"/>
  <p:tag name="MIO_VERSION" val="02.03.2020 12:21:25"/>
  <p:tag name="MIO_DBID" val="12b0c59e-2253-4124-a5e9-470adf4cb168"/>
  <p:tag name="MIO_LASTDOWNLOADED" val="02.03.2020 12:35:39"/>
  <p:tag name="MIO_OBJECTNAME" val="[ValidateSet()] Attribute"/>
  <p:tag name="MIO_LASTEDITORNAME" val="Devid Treuling"/>
</p:tagLst>
</file>

<file path=ppt/tags/tag30.xml><?xml version="1.0" encoding="utf-8"?>
<p:tagLst xmlns:a="http://schemas.openxmlformats.org/drawingml/2006/main" xmlns:r="http://schemas.openxmlformats.org/officeDocument/2006/relationships" xmlns:p="http://schemas.openxmlformats.org/presentationml/2006/main">
  <p:tag name="MIO_GUID" val="aa04ec43-c604-4a73-b2eb-0ef0ee77f79c"/>
  <p:tag name="MIO_EKGUID" val="fe49e210-bffd-46cf-bbcc-0dc40c0eebfd"/>
  <p:tag name="MIO_UPDATE" val="True"/>
  <p:tag name="MIO_VERSION" val="02.03.2020 12:21:25"/>
  <p:tag name="MIO_DBID" val="12b0c59e-2253-4124-a5e9-470adf4cb168"/>
  <p:tag name="MIO_LASTDOWNLOADED" val="02.03.2020 12:35:39"/>
  <p:tag name="MIO_OBJECTNAME" val="Null validation attributes"/>
  <p:tag name="MIO_LASTEDITORNAME" val="Devid Treuling"/>
</p:tagLst>
</file>

<file path=ppt/tags/tag31.xml><?xml version="1.0" encoding="utf-8"?>
<p:tagLst xmlns:a="http://schemas.openxmlformats.org/drawingml/2006/main" xmlns:r="http://schemas.openxmlformats.org/officeDocument/2006/relationships" xmlns:p="http://schemas.openxmlformats.org/presentationml/2006/main">
  <p:tag name="MIO_GUID" val="aa04ec43-c604-4a73-b2eb-0ef0ee77f79c"/>
  <p:tag name="MIO_EKGUID" val="9ec48436-6b56-4f10-b213-e5dd6167d9d2"/>
  <p:tag name="MIO_UPDATE" val="True"/>
  <p:tag name="MIO_VERSION" val="02.03.2020 12:21:25"/>
  <p:tag name="MIO_DBID" val="12b0c59e-2253-4124-a5e9-470adf4cb168"/>
  <p:tag name="MIO_LASTDOWNLOADED" val="02.03.2020 12:35:39"/>
  <p:tag name="MIO_OBJECTNAME" val="Not null validation attributes"/>
  <p:tag name="MIO_LASTEDITORNAME" val="Devid Treuling"/>
</p:tagLst>
</file>

<file path=ppt/tags/tag32.xml><?xml version="1.0" encoding="utf-8"?>
<p:tagLst xmlns:a="http://schemas.openxmlformats.org/drawingml/2006/main" xmlns:r="http://schemas.openxmlformats.org/officeDocument/2006/relationships" xmlns:p="http://schemas.openxmlformats.org/presentationml/2006/main">
  <p:tag name="MIO_GUID" val="aa04ec43-c604-4a73-b2eb-0ef0ee77f79c"/>
  <p:tag name="MIO_EKGUID" val="91930361-f7d2-4759-bd0c-0b8d2feb3c16"/>
  <p:tag name="MIO_UPDATE" val="True"/>
  <p:tag name="MIO_VERSION" val="02.03.2020 12:21:25"/>
  <p:tag name="MIO_DBID" val="12b0c59e-2253-4124-a5e9-470adf4cb168"/>
  <p:tag name="MIO_LASTDOWNLOADED" val="02.03.2020 12:35:39"/>
  <p:tag name="MIO_OBJECTNAME" val="Count validate attributes"/>
  <p:tag name="MIO_LASTEDITORNAME" val="Devid Treuling"/>
</p:tagLst>
</file>

<file path=ppt/tags/tag33.xml><?xml version="1.0" encoding="utf-8"?>
<p:tagLst xmlns:a="http://schemas.openxmlformats.org/drawingml/2006/main" xmlns:r="http://schemas.openxmlformats.org/officeDocument/2006/relationships" xmlns:p="http://schemas.openxmlformats.org/presentationml/2006/main">
  <p:tag name="MIO_GUID" val="aa04ec43-c604-4a73-b2eb-0ef0ee77f79c"/>
  <p:tag name="MIO_EKGUID" val="6b3e12f6-6d24-48c4-9b6b-059e54ec2285"/>
  <p:tag name="MIO_UPDATE" val="True"/>
  <p:tag name="MIO_VERSION" val="02.03.2020 12:21:25"/>
  <p:tag name="MIO_DBID" val="12b0c59e-2253-4124-a5e9-470adf4cb168"/>
  <p:tag name="MIO_LASTDOWNLOADED" val="02.03.2020 12:35:39"/>
  <p:tag name="MIO_OBJECTNAME" val="Range and script validate attributes"/>
  <p:tag name="MIO_LASTEDITORNAME" val="Devid Treuling"/>
</p:tagLst>
</file>

<file path=ppt/tags/tag34.xml><?xml version="1.0" encoding="utf-8"?>
<p:tagLst xmlns:a="http://schemas.openxmlformats.org/drawingml/2006/main" xmlns:r="http://schemas.openxmlformats.org/officeDocument/2006/relationships" xmlns:p="http://schemas.openxmlformats.org/presentationml/2006/main">
  <p:tag name="MIO_GUID" val="00adf8b6-932b-4200-a1bc-c3f07f8f4d64"/>
  <p:tag name="MIO_EKGUID" val="c9f69857-0719-4014-9d22-d0a400a1e464"/>
  <p:tag name="MIO_UPDATE" val="True"/>
  <p:tag name="MIO_VERSION" val="02.03.2020 12:21:25"/>
  <p:tag name="MIO_DBID" val="12b0c59e-2253-4124-a5e9-470adf4cb168"/>
  <p:tag name="MIO_LASTDOWNLOADED" val="02.03.2020 12:35:39"/>
  <p:tag name="MIO_OBJECTNAME" val="Demonstration (2)"/>
  <p:tag name="MIO_LASTEDITORNAME" val="Devid Treuling"/>
</p:tagLst>
</file>

<file path=ppt/tags/tag35.xml><?xml version="1.0" encoding="utf-8"?>
<p:tagLst xmlns:a="http://schemas.openxmlformats.org/drawingml/2006/main" xmlns:r="http://schemas.openxmlformats.org/officeDocument/2006/relationships" xmlns:p="http://schemas.openxmlformats.org/presentationml/2006/main">
  <p:tag name="MIO_GUID" val="3d691062-d990-47a0-a1fe-65771148233d"/>
  <p:tag name="MIO_EKGUID" val="7153c7f6-722c-4817-8b94-b82c1da0e9ca"/>
  <p:tag name="MIO_UPDATE" val="True"/>
  <p:tag name="MIO_VERSION" val="27.09.2019 20:52:19"/>
  <p:tag name="MIO_DBID" val="12B0C59E-2253-4124-A5E9-470ADF4CB168"/>
  <p:tag name="MIO_LASTDOWNLOADED" val="09.12.2019 18:52:25"/>
  <p:tag name="MIO_OBJECTNAME" val="EDU19_HigherEdComputerLab_007"/>
  <p:tag name="MIO_LASTEDITORNAME" val="Devid Treuling"/>
</p:tagLst>
</file>

<file path=ppt/tags/tag36.xml><?xml version="1.0" encoding="utf-8"?>
<p:tagLst xmlns:a="http://schemas.openxmlformats.org/drawingml/2006/main" xmlns:r="http://schemas.openxmlformats.org/officeDocument/2006/relationships" xmlns:p="http://schemas.openxmlformats.org/presentationml/2006/main">
  <p:tag name="MIO_GUID" val="7e7f40d8-8d37-45ee-9724-a8bf02ad8fcf"/>
  <p:tag name="MIO_EKGUID" val="d191eb77-3f62-4480-8249-4fb1e75fd5c3"/>
  <p:tag name="MIO_UPDATE" val="True"/>
  <p:tag name="MIO_VERSION" val="02.03.2020 12:21:25"/>
  <p:tag name="MIO_DBID" val="12b0c59e-2253-4124-a5e9-470adf4cb168"/>
  <p:tag name="MIO_LASTDOWNLOADED" val="02.03.2020 12:35:40"/>
  <p:tag name="MIO_OBJECTNAME" val="Questions? (2)"/>
  <p:tag name="MIO_LASTEDITORNAME" val="Devid Treuling"/>
</p:tagLst>
</file>

<file path=ppt/tags/tag37.xml><?xml version="1.0" encoding="utf-8"?>
<p:tagLst xmlns:a="http://schemas.openxmlformats.org/drawingml/2006/main" xmlns:r="http://schemas.openxmlformats.org/officeDocument/2006/relationships" xmlns:p="http://schemas.openxmlformats.org/presentationml/2006/main">
  <p:tag name="MIO_EKGUID" val="cf5cdc46-690c-43fc-91b7-1b144c7f2482"/>
  <p:tag name="MIO_GUID" val="7eb99d82-025a-4142-92de-d35c5ea5797f"/>
  <p:tag name="MIO_UPDATE" val="True"/>
  <p:tag name="MIO_DBID" val="12B0C59E-2253-4124-A5E9-470ADF4CB168"/>
  <p:tag name="MIO_LASTDOWNLOADED" val="31.10.2019 00:45:55"/>
  <p:tag name="MIO_OBJECTNAME" val="Multiple Question Marks"/>
  <p:tag name="MIO_LASTEDITORNAME" val="Devid Treuling"/>
</p:tagLst>
</file>

<file path=ppt/tags/tag38.xml><?xml version="1.0" encoding="utf-8"?>
<p:tagLst xmlns:a="http://schemas.openxmlformats.org/drawingml/2006/main" xmlns:r="http://schemas.openxmlformats.org/officeDocument/2006/relationships" xmlns:p="http://schemas.openxmlformats.org/presentationml/2006/main">
  <p:tag name="MIO_GUID" val="ee2cb031-b7ef-4dc9-a269-d2b5fa8f9077"/>
  <p:tag name="MIO_EKGUID" val="a4060093-3a43-4b98-9b9e-0d497643205a"/>
  <p:tag name="MIO_UPDATE" val="True"/>
  <p:tag name="MIO_VERSION" val="02.03.2020 12:21:25"/>
  <p:tag name="MIO_DBID" val="12b0c59e-2253-4124-a5e9-470adf4cb168"/>
  <p:tag name="MIO_LASTDOWNLOADED" val="02.03.2020 12:35:40"/>
  <p:tag name="MIO_OBJECTNAME" val="Default Risk Mitigation Behavior"/>
  <p:tag name="MIO_LASTEDITORNAME" val="Devid Treuling"/>
</p:tagLst>
</file>

<file path=ppt/tags/tag39.xml><?xml version="1.0" encoding="utf-8"?>
<p:tagLst xmlns:a="http://schemas.openxmlformats.org/drawingml/2006/main" xmlns:r="http://schemas.openxmlformats.org/officeDocument/2006/relationships" xmlns:p="http://schemas.openxmlformats.org/presentationml/2006/main">
  <p:tag name="MIO_GUID" val="00aa83b4-d6d5-4f0d-8faa-666c91faf720"/>
  <p:tag name="MIO_EKGUID" val="0f68abaa-ded9-481c-9369-99234ff31cb3"/>
  <p:tag name="MIO_UPDATE" val="True"/>
  <p:tag name="MIO_VERSION" val="02.03.2020 12:21:26"/>
  <p:tag name="MIO_DBID" val="12b0c59e-2253-4124-a5e9-470adf4cb168"/>
  <p:tag name="MIO_LASTDOWNLOADED" val="02.03.2020 12:35:40"/>
  <p:tag name="MIO_OBJECTNAME" val="[CmdletBinding()] Attribute - Risk Mitigation"/>
  <p:tag name="MIO_LASTEDITORNAME" val="Devid Treuling"/>
</p:tagLst>
</file>

<file path=ppt/tags/tag40.xml><?xml version="1.0" encoding="utf-8"?>
<p:tagLst xmlns:a="http://schemas.openxmlformats.org/drawingml/2006/main" xmlns:r="http://schemas.openxmlformats.org/officeDocument/2006/relationships" xmlns:p="http://schemas.openxmlformats.org/presentationml/2006/main">
  <p:tag name="MIO_GUID" val="4838928c-5d19-43f6-b4a4-3dc7722eb316"/>
  <p:tag name="MIO_EKGUID" val="a547f21c-b726-4b95-a7cb-d6b8f823355c"/>
  <p:tag name="MIO_UPDATE" val="True"/>
  <p:tag name="MIO_VERSION" val="02.03.2020 12:21:26"/>
  <p:tag name="MIO_DBID" val="12b0c59e-2253-4124-a5e9-470adf4cb168"/>
  <p:tag name="MIO_LASTDOWNLOADED" val="02.03.2020 12:35:40"/>
  <p:tag name="MIO_OBJECTNAME" val="[CmdletBinding()] Attribute - Risk Mitigation cont."/>
  <p:tag name="MIO_LASTEDITORNAME" val="Devid Treuling"/>
</p:tagLst>
</file>

<file path=ppt/tags/tag41.xml><?xml version="1.0" encoding="utf-8"?>
<p:tagLst xmlns:a="http://schemas.openxmlformats.org/drawingml/2006/main" xmlns:r="http://schemas.openxmlformats.org/officeDocument/2006/relationships" xmlns:p="http://schemas.openxmlformats.org/presentationml/2006/main">
  <p:tag name="MIO_GUID" val="f64d5c5d-8641-41c4-b46b-ec403627eaa3"/>
  <p:tag name="MIO_EKGUID" val="96727854-a1b0-4e45-8402-fda682abedbe"/>
  <p:tag name="MIO_UPDATE" val="True"/>
  <p:tag name="MIO_VERSION" val="02.03.2020 12:21:26"/>
  <p:tag name="MIO_DBID" val="12b0c59e-2253-4124-a5e9-470adf4cb168"/>
  <p:tag name="MIO_LASTDOWNLOADED" val="02.03.2020 12:35:40"/>
  <p:tag name="MIO_OBJECTNAME" val="Supporting Risk Mitigation in Functions"/>
  <p:tag name="MIO_LASTEDITORNAME" val="Devid Treuling"/>
</p:tagLst>
</file>

<file path=ppt/tags/tag42.xml><?xml version="1.0" encoding="utf-8"?>
<p:tagLst xmlns:a="http://schemas.openxmlformats.org/drawingml/2006/main" xmlns:r="http://schemas.openxmlformats.org/officeDocument/2006/relationships" xmlns:p="http://schemas.openxmlformats.org/presentationml/2006/main">
  <p:tag name="MIO_GUID" val="43c5048f-aa38-4aa8-b275-dd8fceffbd97"/>
  <p:tag name="MIO_EKGUID" val="f2b0389f-6e86-48f1-8b08-2da5606766d5"/>
  <p:tag name="MIO_UPDATE" val="True"/>
  <p:tag name="MIO_VERSION" val="02.03.2020 12:21:26"/>
  <p:tag name="MIO_DBID" val="12b0c59e-2253-4124-a5e9-470adf4cb168"/>
  <p:tag name="MIO_LASTDOWNLOADED" val="02.03.2020 12:35:40"/>
  <p:tag name="MIO_OBJECTNAME" val="Supporting Risk Mitigation - Example"/>
  <p:tag name="MIO_LASTEDITORNAME" val="Devid Treuling"/>
</p:tagLst>
</file>

<file path=ppt/tags/tag43.xml><?xml version="1.0" encoding="utf-8"?>
<p:tagLst xmlns:a="http://schemas.openxmlformats.org/drawingml/2006/main" xmlns:r="http://schemas.openxmlformats.org/officeDocument/2006/relationships" xmlns:p="http://schemas.openxmlformats.org/presentationml/2006/main">
  <p:tag name="MIO_GUID" val="70f6d811-cab2-45ac-889a-6dbbd750e1c1"/>
  <p:tag name="MIO_EKGUID" val="446c9292-532d-4971-bae4-ebfe75f3628f"/>
  <p:tag name="MIO_UPDATE" val="True"/>
  <p:tag name="MIO_VERSION" val="02.03.2020 12:21:26"/>
  <p:tag name="MIO_DBID" val="12b0c59e-2253-4124-a5e9-470adf4cb168"/>
  <p:tag name="MIO_LASTDOWNLOADED" val="02.03.2020 12:35:40"/>
  <p:tag name="MIO_OBJECTNAME" val="Confirmation Severity Levels"/>
  <p:tag name="MIO_LASTEDITORNAME" val="Devid Treuling"/>
</p:tagLst>
</file>

<file path=ppt/tags/tag44.xml><?xml version="1.0" encoding="utf-8"?>
<p:tagLst xmlns:a="http://schemas.openxmlformats.org/drawingml/2006/main" xmlns:r="http://schemas.openxmlformats.org/officeDocument/2006/relationships" xmlns:p="http://schemas.openxmlformats.org/presentationml/2006/main">
  <p:tag name="MIO_GUID" val="7e7f40d8-8d37-45ee-9724-a8bf02ad8fcf"/>
  <p:tag name="MIO_EKGUID" val="95bdeedc-f187-451c-9742-5c202aed99f4"/>
  <p:tag name="MIO_UPDATE" val="True"/>
  <p:tag name="MIO_VERSION" val="02.03.2020 12:21:26"/>
  <p:tag name="MIO_DBID" val="12b0c59e-2253-4124-a5e9-470adf4cb168"/>
  <p:tag name="MIO_LASTDOWNLOADED" val="02.03.2020 12:35:40"/>
  <p:tag name="MIO_OBJECTNAME" val="Questions? (3)"/>
  <p:tag name="MIO_LASTEDITORNAME" val="Devid Treuling"/>
</p:tagLst>
</file>

<file path=ppt/tags/tag45.xml><?xml version="1.0" encoding="utf-8"?>
<p:tagLst xmlns:a="http://schemas.openxmlformats.org/drawingml/2006/main" xmlns:r="http://schemas.openxmlformats.org/officeDocument/2006/relationships" xmlns:p="http://schemas.openxmlformats.org/presentationml/2006/main">
  <p:tag name="MIO_EKGUID" val="cf5cdc46-690c-43fc-91b7-1b144c7f2482"/>
  <p:tag name="MIO_GUID" val="7eb99d82-025a-4142-92de-d35c5ea5797f"/>
  <p:tag name="MIO_UPDATE" val="True"/>
  <p:tag name="MIO_DBID" val="12B0C59E-2253-4124-A5E9-470ADF4CB168"/>
  <p:tag name="MIO_LASTDOWNLOADED" val="31.10.2019 00:45:55"/>
  <p:tag name="MIO_OBJECTNAME" val="Multiple Question Marks"/>
  <p:tag name="MIO_LASTEDITORNAME" val="Devid Treuling"/>
</p:tagLst>
</file>

<file path=ppt/tags/tag46.xml><?xml version="1.0" encoding="utf-8"?>
<p:tagLst xmlns:a="http://schemas.openxmlformats.org/drawingml/2006/main" xmlns:r="http://schemas.openxmlformats.org/officeDocument/2006/relationships" xmlns:p="http://schemas.openxmlformats.org/presentationml/2006/main">
  <p:tag name="MIO_GUID" val="48391f88-8eea-4c4c-b5c9-02517d07cc07"/>
  <p:tag name="MIO_EKGUID" val="4c597db4-a6ef-4701-9e88-db1a9d725f76"/>
  <p:tag name="MIO_UPDATE" val="True"/>
  <p:tag name="MIO_VERSION" val="02.03.2020 12:21:26"/>
  <p:tag name="MIO_DBID" val="12b0c59e-2253-4124-a5e9-470adf4cb168"/>
  <p:tag name="MIO_LASTDOWNLOADED" val="02.03.2020 12:35:40"/>
  <p:tag name="MIO_OBJECTNAME" val="Function Comment-based Help"/>
  <p:tag name="MIO_LASTEDITORNAME" val="Devid Treuling"/>
</p:tagLst>
</file>

<file path=ppt/tags/tag47.xml><?xml version="1.0" encoding="utf-8"?>
<p:tagLst xmlns:a="http://schemas.openxmlformats.org/drawingml/2006/main" xmlns:r="http://schemas.openxmlformats.org/officeDocument/2006/relationships" xmlns:p="http://schemas.openxmlformats.org/presentationml/2006/main">
  <p:tag name="MIO_GUID" val="9ee036f8-9a93-4e67-8049-430d4c8b621d"/>
  <p:tag name="MIO_EKGUID" val="71aef1d8-93c1-4ecf-b7e5-3be2b9f4f083"/>
  <p:tag name="MIO_UPDATE" val="True"/>
  <p:tag name="MIO_VERSION" val="02.03.2020 12:21:26"/>
  <p:tag name="MIO_DBID" val="12b0c59e-2253-4124-a5e9-470adf4cb168"/>
  <p:tag name="MIO_LASTDOWNLOADED" val="02.03.2020 12:35:41"/>
  <p:tag name="MIO_OBJECTNAME" val="Comment based keyboards"/>
  <p:tag name="MIO_LASTEDITORNAME" val="Devid Treuling"/>
</p:tagLst>
</file>

<file path=ppt/tags/tag48.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49.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50.xml><?xml version="1.0" encoding="utf-8"?>
<p:tagLst xmlns:a="http://schemas.openxmlformats.org/drawingml/2006/main" xmlns:r="http://schemas.openxmlformats.org/officeDocument/2006/relationships" xmlns:p="http://schemas.openxmlformats.org/presentationml/2006/main">
  <p:tag name="MIO_GUID" val="8a4a0123-6f24-4e9f-813e-bb7057ab32c9"/>
  <p:tag name="MIO_EKGUID" val="4ff9345e-a8fb-42e3-b080-ca1ede77fa86"/>
  <p:tag name="MIO_UPDATE" val="True"/>
  <p:tag name="MIO_VERSION" val="02.03.2020 12:21:26"/>
  <p:tag name="MIO_DBID" val="12b0c59e-2253-4124-a5e9-470adf4cb168"/>
  <p:tag name="MIO_LASTDOWNLOADED" val="02.03.2020 12:35:41"/>
  <p:tag name="MIO_OBJECTNAME" val="Help example"/>
  <p:tag name="MIO_LASTEDITORNAME" val="Devid Treuling"/>
</p:tagLst>
</file>

<file path=ppt/tags/tag51.xml><?xml version="1.0" encoding="utf-8"?>
<p:tagLst xmlns:a="http://schemas.openxmlformats.org/drawingml/2006/main" xmlns:r="http://schemas.openxmlformats.org/officeDocument/2006/relationships" xmlns:p="http://schemas.openxmlformats.org/presentationml/2006/main">
  <p:tag name="MIO_GUID" val="0436ff45-e08d-4e47-a283-adba992ec641"/>
  <p:tag name="MIO_EKGUID" val="81622307-4ecb-4b57-9a43-fb68fb8d8853"/>
  <p:tag name="MIO_UPDATE" val="True"/>
  <p:tag name="MIO_VERSION" val="02.03.2020 12:21:27"/>
  <p:tag name="MIO_DBID" val="12b0c59e-2253-4124-a5e9-470adf4cb168"/>
  <p:tag name="MIO_LASTDOWNLOADED" val="02.03.2020 12:35:41"/>
  <p:tag name="MIO_OBJECTNAME" val="OutputType()] Attribute"/>
  <p:tag name="MIO_LASTEDITORNAME" val="Devid Treuling"/>
</p:tagLst>
</file>

<file path=ppt/tags/tag52.xml><?xml version="1.0" encoding="utf-8"?>
<p:tagLst xmlns:a="http://schemas.openxmlformats.org/drawingml/2006/main" xmlns:r="http://schemas.openxmlformats.org/officeDocument/2006/relationships" xmlns:p="http://schemas.openxmlformats.org/presentationml/2006/main">
  <p:tag name="MIO_GUID" val="0436ff45-e08d-4e47-a283-adba992ec641"/>
  <p:tag name="MIO_EKGUID" val="57efa4fb-14cd-4828-b873-b683d561a007"/>
  <p:tag name="MIO_UPDATE" val="True"/>
  <p:tag name="MIO_VERSION" val="02.03.2020 12:21:27"/>
  <p:tag name="MIO_DBID" val="12b0c59e-2253-4124-a5e9-470adf4cb168"/>
  <p:tag name="MIO_LASTDOWNLOADED" val="02.03.2020 12:35:41"/>
  <p:tag name="MIO_OBJECTNAME" val="[OutputType()] Attribute - Example"/>
  <p:tag name="MIO_LASTEDITORNAME" val="Devid Treuling"/>
</p:tagLst>
</file>

<file path=ppt/tags/tag53.xml><?xml version="1.0" encoding="utf-8"?>
<p:tagLst xmlns:a="http://schemas.openxmlformats.org/drawingml/2006/main" xmlns:r="http://schemas.openxmlformats.org/officeDocument/2006/relationships" xmlns:p="http://schemas.openxmlformats.org/presentationml/2006/main">
  <p:tag name="MIO_GUID" val="7e7f40d8-8d37-45ee-9724-a8bf02ad8fcf"/>
  <p:tag name="MIO_EKGUID" val="1d1745f0-cf36-40a4-81b8-4357917e0e5e"/>
  <p:tag name="MIO_UPDATE" val="True"/>
  <p:tag name="MIO_VERSION" val="02.03.2020 12:21:27"/>
  <p:tag name="MIO_DBID" val="12b0c59e-2253-4124-a5e9-470adf4cb168"/>
  <p:tag name="MIO_LASTDOWNLOADED" val="02.03.2020 12:35:41"/>
  <p:tag name="MIO_OBJECTNAME" val="Questions? (4)"/>
  <p:tag name="MIO_LASTEDITORNAME" val="Devid Treuling"/>
</p:tagLst>
</file>

<file path=ppt/tags/tag54.xml><?xml version="1.0" encoding="utf-8"?>
<p:tagLst xmlns:a="http://schemas.openxmlformats.org/drawingml/2006/main" xmlns:r="http://schemas.openxmlformats.org/officeDocument/2006/relationships" xmlns:p="http://schemas.openxmlformats.org/presentationml/2006/main">
  <p:tag name="MIO_EKGUID" val="cf5cdc46-690c-43fc-91b7-1b144c7f2482"/>
  <p:tag name="MIO_GUID" val="7eb99d82-025a-4142-92de-d35c5ea5797f"/>
  <p:tag name="MIO_UPDATE" val="True"/>
  <p:tag name="MIO_DBID" val="12B0C59E-2253-4124-A5E9-470ADF4CB168"/>
  <p:tag name="MIO_LASTDOWNLOADED" val="31.10.2019 00:45:55"/>
  <p:tag name="MIO_OBJECTNAME" val="Multiple Question Marks"/>
  <p:tag name="MIO_LASTEDITORNAME" val="Devid Treuling"/>
</p:tagLst>
</file>

<file path=ppt/tags/tag55.xml><?xml version="1.0" encoding="utf-8"?>
<p:tagLst xmlns:a="http://schemas.openxmlformats.org/drawingml/2006/main" xmlns:r="http://schemas.openxmlformats.org/officeDocument/2006/relationships" xmlns:p="http://schemas.openxmlformats.org/presentationml/2006/main">
  <p:tag name="MIO_GUID" val="e5936d9c-b546-443b-afcc-e10e11a5dae6"/>
  <p:tag name="MIO_EKGUID" val="d1b48769-60a6-4b20-9767-f5ebd96cd21d"/>
  <p:tag name="MIO_UPDATE" val="True"/>
  <p:tag name="MIO_VERSION" val="02.03.2020 12:21:27"/>
  <p:tag name="MIO_DBID" val="12b0c59e-2253-4124-a5e9-470adf4cb168"/>
  <p:tag name="MIO_LASTDOWNLOADED" val="02.03.2020 12:35:41"/>
  <p:tag name="MIO_OBJECTNAME" val="Mastering parameters advanced functions"/>
  <p:tag name="MIO_LASTEDITORNAME" val="Devid Treuling"/>
</p:tagLst>
</file>

<file path=ppt/tags/tag56.xml><?xml version="1.0" encoding="utf-8"?>
<p:tagLst xmlns:a="http://schemas.openxmlformats.org/drawingml/2006/main" xmlns:r="http://schemas.openxmlformats.org/officeDocument/2006/relationships" xmlns:p="http://schemas.openxmlformats.org/presentationml/2006/main">
  <p:tag name="MIO_EKGUID" val="170dc400-483e-4562-80b5-bb9a3cab0c5d"/>
  <p:tag name="MIO_GUID" val="0229fb4d-e62b-4219-8a73-f5cc3f9e6df4"/>
  <p:tag name="MIO_UPDATE" val="True"/>
  <p:tag name="MIO_DBID" val="12B0C59E-2253-4124-A5E9-470ADF4CB168"/>
  <p:tag name="MIO_LASTDOWNLOADED" val="28.08.2019 16:32:58"/>
  <p:tag name="MIO_OBJECTNAME" val="Lab"/>
  <p:tag name="MIO_LASTEDITORNAME" val="Devid Treuling"/>
</p:tagLst>
</file>

<file path=ppt/tags/tag57.xml><?xml version="1.0" encoding="utf-8"?>
<p:tagLst xmlns:a="http://schemas.openxmlformats.org/drawingml/2006/main" xmlns:r="http://schemas.openxmlformats.org/officeDocument/2006/relationships" xmlns:p="http://schemas.openxmlformats.org/presentationml/2006/main">
  <p:tag name="MIO_GUID" val="9b69308f-b8df-4f18-94b8-f2afce289c93"/>
  <p:tag name="MIO_EKGUID" val="de1e2e54-48c5-4234-8101-28aee7611f21"/>
  <p:tag name="MIO_UPDATE" val="True"/>
  <p:tag name="MIO_VERSION" val="02.03.2020 12:21:27"/>
  <p:tag name="MIO_DBID" val="12b0c59e-2253-4124-a5e9-470adf4cb168"/>
  <p:tag name="MIO_LASTDOWNLOADED" val="02.03.2020 12:35:41"/>
  <p:tag name="MIO_OBJECTNAME" val="Slide 36"/>
  <p:tag name="MIO_LASTEDITORNAME" val="Devid Treuling"/>
</p:tagLst>
</file>

<file path=ppt/theme/theme1.xml><?xml version="1.0" encoding="utf-8"?>
<a:theme xmlns:a="http://schemas.openxmlformats.org/drawingml/2006/main" name="Light Grey">
  <a:themeElements>
    <a:clrScheme name="Dark Grey">
      <a:dk1>
        <a:srgbClr val="000000"/>
      </a:dk1>
      <a:lt1>
        <a:srgbClr val="FFFFFF"/>
      </a:lt1>
      <a:dk2>
        <a:srgbClr val="414241"/>
      </a:dk2>
      <a:lt2>
        <a:srgbClr val="E6E6E6"/>
      </a:lt2>
      <a:accent1>
        <a:srgbClr val="0078D4"/>
      </a:accent1>
      <a:accent2>
        <a:srgbClr val="243A5E"/>
      </a:accent2>
      <a:accent3>
        <a:srgbClr val="D83B01"/>
      </a:accent3>
      <a:accent4>
        <a:srgbClr val="107C10"/>
      </a:accent4>
      <a:accent5>
        <a:srgbClr val="8661C5"/>
      </a:accent5>
      <a:accent6>
        <a:srgbClr val="D2D2D2"/>
      </a:accent6>
      <a:hlink>
        <a:srgbClr val="737373"/>
      </a:hlink>
      <a:folHlink>
        <a:srgbClr val="0078D4"/>
      </a:folHlink>
    </a:clrScheme>
    <a:fontScheme name="Microsoft">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a:gradFill>
              <a:gsLst>
                <a:gs pos="2917">
                  <a:schemeClr val="tx1"/>
                </a:gs>
                <a:gs pos="30000">
                  <a:schemeClr val="tx1"/>
                </a:gs>
              </a:gsLst>
              <a:lin ang="5400000" scaled="0"/>
            </a:gradFill>
          </a:defRPr>
        </a:defPPr>
      </a:lstStyle>
    </a:txDef>
  </a:objectDefaults>
  <a:extraClrSchemeLst/>
  <a:custClrLst>
    <a:custClr name="White ">
      <a:srgbClr val="FFFFFF"/>
    </a:custClr>
    <a:custClr name="White ">
      <a:srgbClr val="FFFFFF"/>
    </a:custClr>
    <a:custClr name="White ">
      <a:srgbClr val="FFFFFF"/>
    </a:custClr>
    <a:custClr name="Rich Black">
      <a:srgbClr val="000000"/>
    </a:custClr>
    <a:custClr name="Rich Black">
      <a:srgbClr val="000000"/>
    </a:custClr>
    <a:custClr name="Rich Black">
      <a:srgbClr val="000000"/>
    </a:custClr>
    <a:custClr name="White ">
      <a:srgbClr val="FFFFFF"/>
    </a:custClr>
    <a:custClr name="White ">
      <a:srgbClr val="FFFFFF"/>
    </a:custClr>
    <a:custClr name="White ">
      <a:srgbClr val="FFFFFF"/>
    </a:custClr>
    <a:custClr name="White ">
      <a:srgbClr val="FFFFFF"/>
    </a:custClr>
    <a:custClr name="Orange">
      <a:srgbClr val="FF9349"/>
    </a:custClr>
    <a:custClr name="Yellow">
      <a:srgbClr val="FEF000"/>
    </a:custClr>
    <a:custClr name="Green">
      <a:srgbClr val="9BF00B"/>
    </a:custClr>
    <a:custClr name="Teal">
      <a:srgbClr val="30E5D0"/>
    </a:custClr>
    <a:custClr name="Aqua">
      <a:srgbClr val="50E6FF"/>
    </a:custClr>
    <a:custClr name="Lavender">
      <a:srgbClr val="D59DFF"/>
    </a:custClr>
    <a:custClr name="White ">
      <a:srgbClr val="FFFFFF"/>
    </a:custClr>
    <a:custClr name="White ">
      <a:srgbClr val="FFFFFF"/>
    </a:custClr>
    <a:custClr name="White ">
      <a:srgbClr val="FFFFFF"/>
    </a:custClr>
    <a:custClr name="White ">
      <a:srgbClr val="FFFFFF"/>
    </a:custClr>
    <a:custClr name="Red">
      <a:srgbClr val="D83B01"/>
    </a:custClr>
    <a:custClr name="Gold">
      <a:srgbClr val="FFB900"/>
    </a:custClr>
    <a:custClr name="Dark Green">
      <a:srgbClr val="107C10"/>
    </a:custClr>
    <a:custClr name="Dark Teal">
      <a:srgbClr val="008575"/>
    </a:custClr>
    <a:custClr name="Blue">
      <a:srgbClr val="0078D4"/>
    </a:custClr>
    <a:custClr name="Purple">
      <a:srgbClr val="8661C5"/>
    </a:custClr>
    <a:custClr name="White ">
      <a:srgbClr val="FFFFFF"/>
    </a:custClr>
    <a:custClr name="White ">
      <a:srgbClr val="FFFFFF"/>
    </a:custClr>
    <a:custClr name="White ">
      <a:srgbClr val="FFFFFF"/>
    </a:custClr>
    <a:custClr name="White ">
      <a:srgbClr val="FFFFFF"/>
    </a:custClr>
    <a:custClr name="Dark Red">
      <a:srgbClr val="6B2929"/>
    </a:custClr>
    <a:custClr name="Dark Yellow">
      <a:srgbClr val="6A4B16"/>
    </a:custClr>
    <a:custClr name="Dark Green">
      <a:srgbClr val="054B16"/>
    </a:custClr>
    <a:custClr name="Dark Teal">
      <a:srgbClr val="274B47"/>
    </a:custClr>
    <a:custClr name="Blue-grey">
      <a:srgbClr val="243A5E"/>
    </a:custClr>
    <a:custClr name="Dark Purple">
      <a:srgbClr val="3B2E58"/>
    </a:custClr>
    <a:custClr name="White ">
      <a:srgbClr val="FFFFFF"/>
    </a:custClr>
    <a:custClr name="White ">
      <a:srgbClr val="FFFFFF"/>
    </a:custClr>
    <a:custClr name="White ">
      <a:srgbClr val="FFFFFF"/>
    </a:custClr>
    <a:custClr name="White ">
      <a:srgbClr val="FFFFFF"/>
    </a:custClr>
    <a:custClr name="Light Grey">
      <a:srgbClr val="F2F2F2"/>
    </a:custClr>
    <a:custClr name="Light Grey">
      <a:srgbClr val="E6E6E6"/>
    </a:custClr>
    <a:custClr name="Grey">
      <a:srgbClr val="D2D2D2"/>
    </a:custClr>
    <a:custClr name="Grey">
      <a:srgbClr val="737373"/>
    </a:custClr>
    <a:custClr name="Dark Gray">
      <a:srgbClr val="505050"/>
    </a:custClr>
    <a:custClr name="Dark Gray">
      <a:srgbClr val="2F2F2F"/>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Default Theme.pptx" id="{867CC9CB-F73F-4ACD-AE78-6D3F313B22BF}" vid="{BEC7D606-3AAB-4491-94AF-9E21D5FE87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MediaServiceKeyPoints xmlns="cea7764e-6bf9-427d-be15-e74097e0a61c" xsi:nil="true"/>
    <Sign_x002d_off_x0020_status xmlns="cea7764e-6bf9-427d-be15-e74097e0a61c" xsi:nil="true"/>
    <Title_x0020_URL xmlns="cea7764e-6bf9-427d-be15-e74097e0a61c">
      <Url>https://sirona.visualstudio.com/_workitems/edit/41659</Url>
      <Description>https://sirona.visualstudio.com/_workitems/edit/41659</Description>
    </Title_x0020_URL>
    <Mail_x0020_Sent xmlns="cea7764e-6bf9-427d-be15-e74097e0a61c">false</Mail_x0020_Sent>
    <_Flow_SignoffStatus xmlns="cea7764e-6bf9-427d-be15-e74097e0a61c" xsi:nil="true"/>
    <Comments xmlns="cea7764e-6bf9-427d-be15-e74097e0a61c" xsi:nil="true"/>
    <Lead_x0020_Signoff xmlns="cea7764e-6bf9-427d-be15-e74097e0a61c">false</Lead_x0020_Signoff>
    <Title_x0020_ID xmlns="cea7764e-6bf9-427d-be15-e74097e0a61c">41659</Title_x0020_ID>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4.xml><?xml version="1.0" encoding="utf-8"?>
<ct:contentTypeSchema xmlns:ct="http://schemas.microsoft.com/office/2006/metadata/contentType" xmlns:ma="http://schemas.microsoft.com/office/2006/metadata/properties/metaAttributes" ct:_="" ma:_="" ma:contentTypeName="Document" ma:contentTypeID="0x01010039A62E282DDA434E979CD3E03185182E" ma:contentTypeVersion="22" ma:contentTypeDescription="Create a new document." ma:contentTypeScope="" ma:versionID="411f8dbfa59cee283d63b31959e752b1">
  <xsd:schema xmlns:xsd="http://www.w3.org/2001/XMLSchema" xmlns:xs="http://www.w3.org/2001/XMLSchema" xmlns:p="http://schemas.microsoft.com/office/2006/metadata/properties" xmlns:ns1="http://schemas.microsoft.com/sharepoint/v3" xmlns:ns2="cea7764e-6bf9-427d-be15-e74097e0a61c" xmlns:ns3="fb9ea31f-0ab8-44ff-80d1-5777f6d9d945" targetNamespace="http://schemas.microsoft.com/office/2006/metadata/properties" ma:root="true" ma:fieldsID="492dae4bbc73fa3e5f26ae1920f661a0" ns1:_="" ns2:_="" ns3:_="">
    <xsd:import namespace="http://schemas.microsoft.com/sharepoint/v3"/>
    <xsd:import namespace="cea7764e-6bf9-427d-be15-e74097e0a61c"/>
    <xsd:import namespace="fb9ea31f-0ab8-44ff-80d1-5777f6d9d945"/>
    <xsd:element name="properties">
      <xsd:complexType>
        <xsd:sequence>
          <xsd:element name="documentManagement">
            <xsd:complexType>
              <xsd:all>
                <xsd:element ref="ns2:Title_x0020_ID" minOccurs="0"/>
                <xsd:element ref="ns2:Title_x0020_URL" minOccurs="0"/>
                <xsd:element ref="ns2:Comments" minOccurs="0"/>
                <xsd:element ref="ns2:Sign_x002d_off_x0020_status" minOccurs="0"/>
                <xsd:element ref="ns2:Mail_x0020_Sent" minOccurs="0"/>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1:_ip_UnifiedCompliancePolicyProperties" minOccurs="0"/>
                <xsd:element ref="ns1:_ip_UnifiedCompliancePolicyUIAction" minOccurs="0"/>
                <xsd:element ref="ns2:_Flow_SignoffStatus" minOccurs="0"/>
                <xsd:element ref="ns2:MediaServiceDateTaken" minOccurs="0"/>
                <xsd:element ref="ns2:Lead_x0020_Signoff"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3" nillable="true" ma:displayName="Unified Compliance Policy Properties" ma:hidden="true" ma:internalName="_ip_UnifiedCompliancePolicyProperties" ma:readOnly="false">
      <xsd:simpleType>
        <xsd:restriction base="dms:Note"/>
      </xsd:simpleType>
    </xsd:element>
    <xsd:element name="_ip_UnifiedCompliancePolicyUIAction" ma:index="24"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ea7764e-6bf9-427d-be15-e74097e0a61c" elementFormDefault="qualified">
    <xsd:import namespace="http://schemas.microsoft.com/office/2006/documentManagement/types"/>
    <xsd:import namespace="http://schemas.microsoft.com/office/infopath/2007/PartnerControls"/>
    <xsd:element name="Title_x0020_ID" ma:index="2" nillable="true" ma:displayName="Title ID" ma:internalName="Title_x0020_ID" ma:readOnly="false">
      <xsd:simpleType>
        <xsd:restriction base="dms:Number"/>
      </xsd:simpleType>
    </xsd:element>
    <xsd:element name="Title_x0020_URL" ma:index="3" nillable="true" ma:displayName="Title URL" ma:format="Hyperlink" ma:internalName="Title_x0020_URL"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Comments" ma:index="4" nillable="true" ma:displayName="Comments" ma:internalName="Comments" ma:readOnly="false">
      <xsd:simpleType>
        <xsd:restriction base="dms:Note">
          <xsd:maxLength value="255"/>
        </xsd:restriction>
      </xsd:simpleType>
    </xsd:element>
    <xsd:element name="Sign_x002d_off_x0020_status" ma:index="5" nillable="true" ma:displayName="Sign-off status" ma:format="Dropdown" ma:internalName="Sign_x002d_off_x0020_status" ma:readOnly="false">
      <xsd:simpleType>
        <xsd:restriction base="dms:Choice">
          <xsd:enumeration value="Approve"/>
          <xsd:enumeration value="Approved with Comments"/>
          <xsd:enumeration value="Rejected with Comments"/>
        </xsd:restriction>
      </xsd:simpleType>
    </xsd:element>
    <xsd:element name="Mail_x0020_Sent" ma:index="6" nillable="true" ma:displayName="Mail Sent" ma:default="0" ma:internalName="Mail_x0020_Sent" ma:readOnly="false">
      <xsd:simpleType>
        <xsd:restriction base="dms:Boolean"/>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hidden="true" ma:internalName="MediaServiceKeyPoints" ma:readOnly="true">
      <xsd:simpleType>
        <xsd:restriction base="dms:Note"/>
      </xsd:simpleType>
    </xsd:element>
    <xsd:element name="MediaServiceAutoTags" ma:index="19" nillable="true" ma:displayName="Tags" ma:hidden="true" ma:internalName="MediaServiceAutoTags" ma:readOnly="true">
      <xsd:simpleType>
        <xsd:restriction base="dms:Text"/>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OCR" ma:index="22" nillable="true" ma:displayName="Extracted Text" ma:hidden="true" ma:internalName="MediaServiceOCR" ma:readOnly="true">
      <xsd:simpleType>
        <xsd:restriction base="dms:Note"/>
      </xsd:simpleType>
    </xsd:element>
    <xsd:element name="_Flow_SignoffStatus" ma:index="25" nillable="true" ma:displayName="Sign-off status" ma:hidden="true" ma:internalName="Sign_x002d_off_x0020_status0" ma:readOnly="false">
      <xsd:simpleType>
        <xsd:restriction base="dms:Text"/>
      </xsd:simpleType>
    </xsd:element>
    <xsd:element name="MediaServiceDateTaken" ma:index="26" nillable="true" ma:displayName="MediaServiceDateTaken" ma:hidden="true" ma:internalName="MediaServiceDateTaken" ma:readOnly="true">
      <xsd:simpleType>
        <xsd:restriction base="dms:Text"/>
      </xsd:simpleType>
    </xsd:element>
    <xsd:element name="Lead_x0020_Signoff" ma:index="27" nillable="true" ma:displayName="Lead Signoff" ma:default="0" ma:internalName="Lead_x0020_Signoff">
      <xsd:simpleType>
        <xsd:restriction base="dms:Boolean"/>
      </xsd:simpleType>
    </xsd:element>
    <xsd:element name="MediaServiceLocation" ma:index="28"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b9ea31f-0ab8-44ff-80d1-5777f6d9d945" elementFormDefault="qualified">
    <xsd:import namespace="http://schemas.microsoft.com/office/2006/documentManagement/types"/>
    <xsd:import namespace="http://schemas.microsoft.com/office/infopath/2007/PartnerControls"/>
    <xsd:element name="SharedWithUsers" ma:index="17"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hidden="true" ma:internalName="SharedWithDetail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5.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6.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7.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Props1.xml><?xml version="1.0" encoding="utf-8"?>
<ds:datastoreItem xmlns:ds="http://schemas.openxmlformats.org/officeDocument/2006/customXml" ds:itemID="{F990F116-B58F-4255-B05B-DA3808E0E5C6}">
  <ds:schemaRefs>
    <ds:schemaRef ds:uri="http://schemas.microsoft.com/office/2006/metadata/properties"/>
    <ds:schemaRef ds:uri="http://schemas.microsoft.com/office/infopath/2007/PartnerControls"/>
    <ds:schemaRef ds:uri="http://schemas.microsoft.com/sharepoint/v3"/>
    <ds:schemaRef ds:uri="fa9ac045-4823-4e55-900e-1aa609c35a06"/>
    <ds:schemaRef ds:uri="cea7764e-6bf9-427d-be15-e74097e0a61c"/>
  </ds:schemaRefs>
</ds:datastoreItem>
</file>

<file path=customXml/itemProps2.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3.xml><?xml version="1.0" encoding="utf-8"?>
<ds:datastoreItem xmlns:ds="http://schemas.openxmlformats.org/officeDocument/2006/customXml" ds:itemID="{F34BE6CF-C68D-4845-9DEA-4479586DB1FD}">
  <ds:schemaRefs>
    <ds:schemaRef ds:uri="Strauss.PersonalizationDefinition"/>
  </ds:schemaRefs>
</ds:datastoreItem>
</file>

<file path=customXml/itemProps4.xml><?xml version="1.0" encoding="utf-8"?>
<ds:datastoreItem xmlns:ds="http://schemas.openxmlformats.org/officeDocument/2006/customXml" ds:itemID="{EFA118F1-230F-4135-860E-44C9F604A6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cea7764e-6bf9-427d-be15-e74097e0a61c"/>
    <ds:schemaRef ds:uri="fb9ea31f-0ab8-44ff-80d1-5777f6d9d94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5.xml><?xml version="1.0" encoding="utf-8"?>
<ds:datastoreItem xmlns:ds="http://schemas.openxmlformats.org/officeDocument/2006/customXml" ds:itemID="{CD086AF5-CCD3-41C8-B98A-2B159789D38E}">
  <ds:schemaRefs>
    <ds:schemaRef ds:uri="Strauss.PersonalizationDefinition"/>
  </ds:schemaRefs>
</ds:datastoreItem>
</file>

<file path=customXml/itemProps6.xml><?xml version="1.0" encoding="utf-8"?>
<ds:datastoreItem xmlns:ds="http://schemas.openxmlformats.org/officeDocument/2006/customXml" ds:itemID="{108427FC-4EF7-4788-AAC7-B0204EFFC664}">
  <ds:schemaRefs>
    <ds:schemaRef ds:uri="Strauss.PersonalizationDefinition"/>
  </ds:schemaRefs>
</ds:datastoreItem>
</file>

<file path=customXml/itemProps7.xml><?xml version="1.0" encoding="utf-8"?>
<ds:datastoreItem xmlns:ds="http://schemas.openxmlformats.org/officeDocument/2006/customXml" ds:itemID="{EBCC33FC-94BB-4B1D-A4C6-D2E6A3A4B1FD}">
  <ds:schemaRefs>
    <ds:schemaRef ds:uri="Strauss.PersonalizationDefinition"/>
  </ds:schemaRefs>
</ds:datastoreItem>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XX BLU Template ASD Education_XXXX_XX</Template>
  <TotalTime>3846</TotalTime>
  <Words>2463</Words>
  <Application>Microsoft Office PowerPoint</Application>
  <PresentationFormat>Widescreen</PresentationFormat>
  <Paragraphs>415</Paragraphs>
  <Slides>36</Slides>
  <Notes>31</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36</vt:i4>
      </vt:variant>
    </vt:vector>
  </HeadingPairs>
  <TitlesOfParts>
    <vt:vector size="46" baseType="lpstr">
      <vt:lpstr>Arial</vt:lpstr>
      <vt:lpstr>Calibri</vt:lpstr>
      <vt:lpstr>Comic Sans MS</vt:lpstr>
      <vt:lpstr>Consolas</vt:lpstr>
      <vt:lpstr>Lucida Console</vt:lpstr>
      <vt:lpstr>Segoe UI</vt:lpstr>
      <vt:lpstr>Segoe UI Light</vt:lpstr>
      <vt:lpstr>Segoe UI Semibold</vt:lpstr>
      <vt:lpstr>Wingdings</vt:lpstr>
      <vt:lpstr>Light Grey</vt:lpstr>
      <vt:lpstr>Mastering parameters of advanced functions</vt:lpstr>
      <vt:lpstr>PowerPoint Presentation</vt:lpstr>
      <vt:lpstr>Objectives</vt:lpstr>
      <vt:lpstr>Parameter Attribute</vt:lpstr>
      <vt:lpstr>Parameter attribute syntax</vt:lpstr>
      <vt:lpstr>ParameterSetName</vt:lpstr>
      <vt:lpstr>Mandatory and position</vt:lpstr>
      <vt:lpstr>HelpMessage and Remaining Arguments</vt:lpstr>
      <vt:lpstr>Value From Remaining Arguments </vt:lpstr>
      <vt:lpstr>Value From Remaining Arguments cont.</vt:lpstr>
      <vt:lpstr>Demonstration</vt:lpstr>
      <vt:lpstr>Questions?</vt:lpstr>
      <vt:lpstr>Parameter Validation Attributes</vt:lpstr>
      <vt:lpstr>[Alias()] Attribute</vt:lpstr>
      <vt:lpstr>[ValidateSet()] Attribute</vt:lpstr>
      <vt:lpstr>Null validation attributes</vt:lpstr>
      <vt:lpstr>Not null validation attributes</vt:lpstr>
      <vt:lpstr>Count validate attributes</vt:lpstr>
      <vt:lpstr>Range and script validate attributes</vt:lpstr>
      <vt:lpstr>Demonstration</vt:lpstr>
      <vt:lpstr>Questions?</vt:lpstr>
      <vt:lpstr>Default Risk Mitigation Behavior</vt:lpstr>
      <vt:lpstr>[CmdletBinding()] Attribute - Risk Mitigation</vt:lpstr>
      <vt:lpstr>[CmdletBinding()] Attribute - Risk Mitigation cont.</vt:lpstr>
      <vt:lpstr>Supporting Risk Mitigation in Functions</vt:lpstr>
      <vt:lpstr>Supporting Risk Mitigation - Example</vt:lpstr>
      <vt:lpstr>Confirmation Severity Levels</vt:lpstr>
      <vt:lpstr>Questions?</vt:lpstr>
      <vt:lpstr>Function Comment-based Help</vt:lpstr>
      <vt:lpstr>Comment based keyboards</vt:lpstr>
      <vt:lpstr>Help example</vt:lpstr>
      <vt:lpstr>[OutputType()] Attribute</vt:lpstr>
      <vt:lpstr>[OutputType()] Attribute - Example</vt:lpstr>
      <vt:lpstr>Questions?</vt:lpstr>
      <vt:lpstr>Mastering parameters advanced functions</vt:lpstr>
      <vt:lpstr>PowerPoint Presentation</vt:lpstr>
    </vt:vector>
  </TitlesOfParts>
  <Manager/>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WorkshopPLUS - Windows PowerShell: Tool Building</dc:title>
  <dc:subject>&lt;Speech title here&gt;</dc:subject>
  <dc:creator>Advanced Services Delivery</dc:creator>
  <cp:keywords>2002</cp:keywords>
  <dc:description>Template: Maryfj_x000d_
Formatting: _x000d_
Audience Type:</dc:description>
  <cp:lastModifiedBy>Gadi Lev-Ari</cp:lastModifiedBy>
  <cp:revision>86</cp:revision>
  <dcterms:created xsi:type="dcterms:W3CDTF">2017-11-27T13:06:33Z</dcterms:created>
  <dcterms:modified xsi:type="dcterms:W3CDTF">2025-07-05T15:00:47Z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0x01010039A62E282DDA434E979CD3E03185182E</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_dlc_DocIdItemGuid">
    <vt:lpwstr>45abd974-9be7-43c9-a6f6-92b6c2f92002</vt:lpwstr>
  </property>
  <property fmtid="{D5CDD505-2E9C-101B-9397-08002B2CF9AE}" pid="12" name="MSIP_Label_f42aa342-8706-4288-bd11-ebb85995028c_Enabled">
    <vt:lpwstr>True</vt:lpwstr>
  </property>
  <property fmtid="{D5CDD505-2E9C-101B-9397-08002B2CF9AE}" pid="13" name="MSIP_Label_f42aa342-8706-4288-bd11-ebb85995028c_SiteId">
    <vt:lpwstr>72f988bf-86f1-41af-91ab-2d7cd011db47</vt:lpwstr>
  </property>
  <property fmtid="{D5CDD505-2E9C-101B-9397-08002B2CF9AE}" pid="14" name="MSIP_Label_f42aa342-8706-4288-bd11-ebb85995028c_Owner">
    <vt:lpwstr/>
  </property>
  <property fmtid="{D5CDD505-2E9C-101B-9397-08002B2CF9AE}" pid="15" name="MSIP_Label_f42aa342-8706-4288-bd11-ebb85995028c_SetDate">
    <vt:lpwstr>2017-11-27T13:06:48.6622444Z</vt:lpwstr>
  </property>
  <property fmtid="{D5CDD505-2E9C-101B-9397-08002B2CF9AE}" pid="16" name="MSIP_Label_f42aa342-8706-4288-bd11-ebb85995028c_Name">
    <vt:lpwstr>General</vt:lpwstr>
  </property>
  <property fmtid="{D5CDD505-2E9C-101B-9397-08002B2CF9AE}" pid="17" name="MSIP_Label_f42aa342-8706-4288-bd11-ebb85995028c_Application">
    <vt:lpwstr>Microsoft Azure Information Protection</vt:lpwstr>
  </property>
  <property fmtid="{D5CDD505-2E9C-101B-9397-08002B2CF9AE}" pid="18" name="MSIP_Label_f42aa342-8706-4288-bd11-ebb85995028c_Extended_MSFT_Method">
    <vt:lpwstr>Automatic</vt:lpwstr>
  </property>
  <property fmtid="{D5CDD505-2E9C-101B-9397-08002B2CF9AE}" pid="19" name="Sensitivity">
    <vt:lpwstr>General</vt:lpwstr>
  </property>
</Properties>
</file>